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0" r:id="rId4"/>
    <p:sldMasterId id="2147483760" r:id="rId5"/>
    <p:sldMasterId id="2147483812" r:id="rId6"/>
  </p:sldMasterIdLst>
  <p:notesMasterIdLst>
    <p:notesMasterId r:id="rId9"/>
  </p:notesMasterIdLst>
  <p:handoutMasterIdLst>
    <p:handoutMasterId r:id="rId10"/>
  </p:handoutMasterIdLst>
  <p:sldIdLst>
    <p:sldId id="2076136214" r:id="rId7"/>
    <p:sldId id="2076136215" r:id="rId8"/>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A976B2-A720-4F04-90CE-1AE1A0908646}">
          <p14:sldIdLst>
            <p14:sldId id="2076136214"/>
            <p14:sldId id="2076136215"/>
          </p14:sldIdLst>
        </p14:section>
      </p14:sectionLst>
    </p:ext>
    <p:ext uri="{EFAFB233-063F-42B5-8137-9DF3F51BA10A}">
      <p15:sldGuideLst xmlns:p15="http://schemas.microsoft.com/office/powerpoint/2012/main">
        <p15:guide id="1" pos="3840" userDrawn="1">
          <p15:clr>
            <a:srgbClr val="A4A3A4"/>
          </p15:clr>
        </p15:guide>
        <p15:guide id="3" pos="3772" userDrawn="1">
          <p15:clr>
            <a:srgbClr val="A4A3A4"/>
          </p15:clr>
        </p15:guide>
        <p15:guide id="6" pos="3931" userDrawn="1">
          <p15:clr>
            <a:srgbClr val="A4A3A4"/>
          </p15:clr>
        </p15:guide>
        <p15:guide id="7" orient="horz" pos="2160">
          <p15:clr>
            <a:srgbClr val="A4A3A4"/>
          </p15:clr>
        </p15:guide>
        <p15:guide id="8" pos="5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ermann, Uta" initials="SU" lastIdx="8" clrIdx="0">
    <p:extLst>
      <p:ext uri="{19B8F6BF-5375-455C-9EA6-DF929625EA0E}">
        <p15:presenceInfo xmlns:p15="http://schemas.microsoft.com/office/powerpoint/2012/main" userId="S-1-5-21-329068152-1454471165-1417001333-4183212" providerId="AD"/>
      </p:ext>
    </p:extLst>
  </p:cmAuthor>
  <p:cmAuthor id="2" name="Habel, Till" initials="HT" lastIdx="5" clrIdx="1">
    <p:extLst>
      <p:ext uri="{19B8F6BF-5375-455C-9EA6-DF929625EA0E}">
        <p15:presenceInfo xmlns:p15="http://schemas.microsoft.com/office/powerpoint/2012/main" userId="S-1-5-21-329068152-1454471165-1417001333-7653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969696"/>
    <a:srgbClr val="5A5A5A"/>
    <a:srgbClr val="002266"/>
    <a:srgbClr val="FFB500"/>
    <a:srgbClr val="FFFFFF"/>
    <a:srgbClr val="000000"/>
    <a:srgbClr val="C9F3FF"/>
    <a:srgbClr val="F2F2F2"/>
    <a:srgbClr val="008CB3"/>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CBCAB6-8D33-0385-55D8-8708E0DD45D5}" v="15" dt="2026-01-12T18:31:39.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3774" autoAdjust="0"/>
  </p:normalViewPr>
  <p:slideViewPr>
    <p:cSldViewPr snapToGrid="0">
      <p:cViewPr varScale="1">
        <p:scale>
          <a:sx n="110" d="100"/>
          <a:sy n="110" d="100"/>
        </p:scale>
        <p:origin x="1038" y="78"/>
      </p:cViewPr>
      <p:guideLst>
        <p:guide pos="3840"/>
        <p:guide pos="3772"/>
        <p:guide pos="3931"/>
        <p:guide orient="horz" pos="2160"/>
        <p:guide pos="59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sa, Ramiro Martin" userId="S::ramiro.martin.sosa@accenture.com::f5043e6b-a31c-4e56-809b-e78641abe9c0" providerId="AD" clId="Web-{62CBCAB6-8D33-0385-55D8-8708E0DD45D5}"/>
    <pc:docChg chg="modSld">
      <pc:chgData name="Sosa, Ramiro Martin" userId="S::ramiro.martin.sosa@accenture.com::f5043e6b-a31c-4e56-809b-e78641abe9c0" providerId="AD" clId="Web-{62CBCAB6-8D33-0385-55D8-8708E0DD45D5}" dt="2026-01-12T18:31:39.575" v="7" actId="20577"/>
      <pc:docMkLst>
        <pc:docMk/>
      </pc:docMkLst>
      <pc:sldChg chg="modSp">
        <pc:chgData name="Sosa, Ramiro Martin" userId="S::ramiro.martin.sosa@accenture.com::f5043e6b-a31c-4e56-809b-e78641abe9c0" providerId="AD" clId="Web-{62CBCAB6-8D33-0385-55D8-8708E0DD45D5}" dt="2026-01-12T18:31:39.575" v="7" actId="20577"/>
        <pc:sldMkLst>
          <pc:docMk/>
          <pc:sldMk cId="3682513390" sldId="2076136215"/>
        </pc:sldMkLst>
        <pc:spChg chg="mod">
          <ac:chgData name="Sosa, Ramiro Martin" userId="S::ramiro.martin.sosa@accenture.com::f5043e6b-a31c-4e56-809b-e78641abe9c0" providerId="AD" clId="Web-{62CBCAB6-8D33-0385-55D8-8708E0DD45D5}" dt="2026-01-12T18:31:39.575" v="7" actId="20577"/>
          <ac:spMkLst>
            <pc:docMk/>
            <pc:sldMk cId="3682513390" sldId="2076136215"/>
            <ac:spMk id="67" creationId="{C6A51E4F-7155-0013-A033-1BFC0B3D9F3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Arial" panose="020B0604020202020204" pitchFamily="34" charset="0"/>
              </a:rPr>
              <a:t>6/18/2026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D39D084F-DC83-4EB0-8CED-52E9AA3ECA1C}" type="datetimeFigureOut">
              <a:rPr lang="en-US" smtClean="0"/>
              <a:pPr/>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AC157E0A-F321-48DC-AF94-681D4DCF344D}" type="slidenum">
              <a:rPr lang="en-US" smtClean="0"/>
              <a:pPr/>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2</a:t>
            </a:fld>
            <a:endParaRPr lang="en-US"/>
          </a:p>
        </p:txBody>
      </p:sp>
    </p:spTree>
    <p:extLst>
      <p:ext uri="{BB962C8B-B14F-4D97-AF65-F5344CB8AC3E}">
        <p14:creationId xmlns:p14="http://schemas.microsoft.com/office/powerpoint/2010/main" val="3100196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err="1"/>
              <a:t>Presentation</a:t>
            </a:r>
            <a:r>
              <a:rPr lang="de-DE"/>
              <a:t> Title</a:t>
            </a:r>
            <a:endParaRPr lang="en-GB"/>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spTree>
    <p:extLst>
      <p:ext uri="{BB962C8B-B14F-4D97-AF65-F5344CB8AC3E}">
        <p14:creationId xmlns:p14="http://schemas.microsoft.com/office/powerpoint/2010/main" val="27639330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333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mplate_Español">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s-CO"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hasCustomPrompt="1"/>
          </p:nvPr>
        </p:nvSpPr>
        <p:spPr>
          <a:xfrm>
            <a:off x="642938" y="88223"/>
            <a:ext cx="1336675" cy="1673225"/>
          </a:xfrm>
        </p:spPr>
        <p:txBody>
          <a:bodyPr/>
          <a:lstStyle>
            <a:lvl1pPr>
              <a:defRPr/>
            </a:lvl1pPr>
          </a:lstStyle>
          <a:p>
            <a:r>
              <a:rPr lang="es-CO" noProof="0"/>
              <a:t>Clic para adjuntar la imagen</a:t>
            </a:r>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s-CO"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45244" y="2132513"/>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ÁREAS DE CONOCIMIENTO</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EXPERIENCIA SELECCIONADA</a:t>
            </a:r>
            <a:endParaRPr kumimoji="0" lang="es-CO"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1954381" cy="276999"/>
          </a:xfrm>
          <a:prstGeom prst="rect">
            <a:avLst/>
          </a:prstGeom>
        </p:spPr>
        <p:txBody>
          <a:bodyPr wrap="none">
            <a:spAutoFit/>
          </a:bodyPr>
          <a:lstStyle/>
          <a:p>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PERFIL PROFESIONAL </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237237" y="2237951"/>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079482" y="2237953"/>
            <a:ext cx="0"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311323" y="2265418"/>
            <a:ext cx="1"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Nombre Apellido</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Rol</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userDrawn="1">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s-CO" noProof="0"/>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userDrawn="1">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s-CO" noProof="0"/>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s-CO" noProof="0"/>
              <a:t>Click to edit Master text styles</a:t>
            </a:r>
          </a:p>
          <a:p>
            <a:pPr lvl="1"/>
            <a:r>
              <a:rPr lang="es-CO" noProof="0"/>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CO" noProof="0"/>
              <a:t>Major </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11912"/>
          </a:xfrm>
          <a:prstGeom prst="rect">
            <a:avLst/>
          </a:prstGeom>
          <a:noFill/>
          <a:ln w="25400" algn="ctr">
            <a:noFill/>
            <a:miter lim="800000"/>
            <a:headEnd/>
            <a:tailEnd/>
          </a:ln>
        </p:spPr>
        <p:txBody>
          <a:bodyPr wrap="square" lIns="179888" tIns="0" rIns="26983" bIns="26983" anchor="t" anchorCtr="0">
            <a:no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CO" sz="1200" b="1" i="0" u="none" strike="noStrike" kern="1200" cap="none" spc="0" normalizeH="0" baseline="0" noProof="0">
                <a:ln>
                  <a:noFill/>
                </a:ln>
                <a:solidFill>
                  <a:srgbClr val="000000"/>
                </a:solidFill>
                <a:effectLst/>
                <a:uLnTx/>
                <a:uFillTx/>
                <a:latin typeface="Graphik Super" panose="020B0B03030202060203" pitchFamily="34" charset="0"/>
                <a:ea typeface="+mn-ea"/>
                <a:cs typeface="+mn-cs"/>
              </a:rPr>
              <a:t>FUNCIONAL</a:t>
            </a:r>
          </a:p>
        </p:txBody>
      </p:sp>
      <p:sp>
        <p:nvSpPr>
          <p:cNvPr id="26" name="Text Placeholder 8">
            <a:extLst>
              <a:ext uri="{FF2B5EF4-FFF2-40B4-BE49-F238E27FC236}">
                <a16:creationId xmlns:a16="http://schemas.microsoft.com/office/drawing/2014/main" id="{7DCDD220-FD2A-412B-830F-C6A5F46C86D4}"/>
              </a:ext>
            </a:extLst>
          </p:cNvPr>
          <p:cNvSpPr>
            <a:spLocks noGrp="1"/>
          </p:cNvSpPr>
          <p:nvPr userDrawn="1">
            <p:ph type="body" sz="quarter" idx="20"/>
          </p:nvPr>
        </p:nvSpPr>
        <p:spPr>
          <a:xfrm>
            <a:off x="3255677" y="4900148"/>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27" name="Rectangle 12">
            <a:extLst>
              <a:ext uri="{FF2B5EF4-FFF2-40B4-BE49-F238E27FC236}">
                <a16:creationId xmlns:a16="http://schemas.microsoft.com/office/drawing/2014/main" id="{5A637F3C-BD10-4E01-B648-8CE5AFBAFDDE}"/>
              </a:ext>
            </a:extLst>
          </p:cNvPr>
          <p:cNvSpPr>
            <a:spLocks noChangeArrowheads="1"/>
          </p:cNvSpPr>
          <p:nvPr userDrawn="1"/>
        </p:nvSpPr>
        <p:spPr bwMode="auto">
          <a:xfrm>
            <a:off x="3066510" y="455376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INDUSTRIA</a:t>
            </a:r>
          </a:p>
        </p:txBody>
      </p:sp>
    </p:spTree>
    <p:extLst>
      <p:ext uri="{BB962C8B-B14F-4D97-AF65-F5344CB8AC3E}">
        <p14:creationId xmlns:p14="http://schemas.microsoft.com/office/powerpoint/2010/main" val="2381926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146427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28962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8455340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20519741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1073411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Palatino Linotype" panose="02040502050505030304" pitchFamily="18" charset="0"/>
                <a:ea typeface="+mn-ea"/>
                <a:cs typeface="+mn-cs"/>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endParaRPr lang="en-US"/>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7328801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92332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8560511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328484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508658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42920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Arial"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40293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4873425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203875388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2167650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8899053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7774224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05518544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364201866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19534074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61293922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315318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Palatino Linotype" panose="02040502050505030304" pitchFamily="18" charset="0"/>
              </a:defRPr>
            </a:lvl1pPr>
            <a:lvl2pPr marL="0" indent="0">
              <a:buNone/>
              <a:defRPr sz="1800"/>
            </a:lvl2pPr>
            <a:lvl3pPr marL="228600">
              <a:buFont typeface="Arial" panose="020B0604020202020204" pitchFamily="34" charset="0"/>
              <a:buChar char="•"/>
              <a:defRPr sz="1800"/>
            </a:lvl3pPr>
            <a:lvl4pPr marL="457200">
              <a:buFont typeface="Arial" panose="020B0604020202020204" pitchFamily="34" charset="0"/>
              <a:buChar char="–"/>
              <a:defRPr sz="1600"/>
            </a:lvl4pPr>
            <a:lvl5pPr marL="685800">
              <a:buFont typeface="Arial" panose="020B0604020202020204" pitchFamily="34" charset="0"/>
              <a:buChar char="•"/>
              <a:defRPr sz="1600"/>
            </a:lvl5pPr>
          </a:lstStyle>
          <a:p>
            <a:pPr lvl="0"/>
            <a:r>
              <a:rPr lang="en-GB"/>
              <a:t>Place agenda summary here in Palatino Linotype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15163083"/>
      </p:ext>
    </p:extLst>
  </p:cSld>
  <p:clrMapOvr>
    <a:masterClrMapping/>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Arial"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89129826"/>
      </p:ext>
    </p:extLst>
  </p:cSld>
  <p:clrMapOvr>
    <a:masterClrMapping/>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0803976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86405932"/>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11088843"/>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80506533"/>
      </p:ext>
    </p:extLst>
  </p:cSld>
  <p:clrMapOvr>
    <a:masterClrMapping/>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06133301"/>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3873400"/>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9697586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92064258"/>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43615838"/>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Arial" panose="020B0604020202020204" pitchFamily="34" charset="0"/>
              <a:buNone/>
              <a:defRPr sz="2100" b="0" i="0">
                <a:solidFill>
                  <a:schemeClr val="accent2"/>
                </a:solidFill>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22710604"/>
      </p:ext>
    </p:extLst>
  </p:cSld>
  <p:clrMapOvr>
    <a:masterClrMapping/>
  </p:clrMapOvr>
  <p:hf hdr="0" dt="0"/>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517238911"/>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5966332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321965441"/>
      </p:ext>
    </p:extLst>
  </p:cSld>
  <p:clrMapOvr>
    <a:masterClrMapping/>
  </p:clrMapOvr>
  <p:hf hdr="0" dt="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596896995"/>
      </p:ext>
    </p:extLst>
  </p:cSld>
  <p:clrMapOvr>
    <a:masterClrMapping/>
  </p:clrMapOvr>
  <p:hf hd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Palatino Linotype" panose="02040502050505030304" pitchFamily="18" charset="0"/>
              </a:defRPr>
            </a:lvl1pPr>
            <a:lvl2pPr marL="228600" indent="-228600">
              <a:buFont typeface="Arial" panose="020B0604020202020204" pitchFamily="34" charset="0"/>
              <a:buChar char="•"/>
              <a:defRPr sz="1800">
                <a:solidFill>
                  <a:schemeClr val="tx1"/>
                </a:solidFill>
              </a:defRPr>
            </a:lvl2pPr>
            <a:lvl3pPr marL="457200">
              <a:buFont typeface="Arial" panose="020B0503030202060203" pitchFamily="34" charset="0"/>
              <a:buChar char="–"/>
              <a:defRPr sz="1800">
                <a:solidFill>
                  <a:schemeClr val="tx1"/>
                </a:solidFill>
              </a:defRPr>
            </a:lvl3pPr>
            <a:lvl4pPr marL="685800">
              <a:buFont typeface="Arial" panose="020B0604020202020204" pitchFamily="34" charset="0"/>
              <a:buChar char="•"/>
              <a:defRPr sz="1600">
                <a:solidFill>
                  <a:schemeClr val="tx1"/>
                </a:solidFill>
              </a:defRPr>
            </a:lvl4pPr>
            <a:lvl5pPr marL="914400">
              <a:buFont typeface="Arial" panose="020B0503030202060203" pitchFamily="34" charset="0"/>
              <a:buChar char="–"/>
              <a:defRPr sz="1600">
                <a:solidFill>
                  <a:schemeClr val="tx1"/>
                </a:solidFill>
              </a:defRPr>
            </a:lvl5pPr>
          </a:lstStyle>
          <a:p>
            <a:pPr lvl="0"/>
            <a:r>
              <a:rPr lang="en-GB"/>
              <a:t>Place subtitle here in Palatino Linotype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1649440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397695045"/>
      </p:ext>
    </p:extLst>
  </p:cSld>
  <p:clrMapOvr>
    <a:masterClrMapping/>
  </p:clrMapOvr>
  <p:hf hdr="0" dt="0"/>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01116094"/>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7684659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03742854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7483309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3071643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979415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5558837"/>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20815285"/>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97021285"/>
      </p:ext>
    </p:extLst>
  </p:cSld>
  <p:clrMapOvr>
    <a:masterClrMapping/>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Arial" pitchFamily="34" charset="0"/>
              <a:buNone/>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Arial" pitchFamily="34" charset="0"/>
              <a:buChar char="‒"/>
              <a:tabLst/>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Arial" pitchFamily="34" charset="0"/>
              <a:buNone/>
            </a:pPr>
            <a:r>
              <a:rPr lang="en-US"/>
              <a:t>CATEGORY</a:t>
            </a:r>
            <a:endParaRPr lang="en-AU"/>
          </a:p>
        </p:txBody>
      </p:sp>
    </p:spTree>
    <p:extLst>
      <p:ext uri="{BB962C8B-B14F-4D97-AF65-F5344CB8AC3E}">
        <p14:creationId xmlns:p14="http://schemas.microsoft.com/office/powerpoint/2010/main" val="22781135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38023754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5892963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4244745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8720328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4541846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691317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345755860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54896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05546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2810786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800323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03654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912928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123763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96052405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870316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0249907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665329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3212488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14448510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0841855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7271404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5500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404119716"/>
      </p:ext>
    </p:extLst>
  </p:cSld>
  <p:clrMapOvr>
    <a:masterClrMapping/>
  </p:clrMapOvr>
  <p:hf hdr="0" dt="0"/>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64211242"/>
      </p:ext>
    </p:extLst>
  </p:cSld>
  <p:clrMapOvr>
    <a:masterClrMapping/>
  </p:clrMapOvr>
  <p:hf hdr="0" dt="0"/>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311980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66567586"/>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4262284"/>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361676"/>
      </p:ext>
    </p:extLst>
  </p:cSld>
  <p:clrMapOvr>
    <a:masterClrMapping/>
  </p:clrMapOvr>
  <p:hf hdr="0" dt="0"/>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51992660"/>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67121675"/>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5988826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46418169"/>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27911435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104174956"/>
      </p:ext>
    </p:extLst>
  </p:cSld>
  <p:clrMapOvr>
    <a:masterClrMapping/>
  </p:clrMapOvr>
  <p:hf hdr="0" dt="0"/>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742082486"/>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4268285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986248163"/>
      </p:ext>
    </p:extLst>
  </p:cSld>
  <p:clrMapOvr>
    <a:masterClrMapping/>
  </p:clrMapOvr>
  <p:hf hdr="0" dt="0"/>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52754577"/>
      </p:ext>
    </p:extLst>
  </p:cSld>
  <p:clrMapOvr>
    <a:masterClrMapping/>
  </p:clrMapOvr>
  <p:hf hdr="0" dt="0"/>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22181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6830909"/>
      </p:ext>
    </p:extLst>
  </p:cSld>
  <p:clrMapOvr>
    <a:masterClrMapping/>
  </p:clrMapOvr>
  <p:hf hdr="0" dt="0"/>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0129126"/>
      </p:ext>
    </p:extLst>
  </p:cSld>
  <p:clrMapOvr>
    <a:masterClrMapping/>
  </p:clrMapOvr>
  <p:hf hdr="0" dt="0"/>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85619530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55665969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7581872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745870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465480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60283677"/>
      </p:ext>
    </p:extLst>
  </p:cSld>
  <p:clrMapOvr>
    <a:masterClrMapping/>
  </p:clrMapOvr>
  <p:hf hdr="0" dt="0"/>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17237876"/>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57652441"/>
      </p:ext>
    </p:extLst>
  </p:cSld>
  <p:clrMapOvr>
    <a:masterClrMapping/>
  </p:clrMapOvr>
  <p:hf hdr="0" dt="0"/>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64806938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9" Type="http://schemas.openxmlformats.org/officeDocument/2006/relationships/slideLayout" Target="../slideLayouts/slideLayout43.xml"/><Relationship Id="rId21" Type="http://schemas.openxmlformats.org/officeDocument/2006/relationships/slideLayout" Target="../slideLayouts/slideLayout25.xml"/><Relationship Id="rId34" Type="http://schemas.openxmlformats.org/officeDocument/2006/relationships/slideLayout" Target="../slideLayouts/slideLayout38.xml"/><Relationship Id="rId42" Type="http://schemas.openxmlformats.org/officeDocument/2006/relationships/slideLayout" Target="../slideLayouts/slideLayout46.xml"/><Relationship Id="rId47" Type="http://schemas.openxmlformats.org/officeDocument/2006/relationships/slideLayout" Target="../slideLayouts/slideLayout51.xml"/><Relationship Id="rId50" Type="http://schemas.openxmlformats.org/officeDocument/2006/relationships/slideLayout" Target="../slideLayouts/slideLayout54.xml"/><Relationship Id="rId55" Type="http://schemas.openxmlformats.org/officeDocument/2006/relationships/oleObject" Target="../embeddings/oleObject1.bin"/><Relationship Id="rId7" Type="http://schemas.openxmlformats.org/officeDocument/2006/relationships/slideLayout" Target="../slideLayouts/slideLayout1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9" Type="http://schemas.openxmlformats.org/officeDocument/2006/relationships/slideLayout" Target="../slideLayouts/slideLayout33.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32" Type="http://schemas.openxmlformats.org/officeDocument/2006/relationships/slideLayout" Target="../slideLayouts/slideLayout36.xml"/><Relationship Id="rId37" Type="http://schemas.openxmlformats.org/officeDocument/2006/relationships/slideLayout" Target="../slideLayouts/slideLayout41.xml"/><Relationship Id="rId40" Type="http://schemas.openxmlformats.org/officeDocument/2006/relationships/slideLayout" Target="../slideLayouts/slideLayout44.xml"/><Relationship Id="rId45" Type="http://schemas.openxmlformats.org/officeDocument/2006/relationships/slideLayout" Target="../slideLayouts/slideLayout49.xml"/><Relationship Id="rId53" Type="http://schemas.openxmlformats.org/officeDocument/2006/relationships/tags" Target="../tags/tag4.xml"/><Relationship Id="rId5" Type="http://schemas.openxmlformats.org/officeDocument/2006/relationships/slideLayout" Target="../slideLayouts/slideLayout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31" Type="http://schemas.openxmlformats.org/officeDocument/2006/relationships/slideLayout" Target="../slideLayouts/slideLayout35.xml"/><Relationship Id="rId44" Type="http://schemas.openxmlformats.org/officeDocument/2006/relationships/slideLayout" Target="../slideLayouts/slideLayout48.xml"/><Relationship Id="rId52"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30" Type="http://schemas.openxmlformats.org/officeDocument/2006/relationships/slideLayout" Target="../slideLayouts/slideLayout34.xml"/><Relationship Id="rId35" Type="http://schemas.openxmlformats.org/officeDocument/2006/relationships/slideLayout" Target="../slideLayouts/slideLayout39.xml"/><Relationship Id="rId43" Type="http://schemas.openxmlformats.org/officeDocument/2006/relationships/slideLayout" Target="../slideLayouts/slideLayout47.xml"/><Relationship Id="rId48" Type="http://schemas.openxmlformats.org/officeDocument/2006/relationships/slideLayout" Target="../slideLayouts/slideLayout52.xml"/><Relationship Id="rId56" Type="http://schemas.openxmlformats.org/officeDocument/2006/relationships/image" Target="../media/image1.emf"/><Relationship Id="rId8" Type="http://schemas.openxmlformats.org/officeDocument/2006/relationships/slideLayout" Target="../slideLayouts/slideLayout12.xml"/><Relationship Id="rId51" Type="http://schemas.openxmlformats.org/officeDocument/2006/relationships/slideLayout" Target="../slideLayouts/slideLayout55.xml"/><Relationship Id="rId3" Type="http://schemas.openxmlformats.org/officeDocument/2006/relationships/slideLayout" Target="../slideLayouts/slideLayout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33" Type="http://schemas.openxmlformats.org/officeDocument/2006/relationships/slideLayout" Target="../slideLayouts/slideLayout37.xml"/><Relationship Id="rId38" Type="http://schemas.openxmlformats.org/officeDocument/2006/relationships/slideLayout" Target="../slideLayouts/slideLayout42.xml"/><Relationship Id="rId46" Type="http://schemas.openxmlformats.org/officeDocument/2006/relationships/slideLayout" Target="../slideLayouts/slideLayout50.xml"/><Relationship Id="rId20" Type="http://schemas.openxmlformats.org/officeDocument/2006/relationships/slideLayout" Target="../slideLayouts/slideLayout24.xml"/><Relationship Id="rId41" Type="http://schemas.openxmlformats.org/officeDocument/2006/relationships/slideLayout" Target="../slideLayouts/slideLayout45.xml"/><Relationship Id="rId54" Type="http://schemas.openxmlformats.org/officeDocument/2006/relationships/tags" Target="../tags/tag5.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36" Type="http://schemas.openxmlformats.org/officeDocument/2006/relationships/slideLayout" Target="../slideLayouts/slideLayout40.xml"/><Relationship Id="rId49"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9" Type="http://schemas.openxmlformats.org/officeDocument/2006/relationships/slideLayout" Target="../slideLayouts/slideLayout94.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42" Type="http://schemas.openxmlformats.org/officeDocument/2006/relationships/slideLayout" Target="../slideLayouts/slideLayout97.xml"/><Relationship Id="rId47" Type="http://schemas.openxmlformats.org/officeDocument/2006/relationships/slideLayout" Target="../slideLayouts/slideLayout102.xml"/><Relationship Id="rId50" Type="http://schemas.openxmlformats.org/officeDocument/2006/relationships/theme" Target="../theme/theme3.xml"/><Relationship Id="rId7" Type="http://schemas.openxmlformats.org/officeDocument/2006/relationships/slideLayout" Target="../slideLayouts/slideLayout6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9" Type="http://schemas.openxmlformats.org/officeDocument/2006/relationships/slideLayout" Target="../slideLayouts/slideLayout84.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37" Type="http://schemas.openxmlformats.org/officeDocument/2006/relationships/slideLayout" Target="../slideLayouts/slideLayout92.xml"/><Relationship Id="rId40" Type="http://schemas.openxmlformats.org/officeDocument/2006/relationships/slideLayout" Target="../slideLayouts/slideLayout95.xml"/><Relationship Id="rId45" Type="http://schemas.openxmlformats.org/officeDocument/2006/relationships/slideLayout" Target="../slideLayouts/slideLayout100.xml"/><Relationship Id="rId53" Type="http://schemas.openxmlformats.org/officeDocument/2006/relationships/oleObject" Target="../embeddings/oleObject1.bin"/><Relationship Id="rId5" Type="http://schemas.openxmlformats.org/officeDocument/2006/relationships/slideLayout" Target="../slideLayouts/slideLayout60.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4" Type="http://schemas.openxmlformats.org/officeDocument/2006/relationships/slideLayout" Target="../slideLayouts/slideLayout99.xml"/><Relationship Id="rId52" Type="http://schemas.openxmlformats.org/officeDocument/2006/relationships/tags" Target="../tags/tag7.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slideLayout" Target="../slideLayouts/slideLayout90.xml"/><Relationship Id="rId43" Type="http://schemas.openxmlformats.org/officeDocument/2006/relationships/slideLayout" Target="../slideLayouts/slideLayout98.xml"/><Relationship Id="rId48" Type="http://schemas.openxmlformats.org/officeDocument/2006/relationships/slideLayout" Target="../slideLayouts/slideLayout103.xml"/><Relationship Id="rId8" Type="http://schemas.openxmlformats.org/officeDocument/2006/relationships/slideLayout" Target="../slideLayouts/slideLayout63.xml"/><Relationship Id="rId51" Type="http://schemas.openxmlformats.org/officeDocument/2006/relationships/tags" Target="../tags/tag6.xml"/><Relationship Id="rId3" Type="http://schemas.openxmlformats.org/officeDocument/2006/relationships/slideLayout" Target="../slideLayouts/slideLayout58.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38" Type="http://schemas.openxmlformats.org/officeDocument/2006/relationships/slideLayout" Target="../slideLayouts/slideLayout93.xml"/><Relationship Id="rId46" Type="http://schemas.openxmlformats.org/officeDocument/2006/relationships/slideLayout" Target="../slideLayouts/slideLayout101.xml"/><Relationship Id="rId20" Type="http://schemas.openxmlformats.org/officeDocument/2006/relationships/slideLayout" Target="../slideLayouts/slideLayout75.xml"/><Relationship Id="rId41" Type="http://schemas.openxmlformats.org/officeDocument/2006/relationships/slideLayout" Target="../slideLayouts/slideLayout96.xml"/><Relationship Id="rId54" Type="http://schemas.openxmlformats.org/officeDocument/2006/relationships/image" Target="../media/image1.emf"/><Relationship Id="rId1" Type="http://schemas.openxmlformats.org/officeDocument/2006/relationships/slideLayout" Target="../slideLayouts/slideLayout56.xml"/><Relationship Id="rId6" Type="http://schemas.openxmlformats.org/officeDocument/2006/relationships/slideLayout" Target="../slideLayouts/slideLayout61.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slideLayout" Target="../slideLayouts/slideLayout91.xml"/><Relationship Id="rId49"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90F368C-0662-4B05-B5E4-7B52C6EBA962}"/>
              </a:ext>
            </a:extLst>
          </p:cNvPr>
          <p:cNvGraphicFramePr>
            <a:graphicFrameLocks noChangeAspect="1"/>
          </p:cNvGraphicFramePr>
          <p:nvPr userDrawn="1">
            <p:custDataLst>
              <p:tags r:id="rId6"/>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32" imgH="530" progId="TCLayout.ActiveDocument.1">
                  <p:embed/>
                </p:oleObj>
              </mc:Choice>
              <mc:Fallback>
                <p:oleObj name="think-cell Slide" r:id="rId8" imgW="532" imgH="530" progId="TCLayout.ActiveDocument.1">
                  <p:embed/>
                  <p:pic>
                    <p:nvPicPr>
                      <p:cNvPr id="5" name="Object 4" hidden="1">
                        <a:extLst>
                          <a:ext uri="{FF2B5EF4-FFF2-40B4-BE49-F238E27FC236}">
                            <a16:creationId xmlns:a16="http://schemas.microsoft.com/office/drawing/2014/main" id="{490F368C-0662-4B05-B5E4-7B52C6EBA96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949DF7F-5FAC-4247-9933-EE9462252CF9}"/>
              </a:ext>
            </a:extLst>
          </p:cNvPr>
          <p:cNvSpPr/>
          <p:nvPr userDrawn="1">
            <p:custDataLst>
              <p:tags r:id="rId7"/>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
        <p:nvSpPr>
          <p:cNvPr id="2" name="Title Placeholder 1">
            <a:extLst>
              <a:ext uri="{FF2B5EF4-FFF2-40B4-BE49-F238E27FC236}">
                <a16:creationId xmlns:a16="http://schemas.microsoft.com/office/drawing/2014/main" id="{A86D60B7-D06D-4830-BD69-35B1465FCFC2}"/>
              </a:ext>
            </a:extLst>
          </p:cNvPr>
          <p:cNvSpPr>
            <a:spLocks noGrp="1"/>
          </p:cNvSpPr>
          <p:nvPr>
            <p:ph type="title"/>
          </p:nvPr>
        </p:nvSpPr>
        <p:spPr>
          <a:xfrm>
            <a:off x="383458" y="365126"/>
            <a:ext cx="11425084" cy="824578"/>
          </a:xfrm>
          <a:prstGeom prst="rect">
            <a:avLst/>
          </a:prstGeom>
        </p:spPr>
        <p:txBody>
          <a:bodyPr vert="horz" lIns="0" tIns="0" rIns="0" bIns="0" rtlCol="0" anchor="b">
            <a:noAutofit/>
          </a:bodyPr>
          <a:lstStyle/>
          <a:p>
            <a:r>
              <a:rPr lang="es-ES" err="1"/>
              <a:t>Click</a:t>
            </a:r>
            <a:r>
              <a:rPr lang="es-ES"/>
              <a:t> </a:t>
            </a:r>
            <a:r>
              <a:rPr lang="es-ES" err="1"/>
              <a:t>to</a:t>
            </a:r>
            <a:r>
              <a:rPr lang="es-ES"/>
              <a:t> </a:t>
            </a:r>
            <a:r>
              <a:rPr lang="es-ES" err="1"/>
              <a:t>edit</a:t>
            </a:r>
            <a:r>
              <a:rPr lang="es-ES"/>
              <a:t> Master </a:t>
            </a:r>
            <a:r>
              <a:rPr lang="es-ES" err="1"/>
              <a:t>title</a:t>
            </a:r>
            <a:r>
              <a:rPr lang="es-ES"/>
              <a:t> </a:t>
            </a:r>
            <a:r>
              <a:rPr lang="es-ES" err="1"/>
              <a:t>style</a:t>
            </a:r>
            <a:endParaRPr lang="es-ES"/>
          </a:p>
        </p:txBody>
      </p:sp>
      <p:sp>
        <p:nvSpPr>
          <p:cNvPr id="3" name="Text Placeholder 2">
            <a:extLst>
              <a:ext uri="{FF2B5EF4-FFF2-40B4-BE49-F238E27FC236}">
                <a16:creationId xmlns:a16="http://schemas.microsoft.com/office/drawing/2014/main" id="{530DF177-00B3-4AFF-B6D4-A595D3A7C716}"/>
              </a:ext>
            </a:extLst>
          </p:cNvPr>
          <p:cNvSpPr>
            <a:spLocks noGrp="1"/>
          </p:cNvSpPr>
          <p:nvPr>
            <p:ph type="body" idx="1"/>
          </p:nvPr>
        </p:nvSpPr>
        <p:spPr>
          <a:xfrm>
            <a:off x="383458" y="1273629"/>
            <a:ext cx="11425084" cy="4903334"/>
          </a:xfrm>
          <a:prstGeom prst="rect">
            <a:avLst/>
          </a:prstGeom>
        </p:spPr>
        <p:txBody>
          <a:bodyPr vert="horz" lIns="0" tIns="0" rIns="0" bIns="0" rtlCol="0">
            <a:noAutofit/>
          </a:bodyPr>
          <a:lstStyle/>
          <a:p>
            <a:pPr lvl="0"/>
            <a:r>
              <a:rPr lang="es-ES" err="1"/>
              <a:t>Click</a:t>
            </a:r>
            <a:r>
              <a:rPr lang="es-ES"/>
              <a:t> </a:t>
            </a:r>
            <a:r>
              <a:rPr lang="es-ES" err="1"/>
              <a:t>to</a:t>
            </a:r>
            <a:r>
              <a:rPr lang="es-ES"/>
              <a:t> </a:t>
            </a:r>
            <a:r>
              <a:rPr lang="es-ES" err="1"/>
              <a:t>edit</a:t>
            </a:r>
            <a:r>
              <a:rPr lang="es-ES"/>
              <a:t> Master </a:t>
            </a:r>
            <a:r>
              <a:rPr lang="es-ES" err="1"/>
              <a:t>text</a:t>
            </a:r>
            <a:r>
              <a:rPr lang="es-ES"/>
              <a:t> </a:t>
            </a:r>
            <a:r>
              <a:rPr lang="es-ES" err="1"/>
              <a:t>styles</a:t>
            </a:r>
            <a:endParaRPr lang="es-ES"/>
          </a:p>
          <a:p>
            <a:pPr lvl="1"/>
            <a:r>
              <a:rPr lang="es-ES" err="1"/>
              <a:t>Second</a:t>
            </a:r>
            <a:r>
              <a:rPr lang="es-ES"/>
              <a:t> </a:t>
            </a:r>
            <a:r>
              <a:rPr lang="es-ES" err="1"/>
              <a:t>level</a:t>
            </a:r>
            <a:endParaRPr lang="es-ES"/>
          </a:p>
          <a:p>
            <a:pPr lvl="2"/>
            <a:r>
              <a:rPr lang="es-ES" err="1"/>
              <a:t>Third</a:t>
            </a:r>
            <a:r>
              <a:rPr lang="es-ES"/>
              <a:t> </a:t>
            </a:r>
            <a:r>
              <a:rPr lang="es-ES" err="1"/>
              <a:t>level</a:t>
            </a:r>
            <a:endParaRPr lang="es-ES"/>
          </a:p>
          <a:p>
            <a:pPr lvl="3"/>
            <a:r>
              <a:rPr lang="es-ES" err="1"/>
              <a:t>Fourth</a:t>
            </a:r>
            <a:r>
              <a:rPr lang="es-ES"/>
              <a:t> </a:t>
            </a:r>
            <a:r>
              <a:rPr lang="es-ES" err="1"/>
              <a:t>level</a:t>
            </a:r>
            <a:endParaRPr lang="es-ES"/>
          </a:p>
          <a:p>
            <a:pPr lvl="4"/>
            <a:r>
              <a:rPr lang="es-ES" err="1"/>
              <a:t>Fifth</a:t>
            </a:r>
            <a:r>
              <a:rPr lang="es-ES"/>
              <a:t> </a:t>
            </a:r>
            <a:r>
              <a:rPr lang="es-ES" err="1"/>
              <a:t>level</a:t>
            </a:r>
            <a:endParaRPr lang="es-ES"/>
          </a:p>
        </p:txBody>
      </p:sp>
      <p:sp>
        <p:nvSpPr>
          <p:cNvPr id="18" name="Footer Placeholder 2">
            <a:extLst>
              <a:ext uri="{FF2B5EF4-FFF2-40B4-BE49-F238E27FC236}">
                <a16:creationId xmlns:a16="http://schemas.microsoft.com/office/drawing/2014/main" id="{83EB6817-997F-4BFD-89D6-B40A72240A65}"/>
              </a:ext>
            </a:extLst>
          </p:cNvPr>
          <p:cNvSpPr>
            <a:spLocks noGrp="1"/>
          </p:cNvSpPr>
          <p:nvPr>
            <p:ph type="ftr" sz="quarter" idx="3"/>
          </p:nvPr>
        </p:nvSpPr>
        <p:spPr>
          <a:xfrm>
            <a:off x="7214419" y="6492875"/>
            <a:ext cx="4114800" cy="228600"/>
          </a:xfrm>
          <a:prstGeom prst="rect">
            <a:avLst/>
          </a:prstGeom>
        </p:spPr>
        <p:txBody>
          <a:bodyPr anchor="b" anchorCtr="0"/>
          <a:lstStyle>
            <a:lvl1pPr algn="r">
              <a:defRPr sz="700">
                <a:latin typeface="Graphik" panose="020B0503030202060203" pitchFamily="34" charset="0"/>
              </a:defRPr>
            </a:lvl1pPr>
          </a:lstStyle>
          <a:p>
            <a:r>
              <a:rPr lang="es-ES"/>
              <a:t>Copyright © 2020 Accenture. </a:t>
            </a:r>
            <a:r>
              <a:rPr lang="es-ES" err="1"/>
              <a:t>All</a:t>
            </a:r>
            <a:r>
              <a:rPr lang="es-ES"/>
              <a:t> </a:t>
            </a:r>
            <a:r>
              <a:rPr lang="es-ES" err="1"/>
              <a:t>rights</a:t>
            </a:r>
            <a:r>
              <a:rPr lang="es-ES"/>
              <a:t> </a:t>
            </a:r>
            <a:r>
              <a:rPr lang="es-ES" err="1"/>
              <a:t>reserved</a:t>
            </a:r>
            <a:r>
              <a:rPr lang="es-ES"/>
              <a:t>.</a:t>
            </a:r>
          </a:p>
        </p:txBody>
      </p:sp>
      <p:sp>
        <p:nvSpPr>
          <p:cNvPr id="19" name="Slide Number Placeholder 3">
            <a:extLst>
              <a:ext uri="{FF2B5EF4-FFF2-40B4-BE49-F238E27FC236}">
                <a16:creationId xmlns:a16="http://schemas.microsoft.com/office/drawing/2014/main" id="{9D47C7C1-747A-488B-90A2-DB416575D67B}"/>
              </a:ext>
            </a:extLst>
          </p:cNvPr>
          <p:cNvSpPr>
            <a:spLocks noGrp="1"/>
          </p:cNvSpPr>
          <p:nvPr>
            <p:ph type="sldNum" sz="quarter" idx="4"/>
          </p:nvPr>
        </p:nvSpPr>
        <p:spPr>
          <a:xfrm>
            <a:off x="11329219" y="6492875"/>
            <a:ext cx="479323" cy="228600"/>
          </a:xfrm>
          <a:prstGeom prst="rect">
            <a:avLst/>
          </a:prstGeom>
        </p:spPr>
        <p:txBody>
          <a:bodyPr anchor="b" anchorCtr="0"/>
          <a:lstStyle>
            <a:lvl1pPr algn="r">
              <a:defRPr sz="700">
                <a:latin typeface="Graphik" panose="020B0503030202060203" pitchFamily="34" charset="0"/>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1206866293"/>
      </p:ext>
    </p:extLst>
  </p:cSld>
  <p:clrMap bg1="lt1" tx1="dk1" bg2="lt2" tx2="dk2" accent1="accent1" accent2="accent2" accent3="accent3" accent4="accent4" accent5="accent5" accent6="accent6" hlink="hlink" folHlink="folHlink"/>
  <p:sldLayoutIdLst>
    <p:sldLayoutId id="2147483736" r:id="rId1"/>
    <p:sldLayoutId id="2147483756" r:id="rId2"/>
    <p:sldLayoutId id="2147483757" r:id="rId3"/>
    <p:sldLayoutId id="2147483759" r:id="rId4"/>
  </p:sldLayoutIdLst>
  <p:hf hdr="0" dt="0"/>
  <p:txStyles>
    <p:titleStyle>
      <a:lvl1pPr algn="l" defTabSz="914400" rtl="0" eaLnBrk="1" latinLnBrk="0" hangingPunct="1">
        <a:lnSpc>
          <a:spcPct val="70000"/>
        </a:lnSpc>
        <a:spcBef>
          <a:spcPct val="0"/>
        </a:spcBef>
        <a:buNone/>
        <a:defRPr sz="2800" b="1" kern="1200" cap="all" spc="-150" baseline="0">
          <a:solidFill>
            <a:schemeClr val="tx1"/>
          </a:solidFill>
          <a:latin typeface="Graphik" panose="020B0503030202060203" pitchFamily="34" charset="77"/>
          <a:ea typeface="+mj-ea"/>
          <a:cs typeface="+mj-cs"/>
        </a:defRPr>
      </a:lvl1pPr>
    </p:titleStyle>
    <p:bodyStyle>
      <a:lvl1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600" kern="1200">
          <a:solidFill>
            <a:schemeClr val="tx1"/>
          </a:solidFill>
          <a:latin typeface="Graphik" panose="020B0503030202060203" pitchFamily="34" charset="77"/>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E4DDAE6C-DBD6-9171-7CEF-37612C1A40C9}"/>
              </a:ext>
            </a:extLst>
          </p:cNvPr>
          <p:cNvGraphicFramePr>
            <a:graphicFrameLocks noChangeAspect="1"/>
          </p:cNvGraphicFramePr>
          <p:nvPr userDrawn="1">
            <p:custDataLst>
              <p:tags r:id="rId53"/>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5" imgW="532" imgH="530" progId="TCLayout.ActiveDocument.1">
                  <p:embed/>
                </p:oleObj>
              </mc:Choice>
              <mc:Fallback>
                <p:oleObj name="think-cell Slide" r:id="rId55" imgW="532" imgH="530" progId="TCLayout.ActiveDocument.1">
                  <p:embed/>
                  <p:pic>
                    <p:nvPicPr>
                      <p:cNvPr id="5" name="Object 4" hidden="1">
                        <a:extLst>
                          <a:ext uri="{FF2B5EF4-FFF2-40B4-BE49-F238E27FC236}">
                            <a16:creationId xmlns:a16="http://schemas.microsoft.com/office/drawing/2014/main" id="{E4DDAE6C-DBD6-9171-7CEF-37612C1A40C9}"/>
                          </a:ext>
                        </a:extLst>
                      </p:cNvPr>
                      <p:cNvPicPr/>
                      <p:nvPr/>
                    </p:nvPicPr>
                    <p:blipFill>
                      <a:blip r:embed="rId5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6918C99E-8041-E18D-FDC3-3EAD90D1708D}"/>
              </a:ext>
            </a:extLst>
          </p:cNvPr>
          <p:cNvSpPr/>
          <p:nvPr userDrawn="1">
            <p:custDataLst>
              <p:tags r:id="rId54"/>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664714135"/>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 id="2147483795" r:id="rId35"/>
    <p:sldLayoutId id="2147483796" r:id="rId36"/>
    <p:sldLayoutId id="2147483797" r:id="rId37"/>
    <p:sldLayoutId id="2147483798" r:id="rId38"/>
    <p:sldLayoutId id="2147483799" r:id="rId39"/>
    <p:sldLayoutId id="2147483800" r:id="rId40"/>
    <p:sldLayoutId id="2147483801" r:id="rId41"/>
    <p:sldLayoutId id="2147483802" r:id="rId42"/>
    <p:sldLayoutId id="2147483803" r:id="rId43"/>
    <p:sldLayoutId id="2147483804" r:id="rId44"/>
    <p:sldLayoutId id="2147483805" r:id="rId45"/>
    <p:sldLayoutId id="2147483806" r:id="rId46"/>
    <p:sldLayoutId id="2147483807" r:id="rId47"/>
    <p:sldLayoutId id="2147483808" r:id="rId48"/>
    <p:sldLayoutId id="2147483809" r:id="rId49"/>
    <p:sldLayoutId id="2147483810" r:id="rId50"/>
    <p:sldLayoutId id="2147483811" r:id="rId51"/>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792985454"/>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1" r:id="rId39"/>
    <p:sldLayoutId id="2147483852" r:id="rId40"/>
    <p:sldLayoutId id="2147483853" r:id="rId41"/>
    <p:sldLayoutId id="2147483854" r:id="rId42"/>
    <p:sldLayoutId id="2147483855" r:id="rId43"/>
    <p:sldLayoutId id="2147483856" r:id="rId44"/>
    <p:sldLayoutId id="2147483857" r:id="rId45"/>
    <p:sldLayoutId id="2147483858" r:id="rId46"/>
    <p:sldLayoutId id="2147483859" r:id="rId47"/>
    <p:sldLayoutId id="2147483860" r:id="rId48"/>
    <p:sldLayoutId id="2147483861"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6.xml"/><Relationship Id="rId5" Type="http://schemas.openxmlformats.org/officeDocument/2006/relationships/image" Target="../media/image15.jpeg"/><Relationship Id="rId4" Type="http://schemas.openxmlformats.org/officeDocument/2006/relationships/hyperlink" Target="mailto:Pablo.negro@accenture.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96.xml"/><Relationship Id="rId5" Type="http://schemas.openxmlformats.org/officeDocument/2006/relationships/image" Target="../media/image15.jpeg"/><Relationship Id="rId4" Type="http://schemas.openxmlformats.org/officeDocument/2006/relationships/hyperlink" Target="mailto:Pablo.negro@accentur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E490BE8-905C-97DD-78EE-1C434E39E52B}"/>
              </a:ext>
            </a:extLst>
          </p:cNvPr>
          <p:cNvSpPr/>
          <p:nvPr/>
        </p:nvSpPr>
        <p:spPr>
          <a:xfrm>
            <a:off x="4186491" y="5236791"/>
            <a:ext cx="2491709" cy="103356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dirty="0">
                <a:solidFill>
                  <a:schemeClr val="accent3"/>
                </a:solidFill>
                <a:latin typeface="Graphik"/>
              </a:rPr>
              <a:t>Pablo Negro</a:t>
            </a:r>
            <a:endParaRPr lang="en-US" sz="3200" b="1" dirty="0">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956458"/>
            <a:ext cx="4712989" cy="1405505"/>
          </a:xfrm>
          <a:prstGeom prst="rect">
            <a:avLst/>
          </a:prstGeom>
        </p:spPr>
        <p:txBody>
          <a:bodyPr vert="horz" lIns="0" tIns="0" rIns="0" bIns="0" rtlCol="0" anchor="t">
            <a:normAutofit lnSpcReduction="10000"/>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n-US" dirty="0">
                <a:solidFill>
                  <a:schemeClr val="accent3"/>
                </a:solidFill>
                <a:latin typeface="Graphik Black"/>
              </a:rPr>
              <a:t>AI LLM Technology Architecture Manager</a:t>
            </a:r>
          </a:p>
          <a:p>
            <a:pPr marL="0" indent="0">
              <a:buNone/>
            </a:pPr>
            <a:r>
              <a:rPr lang="en-US" sz="1200" dirty="0"/>
              <a:t>Technology – Cloud First / AI - IA Engineering tribe lead</a:t>
            </a:r>
          </a:p>
          <a:p>
            <a:pPr marL="0" indent="0">
              <a:buNone/>
            </a:pPr>
            <a:r>
              <a:rPr lang="en-US" sz="1200" b="1" dirty="0">
                <a:latin typeface="Graphik"/>
                <a:hlinkClick r:id="rId4"/>
              </a:rPr>
              <a:t>pablo.negro@accenture.com</a:t>
            </a:r>
            <a:endParaRPr lang="en-US" sz="1200" b="1" dirty="0">
              <a:latin typeface="Graphik"/>
            </a:endParaRPr>
          </a:p>
          <a:p>
            <a:pPr marL="0" indent="0">
              <a:buNone/>
            </a:pPr>
            <a:r>
              <a:rPr lang="en-US" sz="1200" dirty="0">
                <a:latin typeface="Graphik"/>
              </a:rPr>
              <a:t>Buenos Aires, Argentina</a:t>
            </a:r>
            <a:endParaRPr lang="en-US" sz="1200" dirty="0"/>
          </a:p>
          <a:p>
            <a:endParaRPr lang="en-US" sz="900" b="1" dirty="0"/>
          </a:p>
          <a:p>
            <a:endParaRPr lang="en-US" sz="1200" dirty="0"/>
          </a:p>
          <a:p>
            <a:endParaRPr lang="en-US" dirty="0"/>
          </a:p>
        </p:txBody>
      </p:sp>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98903"/>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23" name="Rectangle 22">
            <a:extLst>
              <a:ext uri="{FF2B5EF4-FFF2-40B4-BE49-F238E27FC236}">
                <a16:creationId xmlns:a16="http://schemas.microsoft.com/office/drawing/2014/main" id="{CB125A6B-6104-78D8-2910-B3EC4F868DBE}"/>
              </a:ext>
            </a:extLst>
          </p:cNvPr>
          <p:cNvSpPr/>
          <p:nvPr/>
        </p:nvSpPr>
        <p:spPr>
          <a:xfrm>
            <a:off x="4172912" y="2349359"/>
            <a:ext cx="2505288" cy="281697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4306701" y="2598950"/>
            <a:ext cx="2280772" cy="263977"/>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dirty="0">
                <a:solidFill>
                  <a:schemeClr val="accent2"/>
                </a:solidFill>
                <a:latin typeface="+mj-lt"/>
              </a:rPr>
              <a:t>HARD/SOFT SKILLS &amp; TOOLS</a:t>
            </a:r>
            <a:endParaRPr lang="en-US" sz="1000" b="1" dirty="0">
              <a:solidFill>
                <a:schemeClr val="accent2"/>
              </a:solidFill>
              <a:latin typeface="+mj-lt"/>
            </a:endParaRPr>
          </a:p>
        </p:txBody>
      </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dirty="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28699" y="5268752"/>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LANGUAGES</a:t>
            </a:r>
            <a:endParaRPr lang="en-US" sz="1200" b="1">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4306474" y="2422648"/>
            <a:ext cx="2280772" cy="2232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AREA OF EXPERTISE</a:t>
            </a:r>
            <a:endParaRPr lang="en-US" sz="1200" b="1" dirty="0">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4306701" y="2874620"/>
            <a:ext cx="2362952"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CIO</a:t>
            </a:r>
          </a:p>
          <a:p>
            <a:r>
              <a:rPr lang="en-US" dirty="0"/>
              <a:t>Software Engineer</a:t>
            </a:r>
          </a:p>
          <a:p>
            <a:r>
              <a:rPr lang="en-US" dirty="0"/>
              <a:t>Project Management</a:t>
            </a:r>
          </a:p>
          <a:p>
            <a:r>
              <a:rPr lang="en-US" dirty="0"/>
              <a:t>Ultra Low Latency</a:t>
            </a:r>
          </a:p>
          <a:p>
            <a:r>
              <a:rPr lang="en-US" dirty="0"/>
              <a:t>Scalability</a:t>
            </a:r>
          </a:p>
          <a:p>
            <a:r>
              <a:rPr lang="en-US" dirty="0"/>
              <a:t>Research</a:t>
            </a:r>
          </a:p>
          <a:p>
            <a:r>
              <a:rPr lang="en-US" dirty="0"/>
              <a:t>High Availability</a:t>
            </a:r>
          </a:p>
          <a:p>
            <a:r>
              <a:rPr lang="en-US" dirty="0"/>
              <a:t>Software Architecture</a:t>
            </a:r>
          </a:p>
          <a:p>
            <a:r>
              <a:rPr lang="en-US" dirty="0"/>
              <a:t>Deep Learning</a:t>
            </a:r>
          </a:p>
          <a:p>
            <a:r>
              <a:rPr lang="en-US" dirty="0"/>
              <a:t>NLP</a:t>
            </a:r>
          </a:p>
          <a:p>
            <a:r>
              <a:rPr lang="en-US" dirty="0"/>
              <a:t>XAI / RAI</a:t>
            </a:r>
          </a:p>
          <a:p>
            <a:r>
              <a:rPr lang="en-US" dirty="0"/>
              <a:t>GenAI</a:t>
            </a:r>
          </a:p>
          <a:p>
            <a:endParaRPr lang="en-US" dirty="0"/>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07843" y="611620"/>
            <a:ext cx="5081751" cy="5155257"/>
          </a:xfrm>
          <a:prstGeom prst="rect">
            <a:avLst/>
          </a:prstGeom>
        </p:spPr>
        <p:txBody>
          <a:bodyPr vert="horz" lIns="0" tIns="0" rIns="0" bIns="0" numCol="2" rtlCol="0" anchor="t">
            <a:sp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171450" lvl="0" indent="-171450" algn="just" defTabSz="914400" eaLnBrk="0" fontAlgn="base" hangingPunct="0">
              <a:spcBef>
                <a:spcPct val="0"/>
              </a:spcBef>
              <a:spcAft>
                <a:spcPct val="0"/>
              </a:spcAft>
              <a:buFont typeface="Arial" panose="020B0604020202020204" pitchFamily="34" charset="0"/>
              <a:buChar char="•"/>
            </a:pPr>
            <a:r>
              <a:rPr lang="en-US" altLang="en-US" sz="1000" dirty="0">
                <a:solidFill>
                  <a:srgbClr val="000000"/>
                </a:solidFill>
                <a:latin typeface="+mn-lt"/>
              </a:rPr>
              <a:t>AI ARCHITECT &amp; TECHNICAL LEAD @ MERCADO LIBRE: </a:t>
            </a:r>
            <a:r>
              <a:rPr lang="en-US" altLang="en-US" sz="1000" b="0" dirty="0">
                <a:latin typeface="+mn-lt"/>
                <a:cs typeface="Calibri" panose="020F0502020204030204" pitchFamily="34" charset="0"/>
              </a:rPr>
              <a:t>Design and deliver enterprise-scale Generative AI and Agentic AI solutions. Develop multi-agent architectures, MCP integrations, intelligent assistants, and automated decision-support systems leveraging LLM technologies. Define observability, evaluation, and governance frameworks with </a:t>
            </a:r>
            <a:r>
              <a:rPr lang="en-US" altLang="en-US" sz="1000" b="0" dirty="0" err="1">
                <a:latin typeface="+mn-lt"/>
                <a:cs typeface="Calibri" panose="020F0502020204030204" pitchFamily="34" charset="0"/>
              </a:rPr>
              <a:t>Langfuse</a:t>
            </a:r>
            <a:r>
              <a:rPr lang="en-US" altLang="en-US" sz="1000" b="0" dirty="0">
                <a:latin typeface="+mn-lt"/>
                <a:cs typeface="Calibri" panose="020F0502020204030204" pitchFamily="34" charset="0"/>
              </a:rPr>
              <a:t> and enterprise monitoring practices. Champion AI-augmented engineering methodologies, utilizing Claude and advanced foundation models as development copilots to accelerate software delivery, improve code quality, and streamline solution design. Lead cross-functional teams, engage business stakeholders, and drive innovation across data, analytics, and AI initiatives.</a:t>
            </a:r>
            <a:endParaRPr lang="en-US" altLang="en-US" sz="1000" b="0" dirty="0">
              <a:solidFill>
                <a:srgbClr val="000000"/>
              </a:solidFill>
              <a:latin typeface="+mn-lt"/>
              <a:cs typeface="Calibri" panose="020F0502020204030204" pitchFamily="34" charset="0"/>
            </a:endParaRPr>
          </a:p>
          <a:p>
            <a:pPr marL="171450" lvl="0" indent="-171450" algn="just" defTabSz="914400" eaLnBrk="0" fontAlgn="base" hangingPunct="0">
              <a:spcBef>
                <a:spcPct val="0"/>
              </a:spcBef>
              <a:spcAft>
                <a:spcPct val="0"/>
              </a:spcAft>
              <a:buFont typeface="Arial" panose="020B0604020202020204" pitchFamily="34" charset="0"/>
              <a:buChar char="•"/>
            </a:pPr>
            <a:endParaRPr lang="en-US" sz="1000" dirty="0">
              <a:solidFill>
                <a:srgbClr val="000000"/>
              </a:solidFill>
              <a:latin typeface="+mn-lt"/>
            </a:endParaRPr>
          </a:p>
          <a:p>
            <a:pPr marL="171450" indent="-171450" algn="just" defTabSz="912813">
              <a:lnSpc>
                <a:spcPct val="100000"/>
              </a:lnSpc>
              <a:spcBef>
                <a:spcPts val="0"/>
              </a:spcBef>
              <a:buFont typeface="Arial" panose="020B0604020202020204" pitchFamily="34" charset="0"/>
              <a:buChar char="•"/>
              <a:tabLst>
                <a:tab pos="917575" algn="l"/>
              </a:tabLst>
              <a:defRPr/>
            </a:pPr>
            <a:r>
              <a:rPr lang="en-US" sz="1000" dirty="0" err="1">
                <a:solidFill>
                  <a:srgbClr val="000000"/>
                </a:solidFill>
                <a:latin typeface="+mn-lt"/>
              </a:rPr>
              <a:t>MLOps</a:t>
            </a:r>
            <a:r>
              <a:rPr lang="en-US" sz="1000" dirty="0">
                <a:solidFill>
                  <a:srgbClr val="000000"/>
                </a:solidFill>
                <a:latin typeface="+mn-lt"/>
              </a:rPr>
              <a:t> @ Important Multinational Cola Company: </a:t>
            </a:r>
            <a:r>
              <a:rPr lang="en-US" sz="1000" b="0" dirty="0">
                <a:latin typeface="+mn-lt"/>
                <a:cs typeface="Calibri" panose="020F0502020204030204" pitchFamily="34" charset="0"/>
              </a:rPr>
              <a:t>Develop the strategy for CICD and </a:t>
            </a:r>
            <a:r>
              <a:rPr lang="en-US" sz="1000" b="0" dirty="0" err="1">
                <a:latin typeface="+mn-lt"/>
                <a:cs typeface="Calibri" panose="020F0502020204030204" pitchFamily="34" charset="0"/>
              </a:rPr>
              <a:t>MLOps</a:t>
            </a:r>
            <a:r>
              <a:rPr lang="en-US" sz="1000" b="0" dirty="0">
                <a:latin typeface="+mn-lt"/>
                <a:cs typeface="Calibri" panose="020F0502020204030204" pitchFamily="34" charset="0"/>
              </a:rPr>
              <a:t>.</a:t>
            </a:r>
            <a:endParaRPr lang="en-US" sz="1000" dirty="0">
              <a:solidFill>
                <a:srgbClr val="000000"/>
              </a:solidFill>
              <a:latin typeface="+mn-lt"/>
            </a:endParaRPr>
          </a:p>
          <a:p>
            <a:pPr marL="171450" indent="-171450" algn="just" defTabSz="912813">
              <a:lnSpc>
                <a:spcPct val="100000"/>
              </a:lnSpc>
              <a:spcBef>
                <a:spcPts val="0"/>
              </a:spcBef>
              <a:buFont typeface="Arial" panose="020B0604020202020204" pitchFamily="34" charset="0"/>
              <a:buChar char="•"/>
              <a:tabLst>
                <a:tab pos="917575" algn="l"/>
              </a:tabLst>
              <a:defRPr/>
            </a:pPr>
            <a:r>
              <a:rPr lang="en-US" sz="1000" dirty="0">
                <a:solidFill>
                  <a:srgbClr val="000000"/>
                </a:solidFill>
                <a:latin typeface="+mn-lt"/>
              </a:rPr>
              <a:t>TEAM LEADER @ Important Multinational Steel Company: </a:t>
            </a:r>
            <a:r>
              <a:rPr lang="en-US" sz="1000" b="0" dirty="0">
                <a:latin typeface="+mn-lt"/>
                <a:cs typeface="Calibri" panose="020F0502020204030204" pitchFamily="34" charset="0"/>
              </a:rPr>
              <a:t>Develop the strategy and architecture for migrating costs applications. Provide guidance to the team. </a:t>
            </a:r>
            <a:r>
              <a:rPr lang="en-US" sz="1000" b="0" dirty="0" err="1">
                <a:latin typeface="+mn-lt"/>
                <a:cs typeface="Calibri" panose="020F0502020204030204" pitchFamily="34" charset="0"/>
              </a:rPr>
              <a:t>DataBricks</a:t>
            </a:r>
            <a:r>
              <a:rPr lang="en-US" sz="1000" b="0" dirty="0">
                <a:latin typeface="+mn-lt"/>
                <a:cs typeface="Calibri" panose="020F0502020204030204" pitchFamily="34" charset="0"/>
              </a:rPr>
              <a:t> Pipelines orchestration. Tech Documentation generation. Client facing</a:t>
            </a:r>
          </a:p>
          <a:p>
            <a:pPr marL="171450" indent="-171450" algn="just" defTabSz="912813">
              <a:lnSpc>
                <a:spcPct val="100000"/>
              </a:lnSpc>
              <a:spcBef>
                <a:spcPts val="0"/>
              </a:spcBef>
              <a:buFont typeface="Arial" panose="020B0604020202020204" pitchFamily="34" charset="0"/>
              <a:buChar char="•"/>
              <a:tabLst>
                <a:tab pos="917575" algn="l"/>
              </a:tabLst>
              <a:defRPr/>
            </a:pPr>
            <a:r>
              <a:rPr lang="en-US" sz="1000" dirty="0">
                <a:solidFill>
                  <a:srgbClr val="000000"/>
                </a:solidFill>
                <a:latin typeface="+mn-lt"/>
              </a:rPr>
              <a:t>PRODCUT OWNWER @ NLP ACN PRODUCT TO INTEGRATING WITH AZURE : </a:t>
            </a:r>
            <a:r>
              <a:rPr lang="en-US" sz="1000" b="0" dirty="0">
                <a:latin typeface="+mn-lt"/>
                <a:cs typeface="Calibri" panose="020F0502020204030204" pitchFamily="34" charset="0"/>
              </a:rPr>
              <a:t>NLP models developing, assessment &amp; evaluation. Team integration. Quality Assurance</a:t>
            </a:r>
          </a:p>
          <a:p>
            <a:pPr marL="171450" lvl="0" indent="-171450" algn="just" defTabSz="912813">
              <a:buFont typeface="Arial" panose="020B0604020202020204" pitchFamily="34" charset="0"/>
              <a:buChar char="•"/>
              <a:tabLst>
                <a:tab pos="917575" algn="l"/>
              </a:tabLst>
              <a:defRPr/>
            </a:pPr>
            <a:r>
              <a:rPr lang="en-US" sz="1000" dirty="0">
                <a:solidFill>
                  <a:srgbClr val="000000"/>
                </a:solidFill>
                <a:latin typeface="+mn-lt"/>
              </a:rPr>
              <a:t>PERFORMANCE ENGINEER @ INTERNATIONAL PHARMACY COMPANY: </a:t>
            </a:r>
            <a:r>
              <a:rPr lang="en-US" sz="1000" b="0" dirty="0">
                <a:latin typeface="+mn-lt"/>
                <a:cs typeface="Calibri" panose="020F0502020204030204" pitchFamily="34" charset="0"/>
              </a:rPr>
              <a:t>Performance improvement &amp; code tuning with Databricks on Azure. Query analysis &amp; tunning with Snowflake on Azure. Data Visualization with </a:t>
            </a:r>
            <a:r>
              <a:rPr lang="en-US" sz="1000" b="0" dirty="0" err="1">
                <a:latin typeface="+mn-lt"/>
                <a:cs typeface="Calibri" panose="020F0502020204030204" pitchFamily="34" charset="0"/>
              </a:rPr>
              <a:t>DataBricks</a:t>
            </a:r>
            <a:r>
              <a:rPr lang="en-US" sz="1000" b="0" dirty="0">
                <a:latin typeface="+mn-lt"/>
                <a:cs typeface="Calibri" panose="020F0502020204030204" pitchFamily="34" charset="0"/>
              </a:rPr>
              <a:t> dashboards.</a:t>
            </a:r>
          </a:p>
          <a:p>
            <a:pPr marL="171450" lvl="0" indent="-171450" algn="just" defTabSz="912813">
              <a:lnSpc>
                <a:spcPct val="100000"/>
              </a:lnSpc>
              <a:spcBef>
                <a:spcPts val="0"/>
              </a:spcBef>
              <a:buFont typeface="Arial" panose="020B0604020202020204" pitchFamily="34" charset="0"/>
              <a:buChar char="•"/>
              <a:tabLst>
                <a:tab pos="917575" algn="l"/>
              </a:tabLst>
              <a:defRPr/>
            </a:pPr>
            <a:r>
              <a:rPr lang="en-US" sz="1000" dirty="0">
                <a:solidFill>
                  <a:srgbClr val="000000"/>
                </a:solidFill>
                <a:latin typeface="+mn-lt"/>
              </a:rPr>
              <a:t>MACHINE LEARNING ENGINEERING MANAGER @ INTERNATIONAL MINING COMPANY: </a:t>
            </a:r>
            <a:r>
              <a:rPr lang="en-US" sz="1000" b="0" dirty="0">
                <a:latin typeface="+mn-lt"/>
                <a:cs typeface="Calibri" panose="020F0502020204030204" pitchFamily="34" charset="0"/>
              </a:rPr>
              <a:t>Providing </a:t>
            </a:r>
            <a:r>
              <a:rPr lang="en-US" sz="1000" b="0" dirty="0" err="1">
                <a:latin typeface="+mn-lt"/>
                <a:cs typeface="Calibri" panose="020F0502020204030204" pitchFamily="34" charset="0"/>
              </a:rPr>
              <a:t>MLOps</a:t>
            </a:r>
            <a:r>
              <a:rPr lang="en-US" sz="1000" b="0" dirty="0">
                <a:latin typeface="+mn-lt"/>
                <a:cs typeface="Calibri" panose="020F0502020204030204" pitchFamily="34" charset="0"/>
              </a:rPr>
              <a:t> &amp; DevOps Services on Azure with Databricks.</a:t>
            </a:r>
          </a:p>
          <a:p>
            <a:pPr marL="171450" indent="-171450" algn="just" defTabSz="912813">
              <a:buFont typeface="Arial" panose="020B0604020202020204" pitchFamily="34" charset="0"/>
              <a:buChar char="•"/>
              <a:tabLst>
                <a:tab pos="917575" algn="l"/>
              </a:tabLst>
              <a:defRPr/>
            </a:pPr>
            <a:r>
              <a:rPr lang="en-US" sz="1000" dirty="0">
                <a:solidFill>
                  <a:srgbClr val="000000"/>
                </a:solidFill>
                <a:latin typeface="+mn-lt"/>
              </a:rPr>
              <a:t>ENGINEERING MANAGER &amp; PRODUCT OWNER @ CAPITAL MARKET EXCHANGE, ARGENTINA: </a:t>
            </a:r>
            <a:r>
              <a:rPr lang="en-US" sz="1000" b="0" dirty="0">
                <a:latin typeface="+mn-lt"/>
                <a:cs typeface="Calibri" panose="020F0502020204030204" pitchFamily="34" charset="0"/>
              </a:rPr>
              <a:t>Team Building. Architecture Design. Coordination and Planning. Development and  implementation of software solution for </a:t>
            </a:r>
            <a:r>
              <a:rPr lang="en-US" sz="900" b="0" dirty="0">
                <a:latin typeface="+mn-lt"/>
                <a:cs typeface="Calibri" panose="020F0502020204030204" pitchFamily="34" charset="0"/>
              </a:rPr>
              <a:t>middleware integrations. Product Owner. </a:t>
            </a:r>
          </a:p>
          <a:p>
            <a:pPr marL="0" lvl="0" indent="0" defTabSz="912813">
              <a:lnSpc>
                <a:spcPct val="100000"/>
              </a:lnSpc>
              <a:spcBef>
                <a:spcPts val="0"/>
              </a:spcBef>
              <a:buNone/>
              <a:tabLst>
                <a:tab pos="917575" algn="l"/>
              </a:tabLst>
              <a:defRPr/>
            </a:pPr>
            <a:endParaRPr lang="en-US" sz="800" b="0" dirty="0">
              <a:solidFill>
                <a:prstClr val="black"/>
              </a:solidFill>
            </a:endParaRP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2022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352674"/>
            <a:ext cx="5761038" cy="50532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dirty="0">
                <a:solidFill>
                  <a:schemeClr val="bg1"/>
                </a:solidFill>
              </a:rPr>
              <a:t>Accenture Applied Intelligence</a:t>
            </a:r>
          </a:p>
        </p:txBody>
      </p:sp>
      <p:pic>
        <p:nvPicPr>
          <p:cNvPr id="10" name="Picture 2">
            <a:extLst>
              <a:ext uri="{FF2B5EF4-FFF2-40B4-BE49-F238E27FC236}">
                <a16:creationId xmlns:a16="http://schemas.microsoft.com/office/drawing/2014/main" id="{07D5CA4C-948D-B1E7-A2F5-DDC9FCF65B63}"/>
              </a:ext>
            </a:extLst>
          </p:cNvPr>
          <p:cNvPicPr>
            <a:picLocks noChangeAspect="1"/>
          </p:cNvPicPr>
          <p:nvPr/>
        </p:nvPicPr>
        <p:blipFill>
          <a:blip r:embed="rId5"/>
          <a:srcRect t="6047" b="6047"/>
          <a:stretch/>
        </p:blipFill>
        <p:spPr>
          <a:xfrm>
            <a:off x="151712" y="819316"/>
            <a:ext cx="1640637" cy="1517904"/>
          </a:xfrm>
          <a:prstGeom prst="ellipse">
            <a:avLst/>
          </a:prstGeom>
          <a:effectLst>
            <a:softEdge rad="0"/>
          </a:effectLst>
        </p:spPr>
      </p:pic>
      <p:sp>
        <p:nvSpPr>
          <p:cNvPr id="12" name="Rectangle 11">
            <a:extLst>
              <a:ext uri="{FF2B5EF4-FFF2-40B4-BE49-F238E27FC236}">
                <a16:creationId xmlns:a16="http://schemas.microsoft.com/office/drawing/2014/main" id="{C99CBEA1-1572-AE45-9D04-FA330F835AD4}"/>
              </a:ext>
            </a:extLst>
          </p:cNvPr>
          <p:cNvSpPr/>
          <p:nvPr/>
        </p:nvSpPr>
        <p:spPr>
          <a:xfrm>
            <a:off x="100867" y="5551110"/>
            <a:ext cx="4003518" cy="71972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04840" y="5827255"/>
            <a:ext cx="1906908" cy="413522"/>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Spanish (Native Speaker).</a:t>
            </a:r>
          </a:p>
          <a:p>
            <a:r>
              <a:rPr lang="en-US" dirty="0"/>
              <a:t>English (Advanced).</a:t>
            </a:r>
          </a:p>
        </p:txBody>
      </p:sp>
      <p:sp>
        <p:nvSpPr>
          <p:cNvPr id="21" name="Text Placeholder 4">
            <a:extLst>
              <a:ext uri="{FF2B5EF4-FFF2-40B4-BE49-F238E27FC236}">
                <a16:creationId xmlns:a16="http://schemas.microsoft.com/office/drawing/2014/main" id="{DD6599D1-8825-92DA-8832-92535F9E3D11}"/>
              </a:ext>
            </a:extLst>
          </p:cNvPr>
          <p:cNvSpPr txBox="1">
            <a:spLocks/>
          </p:cNvSpPr>
          <p:nvPr/>
        </p:nvSpPr>
        <p:spPr>
          <a:xfrm>
            <a:off x="228685" y="5617218"/>
            <a:ext cx="1278123"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LANGUAGES</a:t>
            </a:r>
            <a:endParaRPr lang="en-US" sz="1200" b="1" dirty="0">
              <a:solidFill>
                <a:schemeClr val="accent1"/>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00869" y="2349359"/>
            <a:ext cx="4003518" cy="3146161"/>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228685" y="2398584"/>
            <a:ext cx="2887778" cy="140294"/>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PROFESSIONAL BACKGROUND</a:t>
            </a:r>
            <a:endParaRPr lang="en-US" sz="1200" b="1" dirty="0">
              <a:solidFill>
                <a:schemeClr val="accent1"/>
              </a:solidFill>
              <a:latin typeface="+mj-lt"/>
            </a:endParaRPr>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00894" y="4110103"/>
            <a:ext cx="3821939" cy="784830"/>
          </a:xfrm>
          <a:prstGeom prst="rect">
            <a:avLst/>
          </a:prstGeom>
        </p:spPr>
        <p:txBody>
          <a:bodyPr vert="horz"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Char char="•"/>
            </a:pPr>
            <a:r>
              <a:rPr lang="en-US" sz="1000" dirty="0">
                <a:solidFill>
                  <a:srgbClr val="000000"/>
                </a:solidFill>
              </a:rPr>
              <a:t>Systems Engineer (UAI)</a:t>
            </a:r>
          </a:p>
          <a:p>
            <a:pPr marL="171450" indent="-171450">
              <a:buChar char="•"/>
            </a:pPr>
            <a:r>
              <a:rPr lang="en-US" sz="1000" dirty="0">
                <a:solidFill>
                  <a:srgbClr val="000000"/>
                </a:solidFill>
              </a:rPr>
              <a:t>Magister in Information Technology (UAI)</a:t>
            </a:r>
          </a:p>
          <a:p>
            <a:r>
              <a:rPr lang="en-US" sz="1000" dirty="0">
                <a:solidFill>
                  <a:srgbClr val="000000"/>
                </a:solidFill>
              </a:rPr>
              <a:t>Doctor in Information Technology (UAI)</a:t>
            </a:r>
          </a:p>
          <a:p>
            <a:pPr marL="171450" indent="-171450">
              <a:buChar char="•"/>
            </a:pPr>
            <a:endParaRPr lang="en-US" sz="1000" dirty="0"/>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28685" y="2606641"/>
            <a:ext cx="3909324" cy="1482457"/>
          </a:xfrm>
          <a:prstGeom prst="rect">
            <a:avLst/>
          </a:prstGeom>
        </p:spPr>
        <p:txBody>
          <a:bodyPr vert="horz" wrap="square"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00000"/>
              </a:lnSpc>
              <a:spcBef>
                <a:spcPts val="300"/>
              </a:spcBef>
              <a:buClr>
                <a:srgbClr val="549E39"/>
              </a:buClr>
              <a:buNone/>
              <a:defRPr/>
            </a:pPr>
            <a:r>
              <a:rPr lang="en-US" sz="1000" dirty="0">
                <a:solidFill>
                  <a:prstClr val="black"/>
                </a:solidFill>
              </a:rPr>
              <a:t>Pablo is a Doctor in Information Technology (Universidad </a:t>
            </a:r>
            <a:r>
              <a:rPr lang="en-US" sz="1000" dirty="0" err="1">
                <a:solidFill>
                  <a:prstClr val="black"/>
                </a:solidFill>
              </a:rPr>
              <a:t>Abierta</a:t>
            </a:r>
            <a:r>
              <a:rPr lang="en-US" sz="1000" dirty="0">
                <a:solidFill>
                  <a:prstClr val="black"/>
                </a:solidFill>
              </a:rPr>
              <a:t> Interamericana UAI, Argentina), with more than 30 years of experience in Software Industry. Passionate about software engineering and AI. Focused on building solutions to real people’s problems, actively managing and collaborating in ML projects. He is currently a Machine Learning Engineering Principal at Accenture Applied Intelligence </a:t>
            </a:r>
            <a:r>
              <a:rPr lang="en-US" sz="1000" dirty="0" err="1">
                <a:solidFill>
                  <a:prstClr val="black"/>
                </a:solidFill>
              </a:rPr>
              <a:t>Latam</a:t>
            </a:r>
            <a:r>
              <a:rPr lang="en-US" sz="1000" dirty="0">
                <a:solidFill>
                  <a:prstClr val="black"/>
                </a:solidFill>
              </a:rPr>
              <a:t> Hub.</a:t>
            </a:r>
          </a:p>
          <a:p>
            <a:pPr marL="0" indent="0" algn="just">
              <a:spcAft>
                <a:spcPts val="400"/>
              </a:spcAft>
              <a:buNone/>
            </a:pPr>
            <a:endParaRPr lang="en-US" sz="1000" dirty="0">
              <a:solidFill>
                <a:prstClr val="black"/>
              </a:solidFill>
            </a:endParaRPr>
          </a:p>
          <a:p>
            <a:pPr marL="0" indent="0" algn="just">
              <a:spcAft>
                <a:spcPts val="400"/>
              </a:spcAft>
              <a:buNone/>
            </a:pPr>
            <a:endParaRPr lang="en-US" sz="1000" dirty="0"/>
          </a:p>
        </p:txBody>
      </p:sp>
      <p:sp>
        <p:nvSpPr>
          <p:cNvPr id="14" name="Text Placeholder 4">
            <a:extLst>
              <a:ext uri="{FF2B5EF4-FFF2-40B4-BE49-F238E27FC236}">
                <a16:creationId xmlns:a16="http://schemas.microsoft.com/office/drawing/2014/main" id="{B07B91B1-EE0B-F641-A7FC-DCF04AC387EB}"/>
              </a:ext>
            </a:extLst>
          </p:cNvPr>
          <p:cNvSpPr txBox="1">
            <a:spLocks/>
          </p:cNvSpPr>
          <p:nvPr/>
        </p:nvSpPr>
        <p:spPr>
          <a:xfrm>
            <a:off x="231461" y="4758912"/>
            <a:ext cx="2887778" cy="21392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SPECIALIZATIONS</a:t>
            </a:r>
            <a:endParaRPr lang="en-US" sz="1200" b="1" dirty="0">
              <a:solidFill>
                <a:schemeClr val="accent1"/>
              </a:solidFill>
              <a:latin typeface="+mj-lt"/>
            </a:endParaRPr>
          </a:p>
        </p:txBody>
      </p:sp>
      <p:sp>
        <p:nvSpPr>
          <p:cNvPr id="15" name="Text Placeholder 4">
            <a:extLst>
              <a:ext uri="{FF2B5EF4-FFF2-40B4-BE49-F238E27FC236}">
                <a16:creationId xmlns:a16="http://schemas.microsoft.com/office/drawing/2014/main" id="{C6C6F30C-8A03-ED31-28E1-B55E7A796408}"/>
              </a:ext>
            </a:extLst>
          </p:cNvPr>
          <p:cNvSpPr txBox="1">
            <a:spLocks/>
          </p:cNvSpPr>
          <p:nvPr/>
        </p:nvSpPr>
        <p:spPr>
          <a:xfrm>
            <a:off x="228685" y="3876984"/>
            <a:ext cx="2887778" cy="202224"/>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EDUCATION</a:t>
            </a:r>
            <a:endParaRPr lang="en-US" sz="1200" b="1" dirty="0">
              <a:solidFill>
                <a:schemeClr val="accent1"/>
              </a:solidFill>
              <a:latin typeface="+mj-lt"/>
            </a:endParaRPr>
          </a:p>
        </p:txBody>
      </p:sp>
      <p:grpSp>
        <p:nvGrpSpPr>
          <p:cNvPr id="27" name="Group 26">
            <a:extLst>
              <a:ext uri="{FF2B5EF4-FFF2-40B4-BE49-F238E27FC236}">
                <a16:creationId xmlns:a16="http://schemas.microsoft.com/office/drawing/2014/main" id="{B2F514F6-C65C-FCC0-5FEA-F784D644ADF0}"/>
              </a:ext>
            </a:extLst>
          </p:cNvPr>
          <p:cNvGrpSpPr/>
          <p:nvPr/>
        </p:nvGrpSpPr>
        <p:grpSpPr>
          <a:xfrm>
            <a:off x="4186491" y="5341908"/>
            <a:ext cx="2483914" cy="923816"/>
            <a:chOff x="4186491" y="5341908"/>
            <a:chExt cx="2483914" cy="923816"/>
          </a:xfrm>
        </p:grpSpPr>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4306473" y="5404297"/>
              <a:ext cx="1278123" cy="224573"/>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INDUSTRIES</a:t>
              </a:r>
              <a:endParaRPr lang="en-US" sz="1200" b="1" dirty="0">
                <a:solidFill>
                  <a:schemeClr val="accent1"/>
                </a:solidFill>
                <a:latin typeface="+mj-lt"/>
              </a:endParaRPr>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4306474" y="5615188"/>
              <a:ext cx="1135619" cy="646214"/>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900" dirty="0"/>
                <a:t>Banking</a:t>
              </a:r>
            </a:p>
            <a:p>
              <a:r>
                <a:rPr lang="en-US" sz="900" dirty="0"/>
                <a:t>Capital Markets</a:t>
              </a:r>
            </a:p>
            <a:p>
              <a:r>
                <a:rPr lang="en-US" sz="900" dirty="0"/>
                <a:t>Education</a:t>
              </a:r>
              <a:endParaRPr lang="es-AR" sz="900" dirty="0"/>
            </a:p>
          </p:txBody>
        </p:sp>
        <p:sp>
          <p:nvSpPr>
            <p:cNvPr id="17" name="Rectangle 16">
              <a:extLst>
                <a:ext uri="{FF2B5EF4-FFF2-40B4-BE49-F238E27FC236}">
                  <a16:creationId xmlns:a16="http://schemas.microsoft.com/office/drawing/2014/main" id="{2E44810B-2E97-BE6F-C788-8DF77A685C56}"/>
                </a:ext>
              </a:extLst>
            </p:cNvPr>
            <p:cNvSpPr/>
            <p:nvPr/>
          </p:nvSpPr>
          <p:spPr>
            <a:xfrm>
              <a:off x="4186491" y="5341908"/>
              <a:ext cx="2483162" cy="923816"/>
            </a:xfrm>
            <a:prstGeom prst="rect">
              <a:avLst/>
            </a:prstGeom>
            <a:no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24" name="Text Placeholder 13">
              <a:extLst>
                <a:ext uri="{FF2B5EF4-FFF2-40B4-BE49-F238E27FC236}">
                  <a16:creationId xmlns:a16="http://schemas.microsoft.com/office/drawing/2014/main" id="{532FA9C9-9BA3-4782-688E-F9BEA30813E6}"/>
                </a:ext>
              </a:extLst>
            </p:cNvPr>
            <p:cNvSpPr txBox="1">
              <a:spLocks/>
            </p:cNvSpPr>
            <p:nvPr/>
          </p:nvSpPr>
          <p:spPr>
            <a:xfrm>
              <a:off x="5534786" y="5615188"/>
              <a:ext cx="1135619" cy="646214"/>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900" dirty="0"/>
                <a:t>Consulting</a:t>
              </a:r>
            </a:p>
            <a:p>
              <a:r>
                <a:rPr lang="en-US" sz="900" dirty="0"/>
                <a:t>Steel</a:t>
              </a:r>
            </a:p>
            <a:p>
              <a:r>
                <a:rPr lang="en-US" sz="900" dirty="0"/>
                <a:t>E-Commerce</a:t>
              </a:r>
            </a:p>
          </p:txBody>
        </p:sp>
      </p:grpSp>
      <p:sp>
        <p:nvSpPr>
          <p:cNvPr id="4" name="Text Placeholder 13">
            <a:extLst>
              <a:ext uri="{FF2B5EF4-FFF2-40B4-BE49-F238E27FC236}">
                <a16:creationId xmlns:a16="http://schemas.microsoft.com/office/drawing/2014/main" id="{5DC2CF0C-DBEE-3EE3-BA15-FA5994081D28}"/>
              </a:ext>
            </a:extLst>
          </p:cNvPr>
          <p:cNvSpPr txBox="1">
            <a:spLocks/>
          </p:cNvSpPr>
          <p:nvPr/>
        </p:nvSpPr>
        <p:spPr>
          <a:xfrm>
            <a:off x="122078" y="4960328"/>
            <a:ext cx="3821939" cy="770980"/>
          </a:xfrm>
          <a:prstGeom prst="rect">
            <a:avLst/>
          </a:prstGeom>
        </p:spPr>
        <p:txBody>
          <a:bodyPr vert="horz"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Char char="•"/>
            </a:pPr>
            <a:r>
              <a:rPr lang="en-US" sz="900" dirty="0" err="1">
                <a:solidFill>
                  <a:srgbClr val="000000"/>
                </a:solidFill>
              </a:rPr>
              <a:t>DataBricks</a:t>
            </a:r>
            <a:r>
              <a:rPr lang="en-US" sz="900" dirty="0">
                <a:solidFill>
                  <a:srgbClr val="000000"/>
                </a:solidFill>
              </a:rPr>
              <a:t> Certified Associate Developer for Apache Spark 3.0</a:t>
            </a:r>
          </a:p>
          <a:p>
            <a:pPr marL="171450" indent="-171450">
              <a:buChar char="•"/>
            </a:pPr>
            <a:r>
              <a:rPr lang="en-US" sz="900" dirty="0">
                <a:solidFill>
                  <a:srgbClr val="000000"/>
                </a:solidFill>
              </a:rPr>
              <a:t>AZ-900 Microsoft Azure Fundamentals</a:t>
            </a:r>
          </a:p>
          <a:p>
            <a:r>
              <a:rPr lang="en-US" sz="900" dirty="0">
                <a:solidFill>
                  <a:srgbClr val="000000"/>
                </a:solidFill>
              </a:rPr>
              <a:t>GCP – Cloud Digital Leader</a:t>
            </a:r>
          </a:p>
          <a:p>
            <a:pPr marL="171450" indent="-171450">
              <a:buChar char="•"/>
            </a:pPr>
            <a:endParaRPr lang="en-US" sz="1000" dirty="0"/>
          </a:p>
        </p:txBody>
      </p:sp>
    </p:spTree>
    <p:extLst>
      <p:ext uri="{BB962C8B-B14F-4D97-AF65-F5344CB8AC3E}">
        <p14:creationId xmlns:p14="http://schemas.microsoft.com/office/powerpoint/2010/main" val="2753614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E490BE8-905C-97DD-78EE-1C434E39E52B}"/>
              </a:ext>
            </a:extLst>
          </p:cNvPr>
          <p:cNvSpPr/>
          <p:nvPr/>
        </p:nvSpPr>
        <p:spPr>
          <a:xfrm>
            <a:off x="4186491" y="5236791"/>
            <a:ext cx="2491709" cy="103356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dirty="0">
                <a:solidFill>
                  <a:schemeClr val="accent3"/>
                </a:solidFill>
                <a:latin typeface="Graphik"/>
              </a:rPr>
              <a:t>Pablo Negro</a:t>
            </a:r>
            <a:endParaRPr lang="en-US" sz="3200" b="1" dirty="0">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956458"/>
            <a:ext cx="4794653" cy="1405505"/>
          </a:xfrm>
          <a:prstGeom prst="rect">
            <a:avLst/>
          </a:prstGeom>
        </p:spPr>
        <p:txBody>
          <a:bodyPr vert="horz" lIns="0" tIns="0" rIns="0" bIns="0" rtlCol="0" anchor="t">
            <a:normAutofit lnSpcReduction="10000"/>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n-US" dirty="0">
                <a:solidFill>
                  <a:schemeClr val="accent3"/>
                </a:solidFill>
                <a:latin typeface="Graphik Black"/>
              </a:rPr>
              <a:t>AI LLM Technology Architecture Manager</a:t>
            </a:r>
          </a:p>
          <a:p>
            <a:pPr marL="0" indent="0">
              <a:buNone/>
            </a:pPr>
            <a:r>
              <a:rPr lang="en-US" sz="1200" dirty="0"/>
              <a:t>Technology – Cloud First / AI – IA Engineering tribe lead</a:t>
            </a:r>
          </a:p>
          <a:p>
            <a:pPr marL="0" indent="0">
              <a:buNone/>
            </a:pPr>
            <a:r>
              <a:rPr lang="en-US" sz="1200" b="1" dirty="0">
                <a:latin typeface="Graphik"/>
                <a:hlinkClick r:id="rId4"/>
              </a:rPr>
              <a:t>pablo.negro@accenture.com</a:t>
            </a:r>
            <a:endParaRPr lang="en-US" sz="1200" b="1" dirty="0">
              <a:latin typeface="Graphik"/>
            </a:endParaRPr>
          </a:p>
          <a:p>
            <a:pPr marL="0" indent="0">
              <a:buNone/>
            </a:pPr>
            <a:r>
              <a:rPr lang="en-US" sz="1200" dirty="0">
                <a:latin typeface="Graphik"/>
              </a:rPr>
              <a:t>Buenos Aires, Argentina</a:t>
            </a:r>
            <a:endParaRPr lang="en-US" sz="1200" dirty="0"/>
          </a:p>
          <a:p>
            <a:endParaRPr lang="en-US" sz="900" b="1" dirty="0"/>
          </a:p>
          <a:p>
            <a:endParaRPr lang="en-US" sz="1200" dirty="0"/>
          </a:p>
          <a:p>
            <a:endParaRPr lang="en-US" dirty="0"/>
          </a:p>
        </p:txBody>
      </p:sp>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98903"/>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23" name="Rectangle 22">
            <a:extLst>
              <a:ext uri="{FF2B5EF4-FFF2-40B4-BE49-F238E27FC236}">
                <a16:creationId xmlns:a16="http://schemas.microsoft.com/office/drawing/2014/main" id="{CB125A6B-6104-78D8-2910-B3EC4F868DBE}"/>
              </a:ext>
            </a:extLst>
          </p:cNvPr>
          <p:cNvSpPr/>
          <p:nvPr/>
        </p:nvSpPr>
        <p:spPr>
          <a:xfrm>
            <a:off x="4172912" y="2349359"/>
            <a:ext cx="2505288" cy="281697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4306701" y="2598950"/>
            <a:ext cx="2280772" cy="263977"/>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dirty="0">
                <a:solidFill>
                  <a:schemeClr val="accent2"/>
                </a:solidFill>
                <a:latin typeface="+mj-lt"/>
              </a:rPr>
              <a:t>HARD/SOFT SKILLS &amp; TOOLS</a:t>
            </a:r>
            <a:endParaRPr lang="en-US" sz="1000" b="1" dirty="0">
              <a:solidFill>
                <a:schemeClr val="accent2"/>
              </a:solidFill>
              <a:latin typeface="+mj-lt"/>
            </a:endParaRPr>
          </a:p>
        </p:txBody>
      </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dirty="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28699" y="5268752"/>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LANGUAGES</a:t>
            </a:r>
            <a:endParaRPr lang="en-US" sz="1200" b="1">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4306474" y="2422648"/>
            <a:ext cx="2280772" cy="2232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AREA OF EXPERTISE</a:t>
            </a:r>
            <a:endParaRPr lang="en-US" sz="1200" b="1" dirty="0">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4306701" y="2874620"/>
            <a:ext cx="2362952"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CIO</a:t>
            </a:r>
          </a:p>
          <a:p>
            <a:r>
              <a:rPr lang="en-US" dirty="0"/>
              <a:t>Software Engineer</a:t>
            </a:r>
          </a:p>
          <a:p>
            <a:r>
              <a:rPr lang="en-US" dirty="0"/>
              <a:t>Project Management</a:t>
            </a:r>
          </a:p>
          <a:p>
            <a:r>
              <a:rPr lang="en-US" dirty="0"/>
              <a:t>Ultra Low Latency</a:t>
            </a:r>
          </a:p>
          <a:p>
            <a:r>
              <a:rPr lang="en-US" dirty="0"/>
              <a:t>Scalability</a:t>
            </a:r>
          </a:p>
          <a:p>
            <a:r>
              <a:rPr lang="en-US" dirty="0"/>
              <a:t>Research</a:t>
            </a:r>
          </a:p>
          <a:p>
            <a:r>
              <a:rPr lang="en-US" dirty="0"/>
              <a:t>High Availability</a:t>
            </a:r>
          </a:p>
          <a:p>
            <a:r>
              <a:rPr lang="en-US" dirty="0"/>
              <a:t>Software Architecture</a:t>
            </a:r>
          </a:p>
          <a:p>
            <a:r>
              <a:rPr lang="en-US" dirty="0"/>
              <a:t>Deep Learning</a:t>
            </a:r>
          </a:p>
          <a:p>
            <a:r>
              <a:rPr lang="en-US" dirty="0"/>
              <a:t>NLP</a:t>
            </a:r>
          </a:p>
          <a:p>
            <a:r>
              <a:rPr lang="en-US" dirty="0"/>
              <a:t>XAI / RAI</a:t>
            </a:r>
          </a:p>
          <a:p>
            <a:r>
              <a:rPr lang="en-US" dirty="0"/>
              <a:t>GenAI</a:t>
            </a:r>
          </a:p>
          <a:p>
            <a:endParaRPr lang="en-US" dirty="0"/>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07843" y="611620"/>
            <a:ext cx="5081751" cy="5539978"/>
          </a:xfrm>
          <a:prstGeom prst="rect">
            <a:avLst/>
          </a:prstGeom>
        </p:spPr>
        <p:txBody>
          <a:bodyPr vert="horz" lIns="0" tIns="0" rIns="0" bIns="0" numCol="2" rtlCol="0" anchor="t">
            <a:sp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171450" indent="-171450" algn="just" defTabSz="912813">
              <a:buFont typeface="Arial" panose="020B0604020202020204" pitchFamily="34" charset="0"/>
              <a:buChar char="•"/>
              <a:tabLst>
                <a:tab pos="917575" algn="l"/>
              </a:tabLst>
              <a:defRPr/>
            </a:pPr>
            <a:r>
              <a:rPr lang="en-US" altLang="en-US" sz="1000" dirty="0">
                <a:solidFill>
                  <a:srgbClr val="000000"/>
                </a:solidFill>
                <a:latin typeface="+mn-lt"/>
              </a:rPr>
              <a:t>ARQUITECTO DE IA Y LÍDER TÉCNICO @ MERCADO LIBRE: </a:t>
            </a:r>
            <a:r>
              <a:rPr lang="en-US" altLang="en-US" sz="1000" b="0" dirty="0" err="1">
                <a:latin typeface="+mn-lt"/>
                <a:cs typeface="Calibri" panose="020F0502020204030204" pitchFamily="34" charset="0"/>
              </a:rPr>
              <a:t>Diseño</a:t>
            </a:r>
            <a:r>
              <a:rPr lang="en-US" altLang="en-US" sz="1000" b="0" dirty="0">
                <a:latin typeface="+mn-lt"/>
                <a:cs typeface="Calibri" panose="020F0502020204030204" pitchFamily="34" charset="0"/>
              </a:rPr>
              <a:t> e </a:t>
            </a:r>
            <a:r>
              <a:rPr lang="en-US" altLang="en-US" sz="1000" b="0" dirty="0" err="1">
                <a:latin typeface="+mn-lt"/>
                <a:cs typeface="Calibri" panose="020F0502020204030204" pitchFamily="34" charset="0"/>
              </a:rPr>
              <a:t>implementación</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soluciones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empresariales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Inteligencia</a:t>
            </a:r>
            <a:r>
              <a:rPr lang="en-US" altLang="en-US" sz="1000" b="0" dirty="0">
                <a:latin typeface="+mn-lt"/>
                <a:cs typeface="Calibri" panose="020F0502020204030204" pitchFamily="34" charset="0"/>
              </a:rPr>
              <a:t> Artificial </a:t>
            </a:r>
            <a:r>
              <a:rPr lang="en-US" altLang="en-US" sz="1000" b="0" dirty="0" err="1">
                <a:latin typeface="+mn-lt"/>
                <a:cs typeface="Calibri" panose="020F0502020204030204" pitchFamily="34" charset="0"/>
              </a:rPr>
              <a:t>Generativa</a:t>
            </a:r>
            <a:r>
              <a:rPr lang="en-US" altLang="en-US" sz="1000" b="0" dirty="0">
                <a:latin typeface="+mn-lt"/>
                <a:cs typeface="Calibri" panose="020F0502020204030204" pitchFamily="34" charset="0"/>
              </a:rPr>
              <a:t> y Agentic AI. Desarrollo de </a:t>
            </a:r>
            <a:r>
              <a:rPr lang="en-US" altLang="en-US" sz="1000" b="0" dirty="0" err="1">
                <a:latin typeface="+mn-lt"/>
                <a:cs typeface="Calibri" panose="020F0502020204030204" pitchFamily="34" charset="0"/>
              </a:rPr>
              <a:t>arquitecturas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multiagente</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integraciones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mediante</a:t>
            </a:r>
            <a:r>
              <a:rPr lang="en-US" altLang="en-US" sz="1000" b="0" dirty="0">
                <a:latin typeface="+mn-lt"/>
                <a:cs typeface="Calibri" panose="020F0502020204030204" pitchFamily="34" charset="0"/>
              </a:rPr>
              <a:t> MCP (Model Context Protocol), </a:t>
            </a:r>
            <a:r>
              <a:rPr lang="en-US" altLang="en-US" sz="1000" b="0" dirty="0" err="1">
                <a:latin typeface="+mn-lt"/>
                <a:cs typeface="Calibri" panose="020F0502020204030204" pitchFamily="34" charset="0"/>
              </a:rPr>
              <a:t>asistentes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inteligentes</a:t>
            </a:r>
            <a:r>
              <a:rPr lang="en-US" altLang="en-US" sz="1000" b="0" dirty="0">
                <a:latin typeface="+mn-lt"/>
                <a:cs typeface="Calibri" panose="020F0502020204030204" pitchFamily="34" charset="0"/>
              </a:rPr>
              <a:t> y </a:t>
            </a:r>
            <a:r>
              <a:rPr lang="en-US" altLang="en-US" sz="1000" b="0" dirty="0" err="1">
                <a:latin typeface="+mn-lt"/>
                <a:cs typeface="Calibri" panose="020F0502020204030204" pitchFamily="34" charset="0"/>
              </a:rPr>
              <a:t>sistemas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automatizados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soporte</a:t>
            </a:r>
            <a:r>
              <a:rPr lang="en-US" altLang="en-US" sz="1000" b="0" dirty="0">
                <a:latin typeface="+mn-lt"/>
                <a:cs typeface="Calibri" panose="020F0502020204030204" pitchFamily="34" charset="0"/>
              </a:rPr>
              <a:t> a la </a:t>
            </a:r>
            <a:r>
              <a:rPr lang="en-US" altLang="en-US" sz="1000" b="0" dirty="0" err="1">
                <a:latin typeface="+mn-lt"/>
                <a:cs typeface="Calibri" panose="020F0502020204030204" pitchFamily="34" charset="0"/>
              </a:rPr>
              <a:t>toma</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decisiones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basados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en</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modelos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lenguaje</a:t>
            </a:r>
            <a:r>
              <a:rPr lang="en-US" altLang="en-US" sz="1000" b="0" dirty="0">
                <a:latin typeface="+mn-lt"/>
                <a:cs typeface="Calibri" panose="020F0502020204030204" pitchFamily="34" charset="0"/>
              </a:rPr>
              <a:t> (LLMs). </a:t>
            </a:r>
            <a:r>
              <a:rPr lang="en-US" altLang="en-US" sz="1000" b="0" dirty="0" err="1">
                <a:latin typeface="+mn-lt"/>
                <a:cs typeface="Calibri" panose="020F0502020204030204" pitchFamily="34" charset="0"/>
              </a:rPr>
              <a:t>Definición</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marcos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observabilidad</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evaluación</a:t>
            </a:r>
            <a:r>
              <a:rPr lang="en-US" altLang="en-US" sz="1000" b="0" dirty="0">
                <a:latin typeface="+mn-lt"/>
                <a:cs typeface="Calibri" panose="020F0502020204030204" pitchFamily="34" charset="0"/>
              </a:rPr>
              <a:t> y </a:t>
            </a:r>
            <a:r>
              <a:rPr lang="en-US" altLang="en-US" sz="1000" b="0" dirty="0" err="1">
                <a:latin typeface="+mn-lt"/>
                <a:cs typeface="Calibri" panose="020F0502020204030204" pitchFamily="34" charset="0"/>
              </a:rPr>
              <a:t>gobierno</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soluciones</a:t>
            </a:r>
            <a:r>
              <a:rPr lang="en-US" altLang="en-US" sz="1000" b="0" dirty="0">
                <a:latin typeface="+mn-lt"/>
                <a:cs typeface="Calibri" panose="020F0502020204030204" pitchFamily="34" charset="0"/>
              </a:rPr>
              <a:t> de IA </a:t>
            </a:r>
            <a:r>
              <a:rPr lang="en-US" altLang="en-US" sz="1000" b="0" dirty="0" err="1">
                <a:latin typeface="+mn-lt"/>
                <a:cs typeface="Calibri" panose="020F0502020204030204" pitchFamily="34" charset="0"/>
              </a:rPr>
              <a:t>utilizando</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Langfuse</a:t>
            </a:r>
            <a:r>
              <a:rPr lang="en-US" altLang="en-US" sz="1000" b="0" dirty="0">
                <a:latin typeface="+mn-lt"/>
                <a:cs typeface="Calibri" panose="020F0502020204030204" pitchFamily="34" charset="0"/>
              </a:rPr>
              <a:t> y </a:t>
            </a:r>
            <a:r>
              <a:rPr lang="en-US" altLang="en-US" sz="1000" b="0" dirty="0" err="1">
                <a:latin typeface="+mn-lt"/>
                <a:cs typeface="Calibri" panose="020F0502020204030204" pitchFamily="34" charset="0"/>
              </a:rPr>
              <a:t>prácticas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monitoreo</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empresarial</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Impulso</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metodologías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desarrollo</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aumentadas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por</a:t>
            </a:r>
            <a:r>
              <a:rPr lang="en-US" altLang="en-US" sz="1000" b="0" dirty="0">
                <a:latin typeface="+mn-lt"/>
                <a:cs typeface="Calibri" panose="020F0502020204030204" pitchFamily="34" charset="0"/>
              </a:rPr>
              <a:t> IA, </a:t>
            </a:r>
            <a:r>
              <a:rPr lang="en-US" altLang="en-US" sz="1000" b="0" dirty="0" err="1">
                <a:latin typeface="+mn-lt"/>
                <a:cs typeface="Calibri" panose="020F0502020204030204" pitchFamily="34" charset="0"/>
              </a:rPr>
              <a:t>aprovechando</a:t>
            </a:r>
            <a:r>
              <a:rPr lang="en-US" altLang="en-US" sz="1000" b="0" dirty="0">
                <a:latin typeface="+mn-lt"/>
                <a:cs typeface="Calibri" panose="020F0502020204030204" pitchFamily="34" charset="0"/>
              </a:rPr>
              <a:t> Claude y </a:t>
            </a:r>
            <a:r>
              <a:rPr lang="en-US" altLang="en-US" sz="1000" b="0" dirty="0" err="1">
                <a:latin typeface="+mn-lt"/>
                <a:cs typeface="Calibri" panose="020F0502020204030204" pitchFamily="34" charset="0"/>
              </a:rPr>
              <a:t>otros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modelos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fundacionales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última</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generación</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como</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copilotos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ingeniería</a:t>
            </a:r>
            <a:r>
              <a:rPr lang="en-US" altLang="en-US" sz="1000" b="0" dirty="0">
                <a:latin typeface="+mn-lt"/>
                <a:cs typeface="Calibri" panose="020F0502020204030204" pitchFamily="34" charset="0"/>
              </a:rPr>
              <a:t> para </a:t>
            </a:r>
            <a:r>
              <a:rPr lang="en-US" altLang="en-US" sz="1000" b="0" dirty="0" err="1">
                <a:latin typeface="+mn-lt"/>
                <a:cs typeface="Calibri" panose="020F0502020204030204" pitchFamily="34" charset="0"/>
              </a:rPr>
              <a:t>acelerar</a:t>
            </a:r>
            <a:r>
              <a:rPr lang="en-US" altLang="en-US" sz="1000" b="0" dirty="0">
                <a:latin typeface="+mn-lt"/>
                <a:cs typeface="Calibri" panose="020F0502020204030204" pitchFamily="34" charset="0"/>
              </a:rPr>
              <a:t> la </a:t>
            </a:r>
            <a:r>
              <a:rPr lang="en-US" altLang="en-US" sz="1000" b="0" dirty="0" err="1">
                <a:latin typeface="+mn-lt"/>
                <a:cs typeface="Calibri" panose="020F0502020204030204" pitchFamily="34" charset="0"/>
              </a:rPr>
              <a:t>entrega</a:t>
            </a:r>
            <a:r>
              <a:rPr lang="en-US" altLang="en-US" sz="1000" b="0" dirty="0">
                <a:latin typeface="+mn-lt"/>
                <a:cs typeface="Calibri" panose="020F0502020204030204" pitchFamily="34" charset="0"/>
              </a:rPr>
              <a:t> de software, </a:t>
            </a:r>
            <a:r>
              <a:rPr lang="en-US" altLang="en-US" sz="1000" b="0" dirty="0" err="1">
                <a:latin typeface="+mn-lt"/>
                <a:cs typeface="Calibri" panose="020F0502020204030204" pitchFamily="34" charset="0"/>
              </a:rPr>
              <a:t>mejorar</a:t>
            </a:r>
            <a:r>
              <a:rPr lang="en-US" altLang="en-US" sz="1000" b="0" dirty="0">
                <a:latin typeface="+mn-lt"/>
                <a:cs typeface="Calibri" panose="020F0502020204030204" pitchFamily="34" charset="0"/>
              </a:rPr>
              <a:t> la </a:t>
            </a:r>
            <a:r>
              <a:rPr lang="en-US" altLang="en-US" sz="1000" b="0" dirty="0" err="1">
                <a:latin typeface="+mn-lt"/>
                <a:cs typeface="Calibri" panose="020F0502020204030204" pitchFamily="34" charset="0"/>
              </a:rPr>
              <a:t>calidad</a:t>
            </a:r>
            <a:r>
              <a:rPr lang="en-US" altLang="en-US" sz="1000" b="0" dirty="0">
                <a:latin typeface="+mn-lt"/>
                <a:cs typeface="Calibri" panose="020F0502020204030204" pitchFamily="34" charset="0"/>
              </a:rPr>
              <a:t> del </a:t>
            </a:r>
            <a:r>
              <a:rPr lang="en-US" altLang="en-US" sz="1000" b="0" dirty="0" err="1">
                <a:latin typeface="+mn-lt"/>
                <a:cs typeface="Calibri" panose="020F0502020204030204" pitchFamily="34" charset="0"/>
              </a:rPr>
              <a:t>código</a:t>
            </a:r>
            <a:r>
              <a:rPr lang="en-US" altLang="en-US" sz="1000" b="0" dirty="0">
                <a:latin typeface="+mn-lt"/>
                <a:cs typeface="Calibri" panose="020F0502020204030204" pitchFamily="34" charset="0"/>
              </a:rPr>
              <a:t> y </a:t>
            </a:r>
            <a:r>
              <a:rPr lang="en-US" altLang="en-US" sz="1000" b="0" dirty="0" err="1">
                <a:latin typeface="+mn-lt"/>
                <a:cs typeface="Calibri" panose="020F0502020204030204" pitchFamily="34" charset="0"/>
              </a:rPr>
              <a:t>optimizar</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el</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diseño</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soluciones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Liderazgo</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técnico</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equipos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multidisciplinarios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interacción</a:t>
            </a:r>
            <a:r>
              <a:rPr lang="en-US" altLang="en-US" sz="1000" b="0" dirty="0">
                <a:latin typeface="+mn-lt"/>
                <a:cs typeface="Calibri" panose="020F0502020204030204" pitchFamily="34" charset="0"/>
              </a:rPr>
              <a:t> con stakeholders de </a:t>
            </a:r>
            <a:r>
              <a:rPr lang="en-US" altLang="en-US" sz="1000" b="0" dirty="0" err="1">
                <a:latin typeface="+mn-lt"/>
                <a:cs typeface="Calibri" panose="020F0502020204030204" pitchFamily="34" charset="0"/>
              </a:rPr>
              <a:t>negocio</a:t>
            </a:r>
            <a:r>
              <a:rPr lang="en-US" altLang="en-US" sz="1000" b="0" dirty="0">
                <a:latin typeface="+mn-lt"/>
                <a:cs typeface="Calibri" panose="020F0502020204030204" pitchFamily="34" charset="0"/>
              </a:rPr>
              <a:t> y </a:t>
            </a:r>
            <a:r>
              <a:rPr lang="en-US" altLang="en-US" sz="1000" b="0" dirty="0" err="1">
                <a:latin typeface="+mn-lt"/>
                <a:cs typeface="Calibri" panose="020F0502020204030204" pitchFamily="34" charset="0"/>
              </a:rPr>
              <a:t>promoción</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iniciativas</a:t>
            </a:r>
            <a:r>
              <a:rPr lang="en-US" altLang="en-US" sz="1000" b="0" dirty="0">
                <a:latin typeface="+mn-lt"/>
                <a:cs typeface="Calibri" panose="020F0502020204030204" pitchFamily="34" charset="0"/>
              </a:rPr>
              <a:t> de </a:t>
            </a:r>
            <a:r>
              <a:rPr lang="en-US" altLang="en-US" sz="1000" b="0" dirty="0" err="1">
                <a:latin typeface="+mn-lt"/>
                <a:cs typeface="Calibri" panose="020F0502020204030204" pitchFamily="34" charset="0"/>
              </a:rPr>
              <a:t>innovación</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en</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datos</a:t>
            </a:r>
            <a:r>
              <a:rPr lang="en-US" altLang="en-US" sz="1000" b="0" dirty="0">
                <a:latin typeface="+mn-lt"/>
                <a:cs typeface="Calibri" panose="020F0502020204030204" pitchFamily="34" charset="0"/>
              </a:rPr>
              <a:t>, </a:t>
            </a:r>
            <a:r>
              <a:rPr lang="en-US" altLang="en-US" sz="1000" b="0" dirty="0" err="1">
                <a:latin typeface="+mn-lt"/>
                <a:cs typeface="Calibri" panose="020F0502020204030204" pitchFamily="34" charset="0"/>
              </a:rPr>
              <a:t>analítica</a:t>
            </a:r>
            <a:r>
              <a:rPr lang="en-US" altLang="en-US" sz="1000" b="0" dirty="0">
                <a:latin typeface="+mn-lt"/>
                <a:cs typeface="Calibri" panose="020F0502020204030204" pitchFamily="34" charset="0"/>
              </a:rPr>
              <a:t> e </a:t>
            </a:r>
            <a:r>
              <a:rPr lang="en-US" altLang="en-US" sz="1000" b="0" dirty="0" err="1">
                <a:latin typeface="+mn-lt"/>
                <a:cs typeface="Calibri" panose="020F0502020204030204" pitchFamily="34" charset="0"/>
              </a:rPr>
              <a:t>inteligencia</a:t>
            </a:r>
            <a:r>
              <a:rPr lang="en-US" altLang="en-US" sz="1000" b="0" dirty="0">
                <a:latin typeface="+mn-lt"/>
                <a:cs typeface="Calibri" panose="020F0502020204030204" pitchFamily="34" charset="0"/>
              </a:rPr>
              <a:t> artificial</a:t>
            </a:r>
            <a:r>
              <a:rPr lang="en-US" altLang="en-US" sz="1000" b="0" dirty="0">
                <a:solidFill>
                  <a:schemeClr val="tx1"/>
                </a:solidFill>
                <a:latin typeface="Arial" panose="020B0604020202020204" pitchFamily="34" charset="0"/>
              </a:rPr>
              <a:t>.</a:t>
            </a:r>
            <a:endParaRPr lang="en-US" sz="1000" dirty="0">
              <a:solidFill>
                <a:srgbClr val="000000"/>
              </a:solidFill>
              <a:latin typeface="+mn-lt"/>
            </a:endParaRPr>
          </a:p>
          <a:p>
            <a:pPr marL="171450" indent="-171450" algn="just" defTabSz="912813">
              <a:buFont typeface="Arial" panose="020B0604020202020204" pitchFamily="34" charset="0"/>
              <a:buChar char="•"/>
              <a:tabLst>
                <a:tab pos="917575" algn="l"/>
              </a:tabLst>
              <a:defRPr/>
            </a:pPr>
            <a:r>
              <a:rPr lang="en-US" sz="1000" dirty="0">
                <a:solidFill>
                  <a:srgbClr val="000000"/>
                </a:solidFill>
              </a:rPr>
              <a:t>MLOps @ Importante Multinacional -Compañia Cola :</a:t>
            </a:r>
            <a:r>
              <a:rPr lang="es-ES" sz="1000" dirty="0">
                <a:solidFill>
                  <a:srgbClr val="000000"/>
                </a:solidFill>
              </a:rPr>
              <a:t> </a:t>
            </a:r>
            <a:r>
              <a:rPr lang="es-ES" sz="1000" b="0" dirty="0">
                <a:cs typeface="Calibri" panose="020F0502020204030204" pitchFamily="34" charset="0"/>
              </a:rPr>
              <a:t>Desarrollar la estrategia para CICD y MLOps</a:t>
            </a:r>
            <a:endParaRPr lang="en-US" sz="1000" b="0" dirty="0">
              <a:cs typeface="Calibri" panose="020F0502020204030204" pitchFamily="34" charset="0"/>
            </a:endParaRPr>
          </a:p>
          <a:p>
            <a:pPr marL="171450" indent="-171450" algn="just" defTabSz="912813">
              <a:buFont typeface="Arial" panose="020B0604020202020204" pitchFamily="34" charset="0"/>
              <a:buChar char="•"/>
              <a:tabLst>
                <a:tab pos="917575" algn="l"/>
              </a:tabLst>
              <a:defRPr/>
            </a:pPr>
            <a:r>
              <a:rPr lang="en-US" sz="1000" dirty="0">
                <a:solidFill>
                  <a:srgbClr val="000000"/>
                </a:solidFill>
              </a:rPr>
              <a:t>Lider de Equipo @ Importante Multinacional – Siderurgia: </a:t>
            </a:r>
            <a:r>
              <a:rPr lang="es-ES" sz="1000" b="0" dirty="0">
                <a:cs typeface="Calibri"/>
              </a:rPr>
              <a:t>Desarrollar la estrategia y arquitectura para la migración de aplicaciones de costeo. Orientar al equipo. Orquestación de pipelines de DataBricks. Generación de documentación técnica. Atención al cliente.</a:t>
            </a:r>
          </a:p>
          <a:p>
            <a:pPr marL="171450" indent="-171450" algn="just" defTabSz="912813">
              <a:buFont typeface="Arial" panose="020B0604020202020204" pitchFamily="34" charset="0"/>
              <a:buChar char="•"/>
              <a:tabLst>
                <a:tab pos="917575" algn="l"/>
              </a:tabLst>
              <a:defRPr/>
            </a:pPr>
            <a:r>
              <a:rPr lang="en-US" sz="1000" dirty="0">
                <a:solidFill>
                  <a:srgbClr val="000000"/>
                </a:solidFill>
              </a:rPr>
              <a:t>Product Owner @ </a:t>
            </a:r>
            <a:r>
              <a:rPr lang="es-ES" sz="1000" dirty="0">
                <a:solidFill>
                  <a:srgbClr val="000000"/>
                </a:solidFill>
              </a:rPr>
              <a:t>Sistema NLP para ACN con integración en Azure</a:t>
            </a:r>
            <a:r>
              <a:rPr lang="en-US" sz="1000" dirty="0">
                <a:solidFill>
                  <a:srgbClr val="000000"/>
                </a:solidFill>
              </a:rPr>
              <a:t>: </a:t>
            </a:r>
            <a:r>
              <a:rPr lang="es-ES" sz="1000" b="0" dirty="0">
                <a:cs typeface="Calibri"/>
              </a:rPr>
              <a:t>Desarrollo, evaluación y valoración de modelos de PNL. Integración de equipos. Aseguramiento de la calidad.</a:t>
            </a:r>
            <a:endParaRPr lang="en-US" sz="1000" b="0" dirty="0">
              <a:cs typeface="Calibri"/>
            </a:endParaRPr>
          </a:p>
          <a:p>
            <a:pPr marL="171450" indent="-171450" algn="just" defTabSz="912813">
              <a:buFont typeface="Arial" panose="020B0604020202020204" pitchFamily="34" charset="0"/>
              <a:buChar char="•"/>
              <a:tabLst>
                <a:tab pos="917575" algn="l"/>
              </a:tabLst>
              <a:defRPr/>
            </a:pPr>
            <a:r>
              <a:rPr lang="es-ES" sz="1000" dirty="0">
                <a:solidFill>
                  <a:srgbClr val="000000"/>
                </a:solidFill>
              </a:rPr>
              <a:t>Ingeniero de Performance @ Compañía Farmacéutica Internacional</a:t>
            </a:r>
            <a:r>
              <a:rPr lang="en-US" sz="1000" dirty="0">
                <a:solidFill>
                  <a:srgbClr val="000000"/>
                </a:solidFill>
              </a:rPr>
              <a:t>:</a:t>
            </a:r>
            <a:r>
              <a:rPr lang="es-ES" sz="1000" dirty="0">
                <a:solidFill>
                  <a:srgbClr val="000000"/>
                </a:solidFill>
              </a:rPr>
              <a:t> </a:t>
            </a:r>
            <a:r>
              <a:rPr lang="es-ES" sz="1000" b="0" dirty="0">
                <a:cs typeface="Calibri"/>
              </a:rPr>
              <a:t>Mejora del rendimiento y ajuste de código con Databricks en Azure. Análisis y ajuste de consultas con Snowflake en Azure. Visualización de datos con paneles de DataBricks.</a:t>
            </a:r>
            <a:endParaRPr lang="en-US" sz="1000" b="0" dirty="0">
              <a:cs typeface="Calibri"/>
            </a:endParaRPr>
          </a:p>
          <a:p>
            <a:pPr marL="171450" lvl="0" indent="-171450" algn="just" defTabSz="912813">
              <a:buFont typeface="Arial" panose="020B0604020202020204" pitchFamily="34" charset="0"/>
              <a:buChar char="•"/>
              <a:tabLst>
                <a:tab pos="917575" algn="l"/>
              </a:tabLst>
              <a:defRPr/>
            </a:pPr>
            <a:r>
              <a:rPr lang="en-US" sz="1000" dirty="0">
                <a:solidFill>
                  <a:srgbClr val="000000"/>
                </a:solidFill>
              </a:rPr>
              <a:t>Gerente de Ingenieria en  Aprendizaje Automatico @ Compañia Minera Internacional:</a:t>
            </a:r>
            <a:r>
              <a:rPr lang="es-ES" sz="1000" dirty="0">
                <a:solidFill>
                  <a:srgbClr val="000000"/>
                </a:solidFill>
              </a:rPr>
              <a:t> </a:t>
            </a:r>
            <a:r>
              <a:rPr lang="es-ES" sz="1000" b="0" dirty="0">
                <a:cs typeface="Calibri"/>
              </a:rPr>
              <a:t>Proporcionar servicios MLOps y DevOps en Azure con Databricks.</a:t>
            </a:r>
            <a:endParaRPr lang="en-US" sz="1000" b="0" dirty="0">
              <a:cs typeface="Calibri"/>
            </a:endParaRPr>
          </a:p>
          <a:p>
            <a:pPr marL="171450" indent="-171450" algn="just" defTabSz="912813">
              <a:buFont typeface="Arial" panose="020B0604020202020204" pitchFamily="34" charset="0"/>
              <a:buChar char="•"/>
              <a:tabLst>
                <a:tab pos="917575" algn="l"/>
              </a:tabLst>
              <a:defRPr/>
            </a:pPr>
            <a:r>
              <a:rPr lang="es-ES" sz="1000" dirty="0">
                <a:solidFill>
                  <a:srgbClr val="000000"/>
                </a:solidFill>
              </a:rPr>
              <a:t>Gerente de Ingeniería y PO @ Bolsa de Comercio, ARGENTINA: </a:t>
            </a:r>
            <a:r>
              <a:rPr lang="es-ES" sz="1000" b="0" dirty="0">
                <a:cs typeface="Calibri"/>
              </a:rPr>
              <a:t>Trabajo en equipo. Diseño de arquitectura. Coordinación y planificación. Desarrollo e implementación de soluciones de software para integraciones de middleware. Product Owner.</a:t>
            </a:r>
            <a:endParaRPr lang="en-US" sz="800" b="0" dirty="0">
              <a:solidFill>
                <a:prstClr val="black"/>
              </a:solidFill>
              <a:cs typeface="Calibri"/>
            </a:endParaRPr>
          </a:p>
          <a:p>
            <a:pPr defTabSz="912813">
              <a:lnSpc>
                <a:spcPct val="100000"/>
              </a:lnSpc>
              <a:spcBef>
                <a:spcPts val="0"/>
              </a:spcBef>
              <a:tabLst>
                <a:tab pos="917575" algn="l"/>
              </a:tabLst>
              <a:defRPr/>
            </a:pPr>
            <a:endParaRPr lang="en-US" sz="1000" dirty="0">
              <a:solidFill>
                <a:srgbClr val="000000"/>
              </a:solidFill>
              <a:latin typeface="+mn-lt"/>
            </a:endParaRP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2022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352674"/>
            <a:ext cx="5761038" cy="50532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dirty="0">
                <a:solidFill>
                  <a:schemeClr val="bg1"/>
                </a:solidFill>
              </a:rPr>
              <a:t>Accenture Applied Intelligence</a:t>
            </a:r>
          </a:p>
        </p:txBody>
      </p:sp>
      <p:pic>
        <p:nvPicPr>
          <p:cNvPr id="10" name="Picture 2">
            <a:extLst>
              <a:ext uri="{FF2B5EF4-FFF2-40B4-BE49-F238E27FC236}">
                <a16:creationId xmlns:a16="http://schemas.microsoft.com/office/drawing/2014/main" id="{07D5CA4C-948D-B1E7-A2F5-DDC9FCF65B63}"/>
              </a:ext>
            </a:extLst>
          </p:cNvPr>
          <p:cNvPicPr>
            <a:picLocks noChangeAspect="1"/>
          </p:cNvPicPr>
          <p:nvPr/>
        </p:nvPicPr>
        <p:blipFill>
          <a:blip r:embed="rId5"/>
          <a:srcRect t="6047" b="6047"/>
          <a:stretch/>
        </p:blipFill>
        <p:spPr>
          <a:xfrm>
            <a:off x="151712" y="819316"/>
            <a:ext cx="1640637" cy="1517904"/>
          </a:xfrm>
          <a:prstGeom prst="ellipse">
            <a:avLst/>
          </a:prstGeom>
          <a:effectLst>
            <a:softEdge rad="0"/>
          </a:effectLst>
        </p:spPr>
      </p:pic>
      <p:sp>
        <p:nvSpPr>
          <p:cNvPr id="12" name="Rectangle 11">
            <a:extLst>
              <a:ext uri="{FF2B5EF4-FFF2-40B4-BE49-F238E27FC236}">
                <a16:creationId xmlns:a16="http://schemas.microsoft.com/office/drawing/2014/main" id="{C99CBEA1-1572-AE45-9D04-FA330F835AD4}"/>
              </a:ext>
            </a:extLst>
          </p:cNvPr>
          <p:cNvSpPr/>
          <p:nvPr/>
        </p:nvSpPr>
        <p:spPr>
          <a:xfrm>
            <a:off x="100867" y="5551110"/>
            <a:ext cx="4003518" cy="71972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04840" y="5827255"/>
            <a:ext cx="1906908" cy="413522"/>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err="1"/>
              <a:t>Español</a:t>
            </a:r>
            <a:r>
              <a:rPr lang="en-US" dirty="0"/>
              <a:t> (</a:t>
            </a:r>
            <a:r>
              <a:rPr lang="en-US" dirty="0" err="1"/>
              <a:t>Nativo</a:t>
            </a:r>
            <a:r>
              <a:rPr lang="en-US" dirty="0"/>
              <a:t>).</a:t>
            </a:r>
          </a:p>
          <a:p>
            <a:r>
              <a:rPr lang="en-US" dirty="0"/>
              <a:t>Ingles (Avanzado).</a:t>
            </a:r>
          </a:p>
        </p:txBody>
      </p:sp>
      <p:sp>
        <p:nvSpPr>
          <p:cNvPr id="21" name="Text Placeholder 4">
            <a:extLst>
              <a:ext uri="{FF2B5EF4-FFF2-40B4-BE49-F238E27FC236}">
                <a16:creationId xmlns:a16="http://schemas.microsoft.com/office/drawing/2014/main" id="{DD6599D1-8825-92DA-8832-92535F9E3D11}"/>
              </a:ext>
            </a:extLst>
          </p:cNvPr>
          <p:cNvSpPr txBox="1">
            <a:spLocks/>
          </p:cNvSpPr>
          <p:nvPr/>
        </p:nvSpPr>
        <p:spPr>
          <a:xfrm>
            <a:off x="228685" y="5617218"/>
            <a:ext cx="1278123"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IDIOMAS</a:t>
            </a:r>
            <a:endParaRPr lang="en-US" sz="1200" b="1" dirty="0">
              <a:solidFill>
                <a:schemeClr val="accent1"/>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00869" y="2349359"/>
            <a:ext cx="4003518" cy="3146161"/>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228685" y="2398584"/>
            <a:ext cx="2887778" cy="140294"/>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BACKGROUND PROFESIONAL </a:t>
            </a:r>
            <a:endParaRPr lang="en-US" sz="1200" b="1" dirty="0">
              <a:solidFill>
                <a:schemeClr val="accent1"/>
              </a:solidFill>
              <a:latin typeface="+mj-lt"/>
            </a:endParaRPr>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00894" y="4110103"/>
            <a:ext cx="3821939" cy="569387"/>
          </a:xfrm>
          <a:prstGeom prst="rect">
            <a:avLst/>
          </a:prstGeom>
        </p:spPr>
        <p:txBody>
          <a:bodyPr vert="horz"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Char char="•"/>
            </a:pPr>
            <a:r>
              <a:rPr lang="en-US" sz="1000" dirty="0" err="1">
                <a:solidFill>
                  <a:srgbClr val="000000"/>
                </a:solidFill>
              </a:rPr>
              <a:t>Ingeniero</a:t>
            </a:r>
            <a:r>
              <a:rPr lang="en-US" sz="1000" dirty="0">
                <a:solidFill>
                  <a:srgbClr val="000000"/>
                </a:solidFill>
              </a:rPr>
              <a:t> </a:t>
            </a:r>
            <a:r>
              <a:rPr lang="en-US" sz="1000" dirty="0" err="1">
                <a:solidFill>
                  <a:srgbClr val="000000"/>
                </a:solidFill>
              </a:rPr>
              <a:t>en</a:t>
            </a:r>
            <a:r>
              <a:rPr lang="en-US" sz="1000" dirty="0">
                <a:solidFill>
                  <a:srgbClr val="000000"/>
                </a:solidFill>
              </a:rPr>
              <a:t> </a:t>
            </a:r>
            <a:r>
              <a:rPr lang="en-US" sz="1000" dirty="0" err="1">
                <a:solidFill>
                  <a:srgbClr val="000000"/>
                </a:solidFill>
              </a:rPr>
              <a:t>Sistemas</a:t>
            </a:r>
            <a:r>
              <a:rPr lang="en-US" sz="1000" dirty="0">
                <a:solidFill>
                  <a:srgbClr val="000000"/>
                </a:solidFill>
              </a:rPr>
              <a:t> (UAI)</a:t>
            </a:r>
          </a:p>
          <a:p>
            <a:pPr marL="171450" indent="-171450">
              <a:buChar char="•"/>
            </a:pPr>
            <a:r>
              <a:rPr lang="en-US" sz="1000" dirty="0">
                <a:solidFill>
                  <a:srgbClr val="000000"/>
                </a:solidFill>
              </a:rPr>
              <a:t>Magister </a:t>
            </a:r>
            <a:r>
              <a:rPr lang="en-US" sz="1000" dirty="0" err="1">
                <a:solidFill>
                  <a:srgbClr val="000000"/>
                </a:solidFill>
              </a:rPr>
              <a:t>en</a:t>
            </a:r>
            <a:r>
              <a:rPr lang="en-US" sz="1000" dirty="0">
                <a:solidFill>
                  <a:srgbClr val="000000"/>
                </a:solidFill>
              </a:rPr>
              <a:t> </a:t>
            </a:r>
            <a:r>
              <a:rPr lang="en-US" sz="1000" dirty="0" err="1">
                <a:solidFill>
                  <a:srgbClr val="000000"/>
                </a:solidFill>
              </a:rPr>
              <a:t>Technologia</a:t>
            </a:r>
            <a:r>
              <a:rPr lang="en-US" sz="1000" dirty="0">
                <a:solidFill>
                  <a:srgbClr val="000000"/>
                </a:solidFill>
              </a:rPr>
              <a:t> de la </a:t>
            </a:r>
            <a:r>
              <a:rPr lang="en-US" sz="1000" dirty="0" err="1">
                <a:solidFill>
                  <a:srgbClr val="000000"/>
                </a:solidFill>
              </a:rPr>
              <a:t>Informacion</a:t>
            </a:r>
            <a:r>
              <a:rPr lang="en-US" sz="1000" dirty="0">
                <a:solidFill>
                  <a:srgbClr val="000000"/>
                </a:solidFill>
              </a:rPr>
              <a:t> (UAI)</a:t>
            </a:r>
          </a:p>
          <a:p>
            <a:r>
              <a:rPr lang="en-US" sz="1000" dirty="0">
                <a:solidFill>
                  <a:srgbClr val="000000"/>
                </a:solidFill>
              </a:rPr>
              <a:t>Doctor </a:t>
            </a:r>
            <a:r>
              <a:rPr lang="en-US" sz="1000" dirty="0" err="1">
                <a:solidFill>
                  <a:srgbClr val="000000"/>
                </a:solidFill>
              </a:rPr>
              <a:t>en</a:t>
            </a:r>
            <a:r>
              <a:rPr lang="en-US" sz="1000" dirty="0">
                <a:solidFill>
                  <a:srgbClr val="000000"/>
                </a:solidFill>
              </a:rPr>
              <a:t> Informatica (UAI)</a:t>
            </a:r>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28685" y="2606641"/>
            <a:ext cx="3909324" cy="1482457"/>
          </a:xfrm>
          <a:prstGeom prst="rect">
            <a:avLst/>
          </a:prstGeom>
        </p:spPr>
        <p:txBody>
          <a:bodyPr vert="horz" wrap="square"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00000"/>
              </a:lnSpc>
              <a:spcBef>
                <a:spcPts val="300"/>
              </a:spcBef>
              <a:buClr>
                <a:srgbClr val="549E39"/>
              </a:buClr>
              <a:buNone/>
              <a:defRPr/>
            </a:pPr>
            <a:r>
              <a:rPr lang="es-ES" sz="1000" dirty="0">
                <a:solidFill>
                  <a:prstClr val="black"/>
                </a:solidFill>
              </a:rPr>
              <a:t>Pablo es Doctor en Tecnologías de la Información (Universidad Abierta Interamericana UAI, Argentina), con más de 25 años de experiencia en la industria del software. Apasionado por la ingeniería de software y la IA. Enfocado en construir soluciones a problemas reales de personas, gestionando y colaborando activamente en proyectos de Machine </a:t>
            </a:r>
            <a:r>
              <a:rPr lang="es-ES" sz="1000" dirty="0" err="1">
                <a:solidFill>
                  <a:prstClr val="black"/>
                </a:solidFill>
              </a:rPr>
              <a:t>Learning</a:t>
            </a:r>
            <a:r>
              <a:rPr lang="es-ES" sz="1000" dirty="0">
                <a:solidFill>
                  <a:prstClr val="black"/>
                </a:solidFill>
              </a:rPr>
              <a:t>. Actualmente es Machine </a:t>
            </a:r>
            <a:r>
              <a:rPr lang="es-ES" sz="1000" dirty="0" err="1">
                <a:solidFill>
                  <a:prstClr val="black"/>
                </a:solidFill>
              </a:rPr>
              <a:t>Learning</a:t>
            </a:r>
            <a:r>
              <a:rPr lang="es-ES" sz="1000" dirty="0">
                <a:solidFill>
                  <a:prstClr val="black"/>
                </a:solidFill>
              </a:rPr>
              <a:t> </a:t>
            </a:r>
            <a:r>
              <a:rPr lang="es-ES" sz="1000" dirty="0" err="1">
                <a:solidFill>
                  <a:prstClr val="black"/>
                </a:solidFill>
              </a:rPr>
              <a:t>Engineering</a:t>
            </a:r>
            <a:r>
              <a:rPr lang="es-ES" sz="1000" dirty="0">
                <a:solidFill>
                  <a:prstClr val="black"/>
                </a:solidFill>
              </a:rPr>
              <a:t> Principal en Accenture </a:t>
            </a:r>
            <a:r>
              <a:rPr lang="es-ES" sz="1000" dirty="0" err="1">
                <a:solidFill>
                  <a:prstClr val="black"/>
                </a:solidFill>
              </a:rPr>
              <a:t>Applied</a:t>
            </a:r>
            <a:r>
              <a:rPr lang="es-ES" sz="1000" dirty="0">
                <a:solidFill>
                  <a:prstClr val="black"/>
                </a:solidFill>
              </a:rPr>
              <a:t> </a:t>
            </a:r>
            <a:r>
              <a:rPr lang="es-ES" sz="1000" dirty="0" err="1">
                <a:solidFill>
                  <a:prstClr val="black"/>
                </a:solidFill>
              </a:rPr>
              <a:t>Intelligence</a:t>
            </a:r>
            <a:r>
              <a:rPr lang="es-ES" sz="1000" dirty="0">
                <a:solidFill>
                  <a:prstClr val="black"/>
                </a:solidFill>
              </a:rPr>
              <a:t> </a:t>
            </a:r>
            <a:r>
              <a:rPr lang="es-ES" sz="1000" dirty="0" err="1">
                <a:solidFill>
                  <a:prstClr val="black"/>
                </a:solidFill>
              </a:rPr>
              <a:t>Latam</a:t>
            </a:r>
            <a:r>
              <a:rPr lang="es-ES" sz="1000" dirty="0">
                <a:solidFill>
                  <a:prstClr val="black"/>
                </a:solidFill>
              </a:rPr>
              <a:t> Hub.</a:t>
            </a:r>
            <a:endParaRPr lang="en-US" sz="1000" dirty="0">
              <a:solidFill>
                <a:prstClr val="black"/>
              </a:solidFill>
            </a:endParaRPr>
          </a:p>
          <a:p>
            <a:pPr marL="0" indent="0" algn="just">
              <a:spcAft>
                <a:spcPts val="400"/>
              </a:spcAft>
              <a:buNone/>
            </a:pPr>
            <a:endParaRPr lang="en-US" sz="1000" dirty="0"/>
          </a:p>
        </p:txBody>
      </p:sp>
      <p:sp>
        <p:nvSpPr>
          <p:cNvPr id="14" name="Text Placeholder 4">
            <a:extLst>
              <a:ext uri="{FF2B5EF4-FFF2-40B4-BE49-F238E27FC236}">
                <a16:creationId xmlns:a16="http://schemas.microsoft.com/office/drawing/2014/main" id="{B07B91B1-EE0B-F641-A7FC-DCF04AC387EB}"/>
              </a:ext>
            </a:extLst>
          </p:cNvPr>
          <p:cNvSpPr txBox="1">
            <a:spLocks/>
          </p:cNvSpPr>
          <p:nvPr/>
        </p:nvSpPr>
        <p:spPr>
          <a:xfrm>
            <a:off x="231461" y="4758912"/>
            <a:ext cx="2887778" cy="21392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ESPECIALIZACIONES</a:t>
            </a:r>
            <a:endParaRPr lang="en-US" sz="1200" b="1" dirty="0">
              <a:solidFill>
                <a:schemeClr val="accent1"/>
              </a:solidFill>
              <a:latin typeface="+mj-lt"/>
            </a:endParaRPr>
          </a:p>
        </p:txBody>
      </p:sp>
      <p:sp>
        <p:nvSpPr>
          <p:cNvPr id="15" name="Text Placeholder 4">
            <a:extLst>
              <a:ext uri="{FF2B5EF4-FFF2-40B4-BE49-F238E27FC236}">
                <a16:creationId xmlns:a16="http://schemas.microsoft.com/office/drawing/2014/main" id="{C6C6F30C-8A03-ED31-28E1-B55E7A796408}"/>
              </a:ext>
            </a:extLst>
          </p:cNvPr>
          <p:cNvSpPr txBox="1">
            <a:spLocks/>
          </p:cNvSpPr>
          <p:nvPr/>
        </p:nvSpPr>
        <p:spPr>
          <a:xfrm>
            <a:off x="228685" y="3876984"/>
            <a:ext cx="2887778" cy="202224"/>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EDUCACION</a:t>
            </a:r>
            <a:endParaRPr lang="en-US" sz="1200" b="1" dirty="0">
              <a:solidFill>
                <a:schemeClr val="accent1"/>
              </a:solidFill>
              <a:latin typeface="+mj-lt"/>
            </a:endParaRPr>
          </a:p>
        </p:txBody>
      </p:sp>
      <p:grpSp>
        <p:nvGrpSpPr>
          <p:cNvPr id="27" name="Group 26">
            <a:extLst>
              <a:ext uri="{FF2B5EF4-FFF2-40B4-BE49-F238E27FC236}">
                <a16:creationId xmlns:a16="http://schemas.microsoft.com/office/drawing/2014/main" id="{B2F514F6-C65C-FCC0-5FEA-F784D644ADF0}"/>
              </a:ext>
            </a:extLst>
          </p:cNvPr>
          <p:cNvGrpSpPr/>
          <p:nvPr/>
        </p:nvGrpSpPr>
        <p:grpSpPr>
          <a:xfrm>
            <a:off x="4186491" y="5341908"/>
            <a:ext cx="2483914" cy="960438"/>
            <a:chOff x="4186491" y="5341908"/>
            <a:chExt cx="2483914" cy="960438"/>
          </a:xfrm>
        </p:grpSpPr>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4306473" y="5404297"/>
              <a:ext cx="1278123" cy="224573"/>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INDUSTRIES</a:t>
              </a:r>
              <a:endParaRPr lang="en-US" sz="1200" b="1" dirty="0">
                <a:solidFill>
                  <a:schemeClr val="accent1"/>
                </a:solidFill>
                <a:latin typeface="+mj-lt"/>
              </a:endParaRPr>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4306474" y="5656132"/>
              <a:ext cx="1135619" cy="646214"/>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900" dirty="0"/>
                <a:t>Banca</a:t>
              </a:r>
              <a:endParaRPr lang="en-US" dirty="0"/>
            </a:p>
            <a:p>
              <a:r>
                <a:rPr lang="en-US" sz="900" dirty="0"/>
                <a:t>Capital Market</a:t>
              </a:r>
            </a:p>
            <a:p>
              <a:r>
                <a:rPr lang="en-US" sz="900" dirty="0"/>
                <a:t>E-Commerce</a:t>
              </a:r>
            </a:p>
          </p:txBody>
        </p:sp>
        <p:sp>
          <p:nvSpPr>
            <p:cNvPr id="17" name="Rectangle 16">
              <a:extLst>
                <a:ext uri="{FF2B5EF4-FFF2-40B4-BE49-F238E27FC236}">
                  <a16:creationId xmlns:a16="http://schemas.microsoft.com/office/drawing/2014/main" id="{2E44810B-2E97-BE6F-C788-8DF77A685C56}"/>
                </a:ext>
              </a:extLst>
            </p:cNvPr>
            <p:cNvSpPr/>
            <p:nvPr/>
          </p:nvSpPr>
          <p:spPr>
            <a:xfrm>
              <a:off x="4186491" y="5341908"/>
              <a:ext cx="2483162" cy="923816"/>
            </a:xfrm>
            <a:prstGeom prst="rect">
              <a:avLst/>
            </a:prstGeom>
            <a:no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24" name="Text Placeholder 13">
              <a:extLst>
                <a:ext uri="{FF2B5EF4-FFF2-40B4-BE49-F238E27FC236}">
                  <a16:creationId xmlns:a16="http://schemas.microsoft.com/office/drawing/2014/main" id="{532FA9C9-9BA3-4782-688E-F9BEA30813E6}"/>
                </a:ext>
              </a:extLst>
            </p:cNvPr>
            <p:cNvSpPr txBox="1">
              <a:spLocks/>
            </p:cNvSpPr>
            <p:nvPr/>
          </p:nvSpPr>
          <p:spPr>
            <a:xfrm>
              <a:off x="5534786" y="5587892"/>
              <a:ext cx="1135619" cy="646214"/>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900" dirty="0" err="1"/>
                <a:t>Consultoria</a:t>
              </a:r>
              <a:endParaRPr lang="en-US" sz="900" dirty="0"/>
            </a:p>
            <a:p>
              <a:r>
                <a:rPr lang="en-US" sz="900" dirty="0" err="1"/>
                <a:t>Energia</a:t>
              </a:r>
              <a:endParaRPr lang="en-US" sz="900" dirty="0"/>
            </a:p>
            <a:p>
              <a:r>
                <a:rPr lang="en-US" sz="900" dirty="0" err="1"/>
                <a:t>Educación</a:t>
              </a:r>
              <a:endParaRPr lang="en-US" sz="900" dirty="0"/>
            </a:p>
          </p:txBody>
        </p:sp>
      </p:grpSp>
      <p:sp>
        <p:nvSpPr>
          <p:cNvPr id="4" name="Text Placeholder 13">
            <a:extLst>
              <a:ext uri="{FF2B5EF4-FFF2-40B4-BE49-F238E27FC236}">
                <a16:creationId xmlns:a16="http://schemas.microsoft.com/office/drawing/2014/main" id="{5DC2CF0C-DBEE-3EE3-BA15-FA5994081D28}"/>
              </a:ext>
            </a:extLst>
          </p:cNvPr>
          <p:cNvSpPr txBox="1">
            <a:spLocks/>
          </p:cNvSpPr>
          <p:nvPr/>
        </p:nvSpPr>
        <p:spPr>
          <a:xfrm>
            <a:off x="122078" y="4960328"/>
            <a:ext cx="3821939" cy="770980"/>
          </a:xfrm>
          <a:prstGeom prst="rect">
            <a:avLst/>
          </a:prstGeom>
        </p:spPr>
        <p:txBody>
          <a:bodyPr vert="horz"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Char char="•"/>
            </a:pPr>
            <a:r>
              <a:rPr lang="en-US" sz="900" dirty="0" err="1">
                <a:solidFill>
                  <a:srgbClr val="000000"/>
                </a:solidFill>
              </a:rPr>
              <a:t>DataBricks</a:t>
            </a:r>
            <a:r>
              <a:rPr lang="en-US" sz="900" dirty="0">
                <a:solidFill>
                  <a:srgbClr val="000000"/>
                </a:solidFill>
              </a:rPr>
              <a:t> Certified Associate Developer for Apache Spark 3.0</a:t>
            </a:r>
          </a:p>
          <a:p>
            <a:pPr marL="171450" indent="-171450">
              <a:buChar char="•"/>
            </a:pPr>
            <a:r>
              <a:rPr lang="en-US" sz="900" dirty="0">
                <a:solidFill>
                  <a:srgbClr val="000000"/>
                </a:solidFill>
              </a:rPr>
              <a:t>AZ-900 Microsoft Azure Fundamentals</a:t>
            </a:r>
          </a:p>
          <a:p>
            <a:r>
              <a:rPr lang="en-US" sz="900" dirty="0">
                <a:solidFill>
                  <a:srgbClr val="000000"/>
                </a:solidFill>
              </a:rPr>
              <a:t>GCP – Cloud Digital Leader</a:t>
            </a:r>
          </a:p>
          <a:p>
            <a:pPr marL="171450" indent="-171450">
              <a:buChar char="•"/>
            </a:pPr>
            <a:endParaRPr lang="en-US" sz="1000" dirty="0"/>
          </a:p>
        </p:txBody>
      </p:sp>
      <p:sp>
        <p:nvSpPr>
          <p:cNvPr id="5" name="Rectangle 1">
            <a:extLst>
              <a:ext uri="{FF2B5EF4-FFF2-40B4-BE49-F238E27FC236}">
                <a16:creationId xmlns:a16="http://schemas.microsoft.com/office/drawing/2014/main" id="{65970850-A0F7-221F-146E-E45E7576ADE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25133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6_Office Theme">
  <a:themeElements>
    <a:clrScheme name="VISA">
      <a:dk1>
        <a:sysClr val="windowText" lastClr="000000"/>
      </a:dk1>
      <a:lt1>
        <a:sysClr val="window" lastClr="FFFFFF"/>
      </a:lt1>
      <a:dk2>
        <a:srgbClr val="F0F0F0"/>
      </a:dk2>
      <a:lt2>
        <a:srgbClr val="ADADAD"/>
      </a:lt2>
      <a:accent1>
        <a:srgbClr val="1A1F71"/>
      </a:accent1>
      <a:accent2>
        <a:srgbClr val="F7B600"/>
      </a:accent2>
      <a:accent3>
        <a:srgbClr val="5C5C5C"/>
      </a:accent3>
      <a:accent4>
        <a:srgbClr val="003EA9"/>
      </a:accent4>
      <a:accent5>
        <a:srgbClr val="EF8400"/>
      </a:accent5>
      <a:accent6>
        <a:srgbClr val="FFD700"/>
      </a:accent6>
      <a:hlink>
        <a:srgbClr val="1A1F71"/>
      </a:hlink>
      <a:folHlink>
        <a:srgbClr val="ADADAD"/>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75000"/>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25400" cap="sq">
          <a:solidFill>
            <a:schemeClr val="bg2">
              <a:lumMod val="9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CENtur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_Fonts_Arial">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CENture" id="{CC97BB4A-B5B4-4409-B17B-7852844FDFFA}" vid="{0BB4CAA1-AE1F-4AF8-B344-62FB55F0150B}"/>
    </a:ext>
  </a:extLst>
</a:theme>
</file>

<file path=ppt/theme/theme3.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2" ma:contentTypeDescription="Create a new document." ma:contentTypeScope="" ma:versionID="7a6cc17327f8fd4a1bea693b89822f0e">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0fcd0ec4e5a5c37c753411fc93cc8c20"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7B172E-CD09-404A-9D73-CF6EC1E50CB2}">
  <ds:schemaRefs>
    <ds:schemaRef ds:uri="8bf43e9c-ec30-4b03-90a4-56360b8dd0ac"/>
    <ds:schemaRef ds:uri="http://purl.org/dc/terms/"/>
    <ds:schemaRef ds:uri="http://schemas.microsoft.com/office/2006/metadata/properties"/>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a9ec5491-ab8d-4b40-a3b8-06014ad5eeda"/>
    <ds:schemaRef ds:uri="http://purl.org/dc/dcmitype/"/>
    <ds:schemaRef ds:uri="79726371-cff8-4f4e-9632-62e183fd1868"/>
    <ds:schemaRef ds:uri="9e1adda6-93f2-443e-b0ef-40d6e1dc8c9d"/>
    <ds:schemaRef ds:uri="9e5dff9b-ec84-400a-8d4d-02e969566393"/>
  </ds:schemaRefs>
</ds:datastoreItem>
</file>

<file path=customXml/itemProps2.xml><?xml version="1.0" encoding="utf-8"?>
<ds:datastoreItem xmlns:ds="http://schemas.openxmlformats.org/officeDocument/2006/customXml" ds:itemID="{E953E4F1-EED6-4251-8956-041C290CBDF2}">
  <ds:schemaRefs>
    <ds:schemaRef ds:uri="http://schemas.microsoft.com/sharepoint/v3/contenttype/forms"/>
  </ds:schemaRefs>
</ds:datastoreItem>
</file>

<file path=customXml/itemProps3.xml><?xml version="1.0" encoding="utf-8"?>
<ds:datastoreItem xmlns:ds="http://schemas.openxmlformats.org/officeDocument/2006/customXml" ds:itemID="{51A26F8E-6B0D-4AA1-BE6D-FE43F85367F1}"/>
</file>

<file path=docMetadata/LabelInfo.xml><?xml version="1.0" encoding="utf-8"?>
<clbl:labelList xmlns:clbl="http://schemas.microsoft.com/office/2020/mipLabelMetadata">
  <clbl:label id="{1bc0f418-96a4-4caf-9d7c-ccc5ec7f9d91}" enabled="1" method="Privileged" siteId="{e0793d39-0939-496d-b129-198edd916feb}" removed="0"/>
</clbl:labelList>
</file>

<file path=docProps/app.xml><?xml version="1.0" encoding="utf-8"?>
<Properties xmlns="http://schemas.openxmlformats.org/officeDocument/2006/extended-properties" xmlns:vt="http://schemas.openxmlformats.org/officeDocument/2006/docPropsVTypes">
  <TotalTime>717</TotalTime>
  <Words>993</Words>
  <Application>Microsoft Office PowerPoint</Application>
  <PresentationFormat>Widescreen</PresentationFormat>
  <Paragraphs>105</Paragraphs>
  <Slides>2</Slides>
  <Notes>2</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2</vt:i4>
      </vt:variant>
    </vt:vector>
  </HeadingPairs>
  <TitlesOfParts>
    <vt:vector size="14" baseType="lpstr">
      <vt:lpstr>Arial</vt:lpstr>
      <vt:lpstr>Arial Black</vt:lpstr>
      <vt:lpstr>Calibri</vt:lpstr>
      <vt:lpstr>Graphik</vt:lpstr>
      <vt:lpstr>Graphik Black</vt:lpstr>
      <vt:lpstr>Graphik Super</vt:lpstr>
      <vt:lpstr>GT Sectra Fine Rg</vt:lpstr>
      <vt:lpstr>Palatino Linotype</vt:lpstr>
      <vt:lpstr>6_Office Theme</vt:lpstr>
      <vt:lpstr>ThemeACCENture</vt:lpstr>
      <vt:lpstr>ThemeACN2</vt:lpstr>
      <vt:lpstr>think-cell Slide</vt:lpstr>
      <vt:lpstr>PowerPoint Presentation</vt:lpstr>
      <vt:lpstr>PowerPoint Presentation</vt:lpstr>
    </vt:vector>
  </TitlesOfParts>
  <Company>Accenture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Consulting Proposal CoE</dc:title>
  <dc:creator>rosana.gonzalez@accenture.com</dc:creator>
  <cp:keywords>Products CV Template</cp:keywords>
  <cp:lastModifiedBy>Negro, Pablo</cp:lastModifiedBy>
  <cp:revision>33</cp:revision>
  <dcterms:modified xsi:type="dcterms:W3CDTF">2026-06-18T17:23:11Z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Order">
    <vt:r8>390400</vt:r8>
  </property>
  <property fmtid="{D5CDD505-2E9C-101B-9397-08002B2CF9AE}" pid="4" name="xd_ProgID">
    <vt:lpwstr/>
  </property>
  <property fmtid="{D5CDD505-2E9C-101B-9397-08002B2CF9AE}" pid="5" name="_CopySource">
    <vt:lpwstr>https://ts.accenture.com/sites/PRODUCTS_ASG/dcde/Mentoring/PRD Onboarding Deck/ASG_PRD Onboarding Session_2018_01_January_final.pptx</vt:lpwstr>
  </property>
  <property fmtid="{D5CDD505-2E9C-101B-9397-08002B2CF9AE}" pid="6" name="TemplateUrl">
    <vt:lpwstr/>
  </property>
  <property fmtid="{D5CDD505-2E9C-101B-9397-08002B2CF9AE}" pid="7" name="MSIP_Label_1bc0f418-96a4-4caf-9d7c-ccc5ec7f9d91_Enabled">
    <vt:lpwstr>true</vt:lpwstr>
  </property>
  <property fmtid="{D5CDD505-2E9C-101B-9397-08002B2CF9AE}" pid="8" name="MSIP_Label_1bc0f418-96a4-4caf-9d7c-ccc5ec7f9d91_SetDate">
    <vt:lpwstr>2020-04-30T23:14:57Z</vt:lpwstr>
  </property>
  <property fmtid="{D5CDD505-2E9C-101B-9397-08002B2CF9AE}" pid="9" name="MSIP_Label_1bc0f418-96a4-4caf-9d7c-ccc5ec7f9d91_Method">
    <vt:lpwstr>Privileged</vt:lpwstr>
  </property>
  <property fmtid="{D5CDD505-2E9C-101B-9397-08002B2CF9AE}" pid="10" name="MSIP_Label_1bc0f418-96a4-4caf-9d7c-ccc5ec7f9d91_Name">
    <vt:lpwstr>1bc0f418-96a4-4caf-9d7c-ccc5ec7f9d91</vt:lpwstr>
  </property>
  <property fmtid="{D5CDD505-2E9C-101B-9397-08002B2CF9AE}" pid="11" name="MSIP_Label_1bc0f418-96a4-4caf-9d7c-ccc5ec7f9d91_SiteId">
    <vt:lpwstr>e0793d39-0939-496d-b129-198edd916feb</vt:lpwstr>
  </property>
  <property fmtid="{D5CDD505-2E9C-101B-9397-08002B2CF9AE}" pid="12" name="MSIP_Label_1bc0f418-96a4-4caf-9d7c-ccc5ec7f9d91_ActionId">
    <vt:lpwstr>6258137a-c4ad-4877-b5d3-000067d54560</vt:lpwstr>
  </property>
  <property fmtid="{D5CDD505-2E9C-101B-9397-08002B2CF9AE}" pid="13" name="MSIP_Label_1bc0f418-96a4-4caf-9d7c-ccc5ec7f9d91_ContentBits">
    <vt:lpwstr>0</vt:lpwstr>
  </property>
  <property fmtid="{D5CDD505-2E9C-101B-9397-08002B2CF9AE}" pid="14" name="MediaServiceImageTags">
    <vt:lpwstr/>
  </property>
</Properties>
</file>