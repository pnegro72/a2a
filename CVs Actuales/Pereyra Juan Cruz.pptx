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076136191" r:id="rId5"/>
    <p:sldId id="2076136193"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30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Short Headline and 2 Columns">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7877665F-10BD-4C6C-AC32-89F087D69A77}"/>
              </a:ext>
            </a:extLst>
          </p:cNvPr>
          <p:cNvGraphicFramePr>
            <a:graphicFrameLocks noChangeAspect="1"/>
          </p:cNvGraphicFramePr>
          <p:nvPr userDrawn="1">
            <p:custDataLst>
              <p:tags r:id="rId1"/>
            </p:custDataLst>
          </p:nvPr>
        </p:nvGraphicFramePr>
        <p:xfrm>
          <a:off x="1589" y="1588"/>
          <a:ext cx="1588"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a:extLst>
                          <a:ext uri="{FF2B5EF4-FFF2-40B4-BE49-F238E27FC236}">
                            <a16:creationId xmlns:a16="http://schemas.microsoft.com/office/drawing/2014/main" id="{7877665F-10BD-4C6C-AC32-89F087D69A77}"/>
                          </a:ext>
                        </a:extLst>
                      </p:cNvPr>
                      <p:cNvPicPr/>
                      <p:nvPr/>
                    </p:nvPicPr>
                    <p:blipFill>
                      <a:blip r:embed="rId4"/>
                      <a:stretch>
                        <a:fillRect/>
                      </a:stretch>
                    </p:blipFill>
                    <p:spPr>
                      <a:xfrm>
                        <a:off x="1589" y="1588"/>
                        <a:ext cx="1588" cy="1587"/>
                      </a:xfrm>
                      <a:prstGeom prst="rect">
                        <a:avLst/>
                      </a:prstGeom>
                    </p:spPr>
                  </p:pic>
                </p:oleObj>
              </mc:Fallback>
            </mc:AlternateContent>
          </a:graphicData>
        </a:graphic>
      </p:graphicFrame>
      <p:sp>
        <p:nvSpPr>
          <p:cNvPr id="7" name="Footer Placeholder 6"/>
          <p:cNvSpPr>
            <a:spLocks noGrp="1"/>
          </p:cNvSpPr>
          <p:nvPr>
            <p:ph type="ftr" sz="quarter" idx="16"/>
          </p:nvPr>
        </p:nvSpPr>
        <p:spPr/>
        <p:txBody>
          <a:bodyPr/>
          <a:lstStyle/>
          <a:p>
            <a:r>
              <a:rPr lang="en-US"/>
              <a:t>Copyright © 2018 Accenture. All rights reserved.</a:t>
            </a:r>
          </a:p>
        </p:txBody>
      </p:sp>
      <p:sp>
        <p:nvSpPr>
          <p:cNvPr id="10" name="Slide Number Placeholder 9"/>
          <p:cNvSpPr>
            <a:spLocks noGrp="1"/>
          </p:cNvSpPr>
          <p:nvPr>
            <p:ph type="sldNum" sz="quarter" idx="17"/>
          </p:nvPr>
        </p:nvSpPr>
        <p:spPr/>
        <p:txBody>
          <a:bodyPr/>
          <a:lstStyle/>
          <a:p>
            <a:fld id="{4F9AC08D-23A9-440E-BCB9-AA1E9877CC38}" type="slidenum">
              <a:rPr lang="en-US" smtClean="0"/>
              <a:pPr/>
              <a:t>‹#›</a:t>
            </a:fld>
            <a:endParaRPr lang="en-US"/>
          </a:p>
        </p:txBody>
      </p:sp>
      <p:sp>
        <p:nvSpPr>
          <p:cNvPr id="6" name="Content Placeholder 5"/>
          <p:cNvSpPr>
            <a:spLocks noGrp="1"/>
          </p:cNvSpPr>
          <p:nvPr>
            <p:ph sz="quarter" idx="18"/>
          </p:nvPr>
        </p:nvSpPr>
        <p:spPr>
          <a:xfrm>
            <a:off x="381000" y="1828803"/>
            <a:ext cx="5715000" cy="4689475"/>
          </a:xfrm>
        </p:spPr>
        <p:txBody>
          <a:bodyPr>
            <a:normAutofit/>
          </a:bodyPr>
          <a:lstStyle>
            <a:lvl1pPr>
              <a:defRPr sz="2399"/>
            </a:lvl1pPr>
            <a:lvl2pPr>
              <a:spcAft>
                <a:spcPts val="1200"/>
              </a:spcAft>
              <a:defRPr sz="1999"/>
            </a:lvl2pPr>
            <a:lvl3pPr marL="514029" indent="-230044">
              <a:buFont typeface="Graphik" panose="020B0503030202060203" pitchFamily="34" charset="0"/>
              <a:buChar char="–"/>
              <a:defRPr sz="1599"/>
            </a:lvl3pPr>
            <a:lvl5pPr marL="856715" indent="-177689">
              <a:buFont typeface="Graphik" panose="020B0503030202060203" pitchFamily="34" charset="0"/>
              <a:buChar char="–"/>
              <a:defRPr/>
            </a:lvl5pPr>
          </a:lstStyle>
          <a:p>
            <a:pPr lvl="0"/>
            <a:r>
              <a:rPr lang="en-US"/>
              <a:t>Edit Master text styles</a:t>
            </a:r>
          </a:p>
          <a:p>
            <a:pPr lvl="1"/>
            <a:r>
              <a:rPr lang="en-US"/>
              <a:t>Second level</a:t>
            </a:r>
          </a:p>
          <a:p>
            <a:pPr lvl="2"/>
            <a:r>
              <a:rPr lang="en-US"/>
              <a:t>Third level</a:t>
            </a:r>
          </a:p>
        </p:txBody>
      </p:sp>
      <p:sp>
        <p:nvSpPr>
          <p:cNvPr id="11" name="Title 10"/>
          <p:cNvSpPr>
            <a:spLocks noGrp="1"/>
          </p:cNvSpPr>
          <p:nvPr>
            <p:ph type="title"/>
          </p:nvPr>
        </p:nvSpPr>
        <p:spPr>
          <a:xfrm>
            <a:off x="381000" y="381000"/>
            <a:ext cx="5715000" cy="990601"/>
          </a:xfrm>
        </p:spPr>
        <p:txBody>
          <a:bodyPr/>
          <a:lstStyle/>
          <a:p>
            <a:r>
              <a:rPr lang="en-US"/>
              <a:t>Click to edit Master title style</a:t>
            </a:r>
          </a:p>
        </p:txBody>
      </p:sp>
      <p:sp>
        <p:nvSpPr>
          <p:cNvPr id="8" name="Content Placeholder 5"/>
          <p:cNvSpPr>
            <a:spLocks noGrp="1"/>
          </p:cNvSpPr>
          <p:nvPr>
            <p:ph sz="quarter" idx="19"/>
          </p:nvPr>
        </p:nvSpPr>
        <p:spPr>
          <a:xfrm>
            <a:off x="6096000" y="1828803"/>
            <a:ext cx="5715000" cy="4689475"/>
          </a:xfrm>
        </p:spPr>
        <p:txBody>
          <a:bodyPr>
            <a:normAutofit/>
          </a:bodyPr>
          <a:lstStyle>
            <a:lvl1pPr>
              <a:defRPr sz="2399"/>
            </a:lvl1pPr>
            <a:lvl2pPr>
              <a:spcAft>
                <a:spcPts val="1200"/>
              </a:spcAft>
              <a:defRPr sz="1999"/>
            </a:lvl2pPr>
            <a:lvl3pPr marL="514029" indent="-230044">
              <a:buFont typeface="Graphik" panose="020B0503030202060203" pitchFamily="34" charset="0"/>
              <a:buChar char="–"/>
              <a:defRPr sz="1599"/>
            </a:lvl3pPr>
            <a:lvl5pPr marL="856715" indent="-177689">
              <a:buFont typeface="Graphik" panose="020B0503030202060203" pitchFamily="34" charset="0"/>
              <a:buChar char="–"/>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62059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emplate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3791" y="-46505"/>
            <a:ext cx="12184418" cy="19390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US"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p:nvPr>
        </p:nvSpPr>
        <p:spPr>
          <a:xfrm>
            <a:off x="642938" y="88223"/>
            <a:ext cx="1336675" cy="1673225"/>
          </a:xfrm>
        </p:spPr>
        <p:txBody>
          <a:bodyPr/>
          <a:lstStyle/>
          <a:p>
            <a:endParaRPr lang="en-US"/>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384558" y="6517088"/>
            <a:ext cx="5711445" cy="206246"/>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2020 Accenture. All rights reserved.</a:t>
            </a:r>
          </a:p>
        </p:txBody>
      </p:sp>
      <p:sp>
        <p:nvSpPr>
          <p:cNvPr id="16" name="Slide Number Placeholder 9">
            <a:extLst>
              <a:ext uri="{FF2B5EF4-FFF2-40B4-BE49-F238E27FC236}">
                <a16:creationId xmlns:a16="http://schemas.microsoft.com/office/drawing/2014/main" id="{AEE8CA5D-8B85-43BD-926A-533776C7D0B7}"/>
              </a:ext>
            </a:extLst>
          </p:cNvPr>
          <p:cNvSpPr>
            <a:spLocks noGrp="1"/>
          </p:cNvSpPr>
          <p:nvPr>
            <p:ph type="sldNum" sz="quarter" idx="4"/>
          </p:nvPr>
        </p:nvSpPr>
        <p:spPr>
          <a:xfrm>
            <a:off x="9209312" y="6490741"/>
            <a:ext cx="2743200" cy="365125"/>
          </a:xfrm>
          <a:prstGeom prst="rect">
            <a:avLst/>
          </a:prstGeom>
        </p:spPr>
        <p:txBody>
          <a:bodyPr anchor="ctr"/>
          <a:lstStyle>
            <a:lvl1pPr algn="r">
              <a:defRPr kumimoji="0" lang="en-US" sz="1000" b="0" i="0" u="none" strike="noStrike" kern="1200" cap="none" spc="0" normalizeH="0" baseline="0" smtClean="0">
                <a:ln>
                  <a:noFill/>
                </a:ln>
                <a:solidFill>
                  <a:prstClr val="white">
                    <a:lumMod val="65000"/>
                  </a:prstClr>
                </a:solidFill>
                <a:effectLst/>
                <a:uLnTx/>
                <a:uFillTx/>
                <a:latin typeface="Arial"/>
                <a:ea typeface="+mn-ea"/>
                <a:cs typeface="+mn-cs"/>
              </a:defRPr>
            </a:lvl1pPr>
          </a:lstStyle>
          <a:p>
            <a:fld id="{4F9AC08D-23A9-440E-BCB9-AA1E9877CC38}" type="slidenum">
              <a:rPr lang="en-US" smtClean="0"/>
              <a:pPr/>
              <a:t>‹#›</a:t>
            </a:fld>
            <a:endParaRPr lang="en-US"/>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9394130" y="-3677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299975" y="2132513"/>
            <a:ext cx="2679306"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AREAS OF EXPERTISE</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5252944" y="2132513"/>
            <a:ext cx="5408559"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SELECTED EXPERIENCE</a:t>
            </a:r>
            <a:endParaRPr kumimoji="0" lang="en-US"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248824" y="2132513"/>
            <a:ext cx="2667718" cy="276999"/>
          </a:xfrm>
          <a:prstGeom prst="rect">
            <a:avLst/>
          </a:prstGeom>
        </p:spPr>
        <p:txBody>
          <a:bodyPr wrap="none">
            <a:spAutoFit/>
          </a:bodyPr>
          <a:lstStyle/>
          <a:p>
            <a:r>
              <a:rPr kumimoji="0" lang="en-US" sz="1200" b="1" i="0" u="none" strike="noStrike" kern="1200" cap="none" spc="0" normalizeH="0" baseline="0">
                <a:ln>
                  <a:noFill/>
                </a:ln>
                <a:solidFill>
                  <a:srgbClr val="7030A0"/>
                </a:solidFill>
                <a:effectLst/>
                <a:uLnTx/>
                <a:uFillTx/>
                <a:latin typeface="Graphik Super" panose="020B0B03030202060203" pitchFamily="34" charset="0"/>
                <a:ea typeface="+mn-ea"/>
                <a:cs typeface="+mn-cs"/>
              </a:rPr>
              <a:t>PROFESSIONAL BACKGROUND</a:t>
            </a:r>
          </a:p>
        </p:txBody>
      </p:sp>
      <p:grpSp>
        <p:nvGrpSpPr>
          <p:cNvPr id="41" name="Group 40">
            <a:extLst>
              <a:ext uri="{FF2B5EF4-FFF2-40B4-BE49-F238E27FC236}">
                <a16:creationId xmlns:a16="http://schemas.microsoft.com/office/drawing/2014/main" id="{4F4863CF-A9CF-4E25-8C24-C00A183C18E3}"/>
              </a:ext>
            </a:extLst>
          </p:cNvPr>
          <p:cNvGrpSpPr/>
          <p:nvPr userDrawn="1"/>
        </p:nvGrpSpPr>
        <p:grpSpPr>
          <a:xfrm>
            <a:off x="237237" y="2237951"/>
            <a:ext cx="5074087" cy="4252790"/>
            <a:chOff x="470702" y="2490873"/>
            <a:chExt cx="5074087" cy="4252790"/>
          </a:xfrm>
        </p:grpSpPr>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470702" y="2490873"/>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3C22190-B227-49DD-8F11-48D76E075E94}"/>
                </a:ext>
              </a:extLst>
            </p:cNvPr>
            <p:cNvCxnSpPr>
              <a:cxnSpLocks/>
            </p:cNvCxnSpPr>
            <p:nvPr userDrawn="1"/>
          </p:nvCxnSpPr>
          <p:spPr>
            <a:xfrm>
              <a:off x="3312947" y="2490875"/>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7EE7479-6552-4B10-8999-F9FFF684DA70}"/>
                </a:ext>
              </a:extLst>
            </p:cNvPr>
            <p:cNvCxnSpPr>
              <a:cxnSpLocks/>
            </p:cNvCxnSpPr>
            <p:nvPr userDrawn="1"/>
          </p:nvCxnSpPr>
          <p:spPr>
            <a:xfrm flipH="1">
              <a:off x="5544788" y="2518340"/>
              <a:ext cx="1" cy="4225323"/>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5" name="Text Placeholder 31">
            <a:extLst>
              <a:ext uri="{FF2B5EF4-FFF2-40B4-BE49-F238E27FC236}">
                <a16:creationId xmlns:a16="http://schemas.microsoft.com/office/drawing/2014/main" id="{F3D691ED-AD26-4C5B-A0B8-F0E39B64E481}"/>
              </a:ext>
            </a:extLst>
          </p:cNvPr>
          <p:cNvSpPr>
            <a:spLocks noGrp="1"/>
          </p:cNvSpPr>
          <p:nvPr>
            <p:ph type="body" sz="quarter" idx="11" hasCustomPrompt="1"/>
          </p:nvPr>
        </p:nvSpPr>
        <p:spPr>
          <a:xfrm>
            <a:off x="2369005" y="59040"/>
            <a:ext cx="654153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Name Last Name</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p:ph type="body" sz="quarter" idx="12" hasCustomPrompt="1"/>
          </p:nvPr>
        </p:nvSpPr>
        <p:spPr>
          <a:xfrm>
            <a:off x="2369005" y="504446"/>
            <a:ext cx="6541532" cy="317045"/>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Role</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p:ph type="body" sz="quarter" idx="13" hasCustomPrompt="1"/>
          </p:nvPr>
        </p:nvSpPr>
        <p:spPr>
          <a:xfrm>
            <a:off x="2369005" y="1202219"/>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p:ph type="body" sz="quarter" idx="14" hasCustomPrompt="1"/>
          </p:nvPr>
        </p:nvSpPr>
        <p:spPr>
          <a:xfrm>
            <a:off x="2369005" y="1517216"/>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Home location: City, Country</a:t>
            </a:r>
          </a:p>
        </p:txBody>
      </p:sp>
      <p:sp>
        <p:nvSpPr>
          <p:cNvPr id="5" name="Text Placeholder 4">
            <a:extLst>
              <a:ext uri="{FF2B5EF4-FFF2-40B4-BE49-F238E27FC236}">
                <a16:creationId xmlns:a16="http://schemas.microsoft.com/office/drawing/2014/main" id="{A9E78606-7DF7-4ECE-BFD6-9805E216A984}"/>
              </a:ext>
            </a:extLst>
          </p:cNvPr>
          <p:cNvSpPr>
            <a:spLocks noGrp="1"/>
          </p:cNvSpPr>
          <p:nvPr>
            <p:ph type="body" sz="quarter" idx="16"/>
          </p:nvPr>
        </p:nvSpPr>
        <p:spPr>
          <a:xfrm>
            <a:off x="341211" y="2421646"/>
            <a:ext cx="2586918" cy="2983301"/>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p:txBody>
      </p:sp>
      <p:sp>
        <p:nvSpPr>
          <p:cNvPr id="9" name="Text Placeholder 8">
            <a:extLst>
              <a:ext uri="{FF2B5EF4-FFF2-40B4-BE49-F238E27FC236}">
                <a16:creationId xmlns:a16="http://schemas.microsoft.com/office/drawing/2014/main" id="{C824ABDA-AF82-4D3F-B9B8-924763598D47}"/>
              </a:ext>
            </a:extLst>
          </p:cNvPr>
          <p:cNvSpPr>
            <a:spLocks noGrp="1"/>
          </p:cNvSpPr>
          <p:nvPr>
            <p:ph type="body" sz="quarter" idx="17"/>
          </p:nvPr>
        </p:nvSpPr>
        <p:spPr>
          <a:xfrm>
            <a:off x="3231099" y="2739487"/>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p:ph type="body" sz="quarter" idx="18"/>
          </p:nvPr>
        </p:nvSpPr>
        <p:spPr>
          <a:xfrm>
            <a:off x="5427750" y="2437520"/>
            <a:ext cx="6524747" cy="3916033"/>
          </a:xfrm>
        </p:spPr>
        <p:txBody>
          <a:bodyPr/>
          <a:lstStyle>
            <a:lvl1pPr>
              <a:defRPr sz="1200" b="1"/>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p:ph type="body" sz="quarter" idx="19" hasCustomPrompt="1"/>
          </p:nvPr>
        </p:nvSpPr>
        <p:spPr>
          <a:xfrm>
            <a:off x="2369005" y="887223"/>
            <a:ext cx="6541532" cy="310896"/>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ES" err="1"/>
              <a:t>Major</a:t>
            </a:r>
            <a:r>
              <a:rPr lang="es-ES"/>
              <a:t> </a:t>
            </a:r>
            <a:endParaRPr lang="en-US"/>
          </a:p>
        </p:txBody>
      </p:sp>
      <p:sp>
        <p:nvSpPr>
          <p:cNvPr id="50" name="Text Placeholder 8">
            <a:extLst>
              <a:ext uri="{FF2B5EF4-FFF2-40B4-BE49-F238E27FC236}">
                <a16:creationId xmlns:a16="http://schemas.microsoft.com/office/drawing/2014/main" id="{3BBBEA3D-ACAB-4B7B-8EF3-C7C27964A6B9}"/>
              </a:ext>
            </a:extLst>
          </p:cNvPr>
          <p:cNvSpPr>
            <a:spLocks noGrp="1"/>
          </p:cNvSpPr>
          <p:nvPr>
            <p:ph type="body" sz="quarter" idx="20"/>
          </p:nvPr>
        </p:nvSpPr>
        <p:spPr>
          <a:xfrm>
            <a:off x="3255677" y="4272823"/>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3066510" y="2421103"/>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FUNCTIONAL</a:t>
            </a:r>
          </a:p>
        </p:txBody>
      </p:sp>
      <p:sp>
        <p:nvSpPr>
          <p:cNvPr id="54" name="Rectangle 12">
            <a:extLst>
              <a:ext uri="{FF2B5EF4-FFF2-40B4-BE49-F238E27FC236}">
                <a16:creationId xmlns:a16="http://schemas.microsoft.com/office/drawing/2014/main" id="{6C494296-126C-42D3-943D-AC2F5E54E594}"/>
              </a:ext>
            </a:extLst>
          </p:cNvPr>
          <p:cNvSpPr>
            <a:spLocks noChangeArrowheads="1"/>
          </p:cNvSpPr>
          <p:nvPr userDrawn="1"/>
        </p:nvSpPr>
        <p:spPr bwMode="auto">
          <a:xfrm>
            <a:off x="3066510" y="3926442"/>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INDUSTRY</a:t>
            </a:r>
          </a:p>
        </p:txBody>
      </p:sp>
    </p:spTree>
    <p:extLst>
      <p:ext uri="{BB962C8B-B14F-4D97-AF65-F5344CB8AC3E}">
        <p14:creationId xmlns:p14="http://schemas.microsoft.com/office/powerpoint/2010/main" val="27331879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FD2A40-219B-4A42-BDCD-91ED101679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2AC728-5E8B-42F7-9F39-F04825FAA4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B3194B-FBE7-4F5A-BBFD-20B6E0DC0B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C56486-13E7-424D-BC87-91F135AC8676}" type="datetimeFigureOut">
              <a:rPr lang="en-US" smtClean="0"/>
              <a:t>3/30/2026</a:t>
            </a:fld>
            <a:endParaRPr lang="en-US"/>
          </a:p>
        </p:txBody>
      </p:sp>
      <p:sp>
        <p:nvSpPr>
          <p:cNvPr id="5" name="Footer Placeholder 4">
            <a:extLst>
              <a:ext uri="{FF2B5EF4-FFF2-40B4-BE49-F238E27FC236}">
                <a16:creationId xmlns:a16="http://schemas.microsoft.com/office/drawing/2014/main" id="{32D166AE-AC75-490C-A610-1035733518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249CD1-69FD-462A-8C84-A583CCA694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A859B2-4A9A-4F64-9661-9DC88835B741}" type="slidenum">
              <a:rPr lang="en-US" smtClean="0"/>
              <a:t>‹#›</a:t>
            </a:fld>
            <a:endParaRPr lang="en-US"/>
          </a:p>
        </p:txBody>
      </p:sp>
    </p:spTree>
    <p:extLst>
      <p:ext uri="{BB962C8B-B14F-4D97-AF65-F5344CB8AC3E}">
        <p14:creationId xmlns:p14="http://schemas.microsoft.com/office/powerpoint/2010/main" val="250338571"/>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08BDC1-E9F8-4EEF-9FAB-00FC58FA9F3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4BFBA5-6622-4657-A915-630FEC1BA0AA}" type="slidenum">
              <a:rPr kumimoji="0" lang="es-ES" sz="1000" b="0" i="0" u="none" strike="noStrike" kern="1200" cap="none" spc="0" normalizeH="0" baseline="0" noProof="0" smtClean="0">
                <a:ln>
                  <a:noFill/>
                </a:ln>
                <a:solidFill>
                  <a:prstClr val="white">
                    <a:lumMod val="6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000" b="0" i="0" u="none" strike="noStrike" kern="1200" cap="none" spc="0" normalizeH="0" baseline="0" noProof="0">
              <a:ln>
                <a:noFill/>
              </a:ln>
              <a:solidFill>
                <a:prstClr val="white">
                  <a:lumMod val="65000"/>
                </a:prstClr>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ECB597F7-1063-46BB-A5C6-BD69CD4624A0}"/>
              </a:ext>
            </a:extLst>
          </p:cNvPr>
          <p:cNvSpPr>
            <a:spLocks noGrp="1"/>
          </p:cNvSpPr>
          <p:nvPr>
            <p:ph type="body" sz="quarter" idx="11"/>
          </p:nvPr>
        </p:nvSpPr>
        <p:spPr/>
        <p:txBody>
          <a:bodyPr>
            <a:normAutofit fontScale="92500" lnSpcReduction="20000"/>
          </a:bodyPr>
          <a:lstStyle/>
          <a:p>
            <a:r>
              <a:rPr lang="en-US" dirty="0"/>
              <a:t>Juan Cruz Pereyra</a:t>
            </a:r>
          </a:p>
        </p:txBody>
      </p:sp>
      <p:sp>
        <p:nvSpPr>
          <p:cNvPr id="6" name="Text Placeholder 5">
            <a:extLst>
              <a:ext uri="{FF2B5EF4-FFF2-40B4-BE49-F238E27FC236}">
                <a16:creationId xmlns:a16="http://schemas.microsoft.com/office/drawing/2014/main" id="{643080F5-2607-4F7B-9264-C5041032336B}"/>
              </a:ext>
            </a:extLst>
          </p:cNvPr>
          <p:cNvSpPr>
            <a:spLocks noGrp="1"/>
          </p:cNvSpPr>
          <p:nvPr>
            <p:ph type="body" sz="quarter" idx="12"/>
          </p:nvPr>
        </p:nvSpPr>
        <p:spPr/>
        <p:txBody>
          <a:bodyPr>
            <a:normAutofit fontScale="85000" lnSpcReduction="20000"/>
          </a:bodyPr>
          <a:lstStyle/>
          <a:p>
            <a:r>
              <a:rPr lang="es-AR" dirty="0"/>
              <a:t>AI LLM </a:t>
            </a:r>
            <a:r>
              <a:rPr lang="es-AR" dirty="0" err="1"/>
              <a:t>Technology</a:t>
            </a:r>
            <a:r>
              <a:rPr lang="es-AR" dirty="0"/>
              <a:t> </a:t>
            </a:r>
            <a:r>
              <a:rPr lang="es-AR" dirty="0" err="1"/>
              <a:t>Architecture</a:t>
            </a:r>
            <a:r>
              <a:rPr lang="es-AR" dirty="0"/>
              <a:t> </a:t>
            </a:r>
            <a:r>
              <a:rPr lang="es-AR" dirty="0" err="1"/>
              <a:t>Analyst</a:t>
            </a:r>
            <a:r>
              <a:rPr lang="es-AR" dirty="0"/>
              <a:t>	</a:t>
            </a:r>
            <a:endParaRPr lang="en-US" dirty="0"/>
          </a:p>
        </p:txBody>
      </p:sp>
      <p:sp>
        <p:nvSpPr>
          <p:cNvPr id="7" name="Text Placeholder 6">
            <a:extLst>
              <a:ext uri="{FF2B5EF4-FFF2-40B4-BE49-F238E27FC236}">
                <a16:creationId xmlns:a16="http://schemas.microsoft.com/office/drawing/2014/main" id="{D52E9116-884D-487E-A1F6-B67499333E59}"/>
              </a:ext>
            </a:extLst>
          </p:cNvPr>
          <p:cNvSpPr>
            <a:spLocks noGrp="1"/>
          </p:cNvSpPr>
          <p:nvPr>
            <p:ph type="body" sz="quarter" idx="13"/>
          </p:nvPr>
        </p:nvSpPr>
        <p:spPr/>
        <p:txBody>
          <a:bodyPr/>
          <a:lstStyle/>
          <a:p>
            <a:r>
              <a:rPr lang="en-US" dirty="0"/>
              <a:t>juan.c.pereyra@accenture.com</a:t>
            </a:r>
          </a:p>
        </p:txBody>
      </p:sp>
      <p:sp>
        <p:nvSpPr>
          <p:cNvPr id="8" name="Text Placeholder 7">
            <a:extLst>
              <a:ext uri="{FF2B5EF4-FFF2-40B4-BE49-F238E27FC236}">
                <a16:creationId xmlns:a16="http://schemas.microsoft.com/office/drawing/2014/main" id="{6E54985B-72FF-41C6-B083-F11D3DDEF40C}"/>
              </a:ext>
            </a:extLst>
          </p:cNvPr>
          <p:cNvSpPr>
            <a:spLocks noGrp="1"/>
          </p:cNvSpPr>
          <p:nvPr>
            <p:ph type="body" sz="quarter" idx="14"/>
          </p:nvPr>
        </p:nvSpPr>
        <p:spPr/>
        <p:txBody>
          <a:bodyPr/>
          <a:lstStyle/>
          <a:p>
            <a:r>
              <a:rPr lang="en-US" dirty="0"/>
              <a:t>Córdoba, Argentina</a:t>
            </a:r>
          </a:p>
        </p:txBody>
      </p:sp>
      <p:sp>
        <p:nvSpPr>
          <p:cNvPr id="10" name="Text Placeholder 9">
            <a:extLst>
              <a:ext uri="{FF2B5EF4-FFF2-40B4-BE49-F238E27FC236}">
                <a16:creationId xmlns:a16="http://schemas.microsoft.com/office/drawing/2014/main" id="{C3265563-7E7C-4DBB-AF77-CDEA802FB0B2}"/>
              </a:ext>
            </a:extLst>
          </p:cNvPr>
          <p:cNvSpPr>
            <a:spLocks noGrp="1"/>
          </p:cNvSpPr>
          <p:nvPr>
            <p:ph type="body" sz="quarter" idx="16"/>
          </p:nvPr>
        </p:nvSpPr>
        <p:spPr>
          <a:xfrm>
            <a:off x="-198963" y="2425645"/>
            <a:ext cx="3353808" cy="3111124"/>
          </a:xfrm>
        </p:spPr>
        <p:txBody>
          <a:bodyPr>
            <a:normAutofit/>
          </a:bodyPr>
          <a:lstStyle/>
          <a:p>
            <a:pPr marL="457200" lvl="1" indent="0">
              <a:lnSpc>
                <a:spcPct val="100000"/>
              </a:lnSpc>
              <a:spcBef>
                <a:spcPts val="300"/>
              </a:spcBef>
              <a:buClr>
                <a:srgbClr val="549E39"/>
              </a:buClr>
              <a:buNone/>
              <a:defRPr/>
            </a:pPr>
            <a:r>
              <a:rPr lang="en-US" dirty="0"/>
              <a:t>Backend developer with over 4 years of experience focused on system design and architectural decision-making to optimize performance and scalability.</a:t>
            </a:r>
            <a:br>
              <a:rPr lang="en-US" dirty="0"/>
            </a:br>
            <a:br>
              <a:rPr lang="en-US" dirty="0"/>
            </a:br>
            <a:r>
              <a:rPr lang="en-US" dirty="0"/>
              <a:t>I am currently pursuing a technical university degree, complemented by studies in Data Science and Data Analytics.</a:t>
            </a:r>
            <a:br>
              <a:rPr lang="en-US" dirty="0"/>
            </a:br>
            <a:br>
              <a:rPr lang="en-US" dirty="0"/>
            </a:br>
            <a:r>
              <a:rPr lang="en-US" dirty="0"/>
              <a:t>At present, I am actively transitioning into AI development to build end-to-end solutions, integrating my analytical perspective in system design with Artificial Intelligence tools aimed at problem-solving.</a:t>
            </a:r>
          </a:p>
        </p:txBody>
      </p:sp>
      <p:sp>
        <p:nvSpPr>
          <p:cNvPr id="11" name="Text Placeholder 10">
            <a:extLst>
              <a:ext uri="{FF2B5EF4-FFF2-40B4-BE49-F238E27FC236}">
                <a16:creationId xmlns:a16="http://schemas.microsoft.com/office/drawing/2014/main" id="{1B95D3D0-EDF6-4D74-965C-4B25FEDFCCC5}"/>
              </a:ext>
            </a:extLst>
          </p:cNvPr>
          <p:cNvSpPr>
            <a:spLocks noGrp="1"/>
          </p:cNvSpPr>
          <p:nvPr>
            <p:ph type="body" sz="quarter" idx="17"/>
          </p:nvPr>
        </p:nvSpPr>
        <p:spPr>
          <a:xfrm>
            <a:off x="3176124" y="2760392"/>
            <a:ext cx="2251611" cy="1370691"/>
          </a:xfrm>
        </p:spPr>
        <p:txBody>
          <a:bodyPr vert="horz" lIns="91440" tIns="45720" rIns="91440" bIns="45720" rtlCol="0" anchor="t">
            <a:noAutofit/>
          </a:bodyPr>
          <a:lstStyle/>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Backend development</a:t>
            </a:r>
            <a:endParaRPr lang="en-US" dirty="0"/>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Software Architecture</a:t>
            </a:r>
            <a:endParaRPr lang="en-US" dirty="0"/>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Data Science</a:t>
            </a:r>
            <a:endParaRPr lang="en-US" dirty="0">
              <a:solidFill>
                <a:prstClr val="black"/>
              </a:solidFill>
              <a:latin typeface="Graphik"/>
              <a:ea typeface="Calibri" panose="020F0502020204030204"/>
              <a:cs typeface="Arial"/>
            </a:endParaRPr>
          </a:p>
          <a:p>
            <a:pPr marL="170180" indent="-170180">
              <a:lnSpc>
                <a:spcPct val="100000"/>
              </a:lnSpc>
              <a:spcBef>
                <a:spcPts val="450"/>
              </a:spcBef>
              <a:tabLst>
                <a:tab pos="133270" algn="l"/>
              </a:tabLst>
              <a:defRPr/>
            </a:pPr>
            <a:r>
              <a:rPr lang="en-US" altLang="en-US" sz="900" dirty="0">
                <a:solidFill>
                  <a:prstClr val="black"/>
                </a:solidFill>
                <a:latin typeface="Calibri"/>
                <a:ea typeface="Calibri" panose="020F0502020204030204"/>
                <a:cs typeface="Arial"/>
              </a:rPr>
              <a:t>Python, C#, Linux, Docker</a:t>
            </a:r>
          </a:p>
          <a:p>
            <a:pPr marL="170180" indent="-170180">
              <a:lnSpc>
                <a:spcPct val="100000"/>
              </a:lnSpc>
              <a:spcBef>
                <a:spcPts val="450"/>
              </a:spcBef>
              <a:tabLst>
                <a:tab pos="133270" algn="l"/>
              </a:tabLst>
              <a:defRPr/>
            </a:pPr>
            <a:r>
              <a:rPr lang="en-US" sz="900" dirty="0">
                <a:solidFill>
                  <a:prstClr val="black"/>
                </a:solidFill>
                <a:latin typeface="Calibri"/>
                <a:ea typeface="Calibri" panose="020F0502020204030204"/>
                <a:cs typeface="Arial"/>
              </a:rPr>
              <a:t>Node.js, React</a:t>
            </a:r>
            <a:endParaRPr lang="en-US" dirty="0"/>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Cloud (Basic-AWS)</a:t>
            </a:r>
            <a:endParaRPr lang="en-US" dirty="0"/>
          </a:p>
          <a:p>
            <a:pPr marL="0" lvl="0" indent="0">
              <a:lnSpc>
                <a:spcPct val="100000"/>
              </a:lnSpc>
              <a:spcBef>
                <a:spcPts val="450"/>
              </a:spcBef>
              <a:buNone/>
              <a:tabLst>
                <a:tab pos="133270" algn="l"/>
              </a:tabLst>
              <a:defRPr/>
            </a:pPr>
            <a:endParaRPr lang="en-US" altLang="en-US" sz="900" dirty="0">
              <a:solidFill>
                <a:prstClr val="black"/>
              </a:solidFill>
              <a:latin typeface="Calibri" panose="020F0502020204030204"/>
              <a:cs typeface="Arial"/>
            </a:endParaRPr>
          </a:p>
        </p:txBody>
      </p:sp>
      <p:sp>
        <p:nvSpPr>
          <p:cNvPr id="12" name="Text Placeholder 11">
            <a:extLst>
              <a:ext uri="{FF2B5EF4-FFF2-40B4-BE49-F238E27FC236}">
                <a16:creationId xmlns:a16="http://schemas.microsoft.com/office/drawing/2014/main" id="{2134980F-833A-4CEA-B193-B68AFF606610}"/>
              </a:ext>
            </a:extLst>
          </p:cNvPr>
          <p:cNvSpPr>
            <a:spLocks noGrp="1"/>
          </p:cNvSpPr>
          <p:nvPr>
            <p:ph type="body" sz="quarter" idx="18"/>
          </p:nvPr>
        </p:nvSpPr>
        <p:spPr>
          <a:xfrm>
            <a:off x="5427750" y="2425645"/>
            <a:ext cx="6524747" cy="4053221"/>
          </a:xfrm>
        </p:spPr>
        <p:txBody>
          <a:bodyPr>
            <a:noAutofit/>
          </a:bodyPr>
          <a:lstStyle/>
          <a:p>
            <a:pPr marL="0" lvl="0" indent="0" defTabSz="912813">
              <a:lnSpc>
                <a:spcPct val="100000"/>
              </a:lnSpc>
              <a:spcBef>
                <a:spcPts val="0"/>
              </a:spcBef>
              <a:buNone/>
              <a:tabLst>
                <a:tab pos="917575" algn="l"/>
              </a:tabLst>
              <a:defRPr/>
            </a:pPr>
            <a:endParaRPr lang="es-AR" sz="1000" dirty="0">
              <a:solidFill>
                <a:prstClr val="black"/>
              </a:solidFill>
            </a:endParaRPr>
          </a:p>
          <a:p>
            <a:pPr marL="0" indent="0" defTabSz="912813">
              <a:lnSpc>
                <a:spcPct val="100000"/>
              </a:lnSpc>
              <a:spcBef>
                <a:spcPts val="0"/>
              </a:spcBef>
              <a:buNone/>
              <a:tabLst>
                <a:tab pos="917575" algn="l"/>
              </a:tabLst>
              <a:defRPr/>
            </a:pPr>
            <a:r>
              <a:rPr lang="es-AR" sz="1000" dirty="0">
                <a:solidFill>
                  <a:prstClr val="black"/>
                </a:solidFill>
              </a:rPr>
              <a:t>Accenture AI </a:t>
            </a:r>
            <a:r>
              <a:rPr lang="es-AR" sz="1000" dirty="0" err="1">
                <a:solidFill>
                  <a:prstClr val="black"/>
                </a:solidFill>
              </a:rPr>
              <a:t>Academy</a:t>
            </a:r>
            <a:endParaRPr lang="es-AR" sz="1000" dirty="0">
              <a:solidFill>
                <a:prstClr val="black"/>
              </a:solidFill>
            </a:endParaRPr>
          </a:p>
          <a:p>
            <a:pPr defTabSz="912813">
              <a:lnSpc>
                <a:spcPct val="100000"/>
              </a:lnSpc>
              <a:spcBef>
                <a:spcPts val="0"/>
              </a:spcBef>
              <a:tabLst>
                <a:tab pos="917575" algn="l"/>
              </a:tabLst>
              <a:defRPr/>
            </a:pPr>
            <a:r>
              <a:rPr lang="en-US" sz="1000" b="0" dirty="0"/>
              <a:t>Comprehensive education and development of advanced skills in AI and Data Science. Training in AI fundamentals such as Generative AI, Responsible AI, LLMs orchestration, RAG, Prompting Engineer, among others. Focused on the development and implementation of AI applications to deliver business solutions.</a:t>
            </a:r>
            <a:br>
              <a:rPr lang="en-US" sz="1000" b="0" dirty="0">
                <a:solidFill>
                  <a:prstClr val="black"/>
                </a:solidFill>
              </a:rPr>
            </a:br>
            <a:endParaRPr lang="es-AR" sz="1000" dirty="0">
              <a:solidFill>
                <a:prstClr val="black"/>
              </a:solidFill>
            </a:endParaRPr>
          </a:p>
          <a:p>
            <a:pPr marL="0" lvl="0" indent="0" defTabSz="912813">
              <a:lnSpc>
                <a:spcPct val="100000"/>
              </a:lnSpc>
              <a:spcBef>
                <a:spcPts val="0"/>
              </a:spcBef>
              <a:buNone/>
              <a:tabLst>
                <a:tab pos="917575" algn="l"/>
              </a:tabLst>
              <a:defRPr/>
            </a:pPr>
            <a:r>
              <a:rPr lang="es-AR" sz="1000" dirty="0">
                <a:solidFill>
                  <a:prstClr val="black"/>
                </a:solidFill>
              </a:rPr>
              <a:t>Juan </a:t>
            </a:r>
            <a:r>
              <a:rPr lang="es-AR" sz="1000" dirty="0" err="1">
                <a:solidFill>
                  <a:prstClr val="black"/>
                </a:solidFill>
              </a:rPr>
              <a:t>Toselli</a:t>
            </a:r>
            <a:r>
              <a:rPr lang="es-AR" sz="1000" dirty="0">
                <a:solidFill>
                  <a:prstClr val="black"/>
                </a:solidFill>
              </a:rPr>
              <a:t> </a:t>
            </a:r>
            <a:r>
              <a:rPr lang="es-AR" sz="1000" dirty="0" err="1">
                <a:solidFill>
                  <a:prstClr val="black"/>
                </a:solidFill>
              </a:rPr>
              <a:t>Int</a:t>
            </a:r>
            <a:r>
              <a:rPr lang="es-AR" sz="1000" dirty="0">
                <a:solidFill>
                  <a:prstClr val="black"/>
                </a:solidFill>
              </a:rPr>
              <a:t>. Tours </a:t>
            </a:r>
            <a:endParaRPr lang="en-US" sz="1000" dirty="0">
              <a:solidFill>
                <a:prstClr val="black"/>
              </a:solidFill>
            </a:endParaRPr>
          </a:p>
          <a:p>
            <a:pPr marL="0" lvl="0" indent="0" defTabSz="912813">
              <a:lnSpc>
                <a:spcPct val="100000"/>
              </a:lnSpc>
              <a:spcBef>
                <a:spcPts val="0"/>
              </a:spcBef>
              <a:buNone/>
              <a:tabLst>
                <a:tab pos="917575" algn="l"/>
              </a:tabLst>
              <a:defRPr/>
            </a:pPr>
            <a:endParaRPr lang="en-US" sz="1000" dirty="0">
              <a:solidFill>
                <a:prstClr val="black"/>
              </a:solidFill>
            </a:endParaRPr>
          </a:p>
          <a:p>
            <a:pPr defTabSz="912813">
              <a:lnSpc>
                <a:spcPct val="100000"/>
              </a:lnSpc>
              <a:spcBef>
                <a:spcPts val="0"/>
              </a:spcBef>
              <a:tabLst>
                <a:tab pos="917575" algn="l"/>
              </a:tabLst>
              <a:defRPr/>
            </a:pPr>
            <a:r>
              <a:rPr lang="en-US" sz="1000" b="0" dirty="0">
                <a:solidFill>
                  <a:prstClr val="black"/>
                </a:solidFill>
              </a:rPr>
              <a:t>I led the migration from monolithic architectures to microservices and cloud ecosystems, establishing the foundations for scalable infrastructure. I optimized administrative and business processes, reducing search and loading times. I developed robust automations for NoSQL databases and Linux environments. My expertise in building high-concurrency APIs, Docker containerization, and deployment pipelines (CI/CD) ensures agile, portable, and resilient ecosystems.</a:t>
            </a:r>
          </a:p>
          <a:p>
            <a:pPr defTabSz="912813">
              <a:lnSpc>
                <a:spcPct val="100000"/>
              </a:lnSpc>
              <a:spcBef>
                <a:spcPts val="0"/>
              </a:spcBef>
              <a:tabLst>
                <a:tab pos="917575" algn="l"/>
              </a:tabLst>
              <a:defRPr/>
            </a:pPr>
            <a:endParaRPr lang="es-ES" sz="1000" b="0" dirty="0">
              <a:solidFill>
                <a:prstClr val="black"/>
              </a:solidFill>
            </a:endParaRPr>
          </a:p>
          <a:p>
            <a:pPr marL="0" lvl="0" indent="0" defTabSz="912813">
              <a:lnSpc>
                <a:spcPct val="100000"/>
              </a:lnSpc>
              <a:spcBef>
                <a:spcPts val="0"/>
              </a:spcBef>
              <a:buNone/>
              <a:tabLst>
                <a:tab pos="917575" algn="l"/>
              </a:tabLst>
              <a:defRPr/>
            </a:pPr>
            <a:endParaRPr lang="es-AR" sz="1000" dirty="0">
              <a:solidFill>
                <a:prstClr val="black"/>
              </a:solidFill>
            </a:endParaRPr>
          </a:p>
          <a:p>
            <a:pPr marL="0" lvl="0" indent="0" defTabSz="912813">
              <a:lnSpc>
                <a:spcPct val="100000"/>
              </a:lnSpc>
              <a:spcBef>
                <a:spcPts val="0"/>
              </a:spcBef>
              <a:buNone/>
              <a:tabLst>
                <a:tab pos="917575" algn="l"/>
              </a:tabLst>
              <a:defRPr/>
            </a:pPr>
            <a:endParaRPr lang="es-AR" sz="1000" dirty="0">
              <a:solidFill>
                <a:prstClr val="black"/>
              </a:solidFill>
            </a:endParaRPr>
          </a:p>
          <a:p>
            <a:pPr marL="0" indent="0" defTabSz="912813">
              <a:lnSpc>
                <a:spcPct val="100000"/>
              </a:lnSpc>
              <a:spcBef>
                <a:spcPts val="0"/>
              </a:spcBef>
              <a:buNone/>
              <a:tabLst>
                <a:tab pos="917575" algn="l"/>
              </a:tabLst>
              <a:defRPr/>
            </a:pPr>
            <a:endParaRPr lang="it-IT" sz="1000" dirty="0">
              <a:solidFill>
                <a:prstClr val="black"/>
              </a:solidFill>
            </a:endParaRPr>
          </a:p>
          <a:p>
            <a:pPr marL="0" indent="0" defTabSz="912813">
              <a:lnSpc>
                <a:spcPct val="100000"/>
              </a:lnSpc>
              <a:spcBef>
                <a:spcPts val="0"/>
              </a:spcBef>
              <a:buNone/>
              <a:tabLst>
                <a:tab pos="917575" algn="l"/>
              </a:tabLst>
              <a:defRPr/>
            </a:pPr>
            <a:endParaRPr lang="it-IT" sz="1000" dirty="0">
              <a:solidFill>
                <a:prstClr val="black"/>
              </a:solidFill>
            </a:endParaRPr>
          </a:p>
          <a:p>
            <a:pPr marL="0" indent="0" defTabSz="912813">
              <a:lnSpc>
                <a:spcPct val="100000"/>
              </a:lnSpc>
              <a:spcBef>
                <a:spcPts val="0"/>
              </a:spcBef>
              <a:buNone/>
              <a:tabLst>
                <a:tab pos="917575" algn="l"/>
              </a:tabLst>
              <a:defRPr/>
            </a:pPr>
            <a:endParaRPr lang="it-IT" sz="1000" dirty="0">
              <a:solidFill>
                <a:prstClr val="black"/>
              </a:solidFill>
            </a:endParaRPr>
          </a:p>
          <a:p>
            <a:pPr lvl="0" defTabSz="912813">
              <a:lnSpc>
                <a:spcPct val="100000"/>
              </a:lnSpc>
              <a:spcBef>
                <a:spcPts val="0"/>
              </a:spcBef>
              <a:buFontTx/>
              <a:buChar char="-"/>
              <a:tabLst>
                <a:tab pos="917575" algn="l"/>
              </a:tabLst>
              <a:defRPr/>
            </a:pPr>
            <a:endParaRPr lang="en-US" sz="1000" dirty="0">
              <a:solidFill>
                <a:prstClr val="black"/>
              </a:solidFill>
            </a:endParaRPr>
          </a:p>
          <a:p>
            <a:pPr marL="0" lvl="0" indent="0" defTabSz="912813">
              <a:lnSpc>
                <a:spcPct val="100000"/>
              </a:lnSpc>
              <a:spcBef>
                <a:spcPts val="0"/>
              </a:spcBef>
              <a:buNone/>
              <a:tabLst>
                <a:tab pos="917575" algn="l"/>
              </a:tabLst>
              <a:defRPr/>
            </a:pPr>
            <a:endParaRPr lang="en-US" sz="1000" dirty="0">
              <a:solidFill>
                <a:prstClr val="black"/>
              </a:solidFill>
            </a:endParaRPr>
          </a:p>
        </p:txBody>
      </p:sp>
      <p:sp>
        <p:nvSpPr>
          <p:cNvPr id="13" name="Text Placeholder 12">
            <a:extLst>
              <a:ext uri="{FF2B5EF4-FFF2-40B4-BE49-F238E27FC236}">
                <a16:creationId xmlns:a16="http://schemas.microsoft.com/office/drawing/2014/main" id="{8AB44894-8232-41D9-A194-2698685863BB}"/>
              </a:ext>
            </a:extLst>
          </p:cNvPr>
          <p:cNvSpPr>
            <a:spLocks noGrp="1"/>
          </p:cNvSpPr>
          <p:nvPr>
            <p:ph type="body" sz="quarter" idx="19"/>
          </p:nvPr>
        </p:nvSpPr>
        <p:spPr>
          <a:xfrm>
            <a:off x="2369005" y="789982"/>
            <a:ext cx="6541532" cy="485043"/>
          </a:xfrm>
        </p:spPr>
        <p:txBody>
          <a:bodyPr>
            <a:normAutofit/>
          </a:bodyPr>
          <a:lstStyle/>
          <a:p>
            <a:r>
              <a:rPr lang="en-US" dirty="0"/>
              <a:t>Technology / Data &amp; AI</a:t>
            </a:r>
          </a:p>
        </p:txBody>
      </p:sp>
      <p:sp>
        <p:nvSpPr>
          <p:cNvPr id="3" name="Footer Placeholder 2">
            <a:extLst>
              <a:ext uri="{FF2B5EF4-FFF2-40B4-BE49-F238E27FC236}">
                <a16:creationId xmlns:a16="http://schemas.microsoft.com/office/drawing/2014/main" id="{33D966CF-FD9C-4253-80B3-E3B4151511A0}"/>
              </a:ext>
            </a:extLst>
          </p:cNvPr>
          <p:cNvSpPr>
            <a:spLocks noGrp="1"/>
          </p:cNvSpPr>
          <p:nvPr>
            <p:ph type="ftr" sz="quarter" idx="4294967295"/>
          </p:nvPr>
        </p:nvSpPr>
        <p:spPr>
          <a:xfrm>
            <a:off x="8077200" y="6492875"/>
            <a:ext cx="4114800"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Copyright © 2021 Accenture.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All</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rights</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reserved</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t>
            </a:r>
          </a:p>
        </p:txBody>
      </p:sp>
      <p:pic>
        <p:nvPicPr>
          <p:cNvPr id="27" name="Picture Placeholder 26">
            <a:extLst>
              <a:ext uri="{FF2B5EF4-FFF2-40B4-BE49-F238E27FC236}">
                <a16:creationId xmlns:a16="http://schemas.microsoft.com/office/drawing/2014/main" id="{C6332352-5514-4374-8288-6E713209780A}"/>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2652" r="2652"/>
          <a:stretch/>
        </p:blipFill>
        <p:spPr/>
      </p:pic>
      <p:sp>
        <p:nvSpPr>
          <p:cNvPr id="30" name="Text Placeholder 10">
            <a:extLst>
              <a:ext uri="{FF2B5EF4-FFF2-40B4-BE49-F238E27FC236}">
                <a16:creationId xmlns:a16="http://schemas.microsoft.com/office/drawing/2014/main" id="{D8EBDDCE-48D7-4534-8057-F03D089029E4}"/>
              </a:ext>
            </a:extLst>
          </p:cNvPr>
          <p:cNvSpPr txBox="1">
            <a:spLocks/>
          </p:cNvSpPr>
          <p:nvPr/>
        </p:nvSpPr>
        <p:spPr>
          <a:xfrm>
            <a:off x="3176139" y="4272380"/>
            <a:ext cx="2012108" cy="1159413"/>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800">
              <a:solidFill>
                <a:prstClr val="black"/>
              </a:solidFill>
              <a:latin typeface="Calibri" panose="020F0502020204030204"/>
              <a:cs typeface="Arial"/>
            </a:endParaRPr>
          </a:p>
        </p:txBody>
      </p:sp>
      <p:sp>
        <p:nvSpPr>
          <p:cNvPr id="31" name="Text Placeholder 10">
            <a:extLst>
              <a:ext uri="{FF2B5EF4-FFF2-40B4-BE49-F238E27FC236}">
                <a16:creationId xmlns:a16="http://schemas.microsoft.com/office/drawing/2014/main" id="{3658CBF4-BCD4-4FE7-976F-59FAEC664190}"/>
              </a:ext>
            </a:extLst>
          </p:cNvPr>
          <p:cNvSpPr txBox="1">
            <a:spLocks/>
          </p:cNvSpPr>
          <p:nvPr/>
        </p:nvSpPr>
        <p:spPr>
          <a:xfrm>
            <a:off x="3176139" y="4413677"/>
            <a:ext cx="2012108" cy="1018115"/>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r>
              <a:rPr lang="en-US" altLang="en-US" sz="900" dirty="0">
                <a:solidFill>
                  <a:prstClr val="black"/>
                </a:solidFill>
                <a:latin typeface="Calibri" panose="020F0502020204030204"/>
                <a:cs typeface="Arial"/>
              </a:rPr>
              <a:t>Technology</a:t>
            </a:r>
          </a:p>
          <a:p>
            <a:pPr marL="170781" indent="-170781">
              <a:lnSpc>
                <a:spcPct val="100000"/>
              </a:lnSpc>
              <a:spcBef>
                <a:spcPts val="450"/>
              </a:spcBef>
              <a:tabLst>
                <a:tab pos="133270" algn="l"/>
              </a:tabLst>
              <a:defRPr/>
            </a:pPr>
            <a:r>
              <a:rPr lang="en-US" altLang="en-US" sz="900" dirty="0">
                <a:solidFill>
                  <a:prstClr val="black"/>
                </a:solidFill>
                <a:latin typeface="Calibri" panose="020F0502020204030204"/>
                <a:cs typeface="Arial"/>
              </a:rPr>
              <a:t>Academic </a:t>
            </a:r>
          </a:p>
          <a:p>
            <a:pPr marL="170781" indent="-170781">
              <a:lnSpc>
                <a:spcPct val="100000"/>
              </a:lnSpc>
              <a:spcBef>
                <a:spcPts val="450"/>
              </a:spcBef>
              <a:tabLst>
                <a:tab pos="133270" algn="l"/>
              </a:tabLst>
              <a:defRPr/>
            </a:pPr>
            <a:r>
              <a:rPr lang="en-US" altLang="en-US" sz="900" dirty="0">
                <a:solidFill>
                  <a:prstClr val="black"/>
                </a:solidFill>
                <a:latin typeface="Calibri" panose="020F0502020204030204"/>
                <a:cs typeface="Arial"/>
              </a:rPr>
              <a:t>Tourism</a:t>
            </a:r>
          </a:p>
          <a:p>
            <a:pPr marL="0" indent="0">
              <a:lnSpc>
                <a:spcPct val="100000"/>
              </a:lnSpc>
              <a:spcBef>
                <a:spcPts val="450"/>
              </a:spcBef>
              <a:buNone/>
              <a:tabLst>
                <a:tab pos="133270" algn="l"/>
              </a:tabLst>
              <a:defRPr/>
            </a:pPr>
            <a:endParaRPr lang="en-US" altLang="en-US" sz="900" dirty="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900" dirty="0">
              <a:solidFill>
                <a:prstClr val="black"/>
              </a:solidFill>
              <a:latin typeface="Calibri" panose="020F0502020204030204"/>
              <a:cs typeface="Arial"/>
            </a:endParaRPr>
          </a:p>
        </p:txBody>
      </p:sp>
      <p:sp>
        <p:nvSpPr>
          <p:cNvPr id="2" name="TextBox 1">
            <a:extLst>
              <a:ext uri="{FF2B5EF4-FFF2-40B4-BE49-F238E27FC236}">
                <a16:creationId xmlns:a16="http://schemas.microsoft.com/office/drawing/2014/main" id="{208D3015-BB46-4C76-ABE0-1D7F99BFFC21}"/>
              </a:ext>
            </a:extLst>
          </p:cNvPr>
          <p:cNvSpPr txBox="1"/>
          <p:nvPr/>
        </p:nvSpPr>
        <p:spPr>
          <a:xfrm>
            <a:off x="239503" y="5275159"/>
            <a:ext cx="2342612" cy="261610"/>
          </a:xfrm>
          <a:prstGeom prst="rect">
            <a:avLst/>
          </a:prstGeom>
          <a:noFill/>
        </p:spPr>
        <p:txBody>
          <a:bodyPr wrap="square" rtlCol="0">
            <a:spAutoFit/>
          </a:bodyPr>
          <a:lstStyle/>
          <a:p>
            <a:r>
              <a:rPr lang="es-AR" sz="1100" b="1" dirty="0">
                <a:solidFill>
                  <a:srgbClr val="7030A0"/>
                </a:solidFill>
                <a:latin typeface="Graphik" panose="020B0503030202060203" pitchFamily="34" charset="0"/>
              </a:rPr>
              <a:t>CERTIFICATIONS</a:t>
            </a:r>
            <a:endParaRPr lang="en-US" sz="1100" b="1" dirty="0">
              <a:solidFill>
                <a:srgbClr val="7030A0"/>
              </a:solidFill>
              <a:latin typeface="Graphik" panose="020B0503030202060203" pitchFamily="34" charset="0"/>
            </a:endParaRPr>
          </a:p>
        </p:txBody>
      </p:sp>
      <p:sp>
        <p:nvSpPr>
          <p:cNvPr id="14" name="TextBox 13">
            <a:extLst>
              <a:ext uri="{FF2B5EF4-FFF2-40B4-BE49-F238E27FC236}">
                <a16:creationId xmlns:a16="http://schemas.microsoft.com/office/drawing/2014/main" id="{AEC9E137-957C-3A35-467E-838DA660A245}"/>
              </a:ext>
            </a:extLst>
          </p:cNvPr>
          <p:cNvSpPr txBox="1"/>
          <p:nvPr/>
        </p:nvSpPr>
        <p:spPr>
          <a:xfrm>
            <a:off x="254099" y="5655781"/>
            <a:ext cx="2781010" cy="707886"/>
          </a:xfrm>
          <a:prstGeom prst="rect">
            <a:avLst/>
          </a:prstGeom>
          <a:noFill/>
        </p:spPr>
        <p:txBody>
          <a:bodyPr wrap="square" rtlCol="0">
            <a:spAutoFit/>
          </a:bodyPr>
          <a:lstStyle/>
          <a:p>
            <a:r>
              <a:rPr lang="es-AR" sz="1000" dirty="0">
                <a:solidFill>
                  <a:prstClr val="black"/>
                </a:solidFill>
              </a:rPr>
              <a:t>AI </a:t>
            </a:r>
            <a:r>
              <a:rPr lang="es-AR" sz="1000" dirty="0" err="1">
                <a:solidFill>
                  <a:prstClr val="black"/>
                </a:solidFill>
              </a:rPr>
              <a:t>Academy</a:t>
            </a:r>
            <a:r>
              <a:rPr lang="es-AR" sz="1000" dirty="0">
                <a:solidFill>
                  <a:prstClr val="black"/>
                </a:solidFill>
              </a:rPr>
              <a:t> – Accenture (in </a:t>
            </a:r>
            <a:r>
              <a:rPr lang="es-AR" sz="1000" dirty="0" err="1">
                <a:solidFill>
                  <a:prstClr val="black"/>
                </a:solidFill>
              </a:rPr>
              <a:t>progress</a:t>
            </a:r>
            <a:r>
              <a:rPr lang="es-AR" sz="1000" dirty="0">
                <a:solidFill>
                  <a:prstClr val="black"/>
                </a:solidFill>
              </a:rPr>
              <a:t>)</a:t>
            </a:r>
            <a:br>
              <a:rPr lang="es-AR" sz="1000" dirty="0">
                <a:solidFill>
                  <a:prstClr val="black"/>
                </a:solidFill>
              </a:rPr>
            </a:br>
            <a:r>
              <a:rPr lang="es-AR" sz="1000" dirty="0" err="1">
                <a:solidFill>
                  <a:prstClr val="black"/>
                </a:solidFill>
              </a:rPr>
              <a:t>Introduction</a:t>
            </a:r>
            <a:r>
              <a:rPr lang="es-AR" sz="1000" dirty="0">
                <a:solidFill>
                  <a:prstClr val="black"/>
                </a:solidFill>
              </a:rPr>
              <a:t> </a:t>
            </a:r>
            <a:r>
              <a:rPr lang="es-AR" sz="1000" dirty="0" err="1">
                <a:solidFill>
                  <a:prstClr val="black"/>
                </a:solidFill>
              </a:rPr>
              <a:t>to</a:t>
            </a:r>
            <a:r>
              <a:rPr lang="es-AR" sz="1000" dirty="0">
                <a:solidFill>
                  <a:prstClr val="black"/>
                </a:solidFill>
              </a:rPr>
              <a:t> Data </a:t>
            </a:r>
            <a:r>
              <a:rPr lang="es-AR" sz="1000" dirty="0" err="1">
                <a:solidFill>
                  <a:prstClr val="black"/>
                </a:solidFill>
              </a:rPr>
              <a:t>Science</a:t>
            </a:r>
            <a:r>
              <a:rPr lang="es-AR" sz="1000" dirty="0">
                <a:solidFill>
                  <a:prstClr val="black"/>
                </a:solidFill>
              </a:rPr>
              <a:t> – Icaro </a:t>
            </a:r>
            <a:r>
              <a:rPr lang="es-AR" sz="1000" dirty="0" err="1">
                <a:solidFill>
                  <a:prstClr val="black"/>
                </a:solidFill>
              </a:rPr>
              <a:t>Academy</a:t>
            </a:r>
            <a:br>
              <a:rPr lang="es-AR" sz="1000" dirty="0">
                <a:solidFill>
                  <a:prstClr val="black"/>
                </a:solidFill>
              </a:rPr>
            </a:br>
            <a:r>
              <a:rPr lang="es-AR" sz="1000" dirty="0">
                <a:solidFill>
                  <a:prstClr val="black"/>
                </a:solidFill>
              </a:rPr>
              <a:t>Data </a:t>
            </a:r>
            <a:r>
              <a:rPr lang="es-AR" sz="1000" dirty="0" err="1">
                <a:solidFill>
                  <a:prstClr val="black"/>
                </a:solidFill>
              </a:rPr>
              <a:t>Analytics</a:t>
            </a:r>
            <a:r>
              <a:rPr lang="es-AR" sz="1000" dirty="0">
                <a:solidFill>
                  <a:prstClr val="black"/>
                </a:solidFill>
              </a:rPr>
              <a:t> – Icaro </a:t>
            </a:r>
            <a:r>
              <a:rPr lang="es-AR" sz="1000" dirty="0" err="1">
                <a:solidFill>
                  <a:prstClr val="black"/>
                </a:solidFill>
              </a:rPr>
              <a:t>Academy</a:t>
            </a:r>
            <a:br>
              <a:rPr lang="es-AR" sz="1000" dirty="0">
                <a:solidFill>
                  <a:prstClr val="black"/>
                </a:solidFill>
              </a:rPr>
            </a:br>
            <a:endParaRPr lang="en-US" sz="1000" dirty="0">
              <a:solidFill>
                <a:prstClr val="black"/>
              </a:solidFill>
            </a:endParaRPr>
          </a:p>
        </p:txBody>
      </p:sp>
      <p:sp>
        <p:nvSpPr>
          <p:cNvPr id="16" name="TextBox 15">
            <a:extLst>
              <a:ext uri="{FF2B5EF4-FFF2-40B4-BE49-F238E27FC236}">
                <a16:creationId xmlns:a16="http://schemas.microsoft.com/office/drawing/2014/main" id="{8A384990-DBE3-CC1D-B4B4-7F8625FF3724}"/>
              </a:ext>
            </a:extLst>
          </p:cNvPr>
          <p:cNvSpPr txBox="1"/>
          <p:nvPr/>
        </p:nvSpPr>
        <p:spPr>
          <a:xfrm>
            <a:off x="3103680" y="5215295"/>
            <a:ext cx="2342612" cy="261610"/>
          </a:xfrm>
          <a:prstGeom prst="rect">
            <a:avLst/>
          </a:prstGeom>
          <a:noFill/>
        </p:spPr>
        <p:txBody>
          <a:bodyPr wrap="square" rtlCol="0">
            <a:spAutoFit/>
          </a:bodyPr>
          <a:lstStyle/>
          <a:p>
            <a:r>
              <a:rPr lang="es-AR" sz="1100" b="1" dirty="0">
                <a:solidFill>
                  <a:srgbClr val="7030A0"/>
                </a:solidFill>
                <a:latin typeface="Graphik" panose="020B0503030202060203" pitchFamily="34" charset="0"/>
              </a:rPr>
              <a:t>LANGUAGES</a:t>
            </a:r>
            <a:endParaRPr lang="en-US" sz="1100" b="1" dirty="0">
              <a:solidFill>
                <a:srgbClr val="7030A0"/>
              </a:solidFill>
              <a:latin typeface="Graphik" panose="020B0503030202060203" pitchFamily="34" charset="0"/>
            </a:endParaRPr>
          </a:p>
        </p:txBody>
      </p:sp>
      <p:sp>
        <p:nvSpPr>
          <p:cNvPr id="18" name="Text Placeholder 10">
            <a:extLst>
              <a:ext uri="{FF2B5EF4-FFF2-40B4-BE49-F238E27FC236}">
                <a16:creationId xmlns:a16="http://schemas.microsoft.com/office/drawing/2014/main" id="{DD8A083F-142D-4114-1B8B-68B8DC799ECC}"/>
              </a:ext>
            </a:extLst>
          </p:cNvPr>
          <p:cNvSpPr txBox="1">
            <a:spLocks/>
          </p:cNvSpPr>
          <p:nvPr/>
        </p:nvSpPr>
        <p:spPr>
          <a:xfrm>
            <a:off x="3197433" y="5431792"/>
            <a:ext cx="2012108" cy="1018115"/>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r>
              <a:rPr lang="en-US" altLang="en-US" sz="900" dirty="0">
                <a:solidFill>
                  <a:prstClr val="black"/>
                </a:solidFill>
                <a:latin typeface="Calibri" panose="020F0502020204030204"/>
                <a:cs typeface="Arial"/>
              </a:rPr>
              <a:t>Spanish: native</a:t>
            </a:r>
          </a:p>
          <a:p>
            <a:pPr marL="170781" indent="-170781">
              <a:lnSpc>
                <a:spcPct val="100000"/>
              </a:lnSpc>
              <a:spcBef>
                <a:spcPts val="450"/>
              </a:spcBef>
              <a:tabLst>
                <a:tab pos="133270" algn="l"/>
              </a:tabLst>
              <a:defRPr/>
            </a:pPr>
            <a:r>
              <a:rPr lang="en-US" altLang="en-US" sz="900" dirty="0">
                <a:solidFill>
                  <a:prstClr val="black"/>
                </a:solidFill>
                <a:latin typeface="Calibri" panose="020F0502020204030204"/>
                <a:cs typeface="Arial"/>
              </a:rPr>
              <a:t>English: intermediate – B2</a:t>
            </a:r>
          </a:p>
          <a:p>
            <a:pPr marL="0" indent="0">
              <a:lnSpc>
                <a:spcPct val="100000"/>
              </a:lnSpc>
              <a:spcBef>
                <a:spcPts val="450"/>
              </a:spcBef>
              <a:buNone/>
              <a:tabLst>
                <a:tab pos="133270" algn="l"/>
              </a:tabLst>
              <a:defRPr/>
            </a:pPr>
            <a:endParaRPr lang="en-US" altLang="en-US" sz="900" dirty="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900" dirty="0">
              <a:solidFill>
                <a:prstClr val="black"/>
              </a:solidFill>
              <a:latin typeface="Calibri" panose="020F0502020204030204"/>
              <a:cs typeface="Arial"/>
            </a:endParaRPr>
          </a:p>
        </p:txBody>
      </p:sp>
    </p:spTree>
    <p:extLst>
      <p:ext uri="{BB962C8B-B14F-4D97-AF65-F5344CB8AC3E}">
        <p14:creationId xmlns:p14="http://schemas.microsoft.com/office/powerpoint/2010/main" val="521239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08BDC1-E9F8-4EEF-9FAB-00FC58FA9F3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4BFBA5-6622-4657-A915-630FEC1BA0AA}" type="slidenum">
              <a:rPr kumimoji="0" lang="es-ES" sz="1000" b="0" i="0" u="none" strike="noStrike" kern="1200" cap="none" spc="0" normalizeH="0" baseline="0" noProof="0" smtClean="0">
                <a:ln>
                  <a:noFill/>
                </a:ln>
                <a:solidFill>
                  <a:prstClr val="white">
                    <a:lumMod val="6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ES" sz="1000" b="0" i="0" u="none" strike="noStrike" kern="1200" cap="none" spc="0" normalizeH="0" baseline="0" noProof="0">
              <a:ln>
                <a:noFill/>
              </a:ln>
              <a:solidFill>
                <a:prstClr val="white">
                  <a:lumMod val="65000"/>
                </a:prstClr>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ECB597F7-1063-46BB-A5C6-BD69CD4624A0}"/>
              </a:ext>
            </a:extLst>
          </p:cNvPr>
          <p:cNvSpPr>
            <a:spLocks noGrp="1"/>
          </p:cNvSpPr>
          <p:nvPr>
            <p:ph type="body" sz="quarter" idx="11"/>
          </p:nvPr>
        </p:nvSpPr>
        <p:spPr/>
        <p:txBody>
          <a:bodyPr>
            <a:normAutofit fontScale="92500" lnSpcReduction="20000"/>
          </a:bodyPr>
          <a:lstStyle/>
          <a:p>
            <a:r>
              <a:rPr lang="en-US" dirty="0"/>
              <a:t>Juan Cruz Pereyra</a:t>
            </a:r>
          </a:p>
        </p:txBody>
      </p:sp>
      <p:sp>
        <p:nvSpPr>
          <p:cNvPr id="6" name="Text Placeholder 5">
            <a:extLst>
              <a:ext uri="{FF2B5EF4-FFF2-40B4-BE49-F238E27FC236}">
                <a16:creationId xmlns:a16="http://schemas.microsoft.com/office/drawing/2014/main" id="{643080F5-2607-4F7B-9264-C5041032336B}"/>
              </a:ext>
            </a:extLst>
          </p:cNvPr>
          <p:cNvSpPr>
            <a:spLocks noGrp="1"/>
          </p:cNvSpPr>
          <p:nvPr>
            <p:ph type="body" sz="quarter" idx="12"/>
          </p:nvPr>
        </p:nvSpPr>
        <p:spPr/>
        <p:txBody>
          <a:bodyPr>
            <a:normAutofit fontScale="85000" lnSpcReduction="20000"/>
          </a:bodyPr>
          <a:lstStyle/>
          <a:p>
            <a:r>
              <a:rPr lang="es-AR" dirty="0"/>
              <a:t>AI LLM </a:t>
            </a:r>
            <a:r>
              <a:rPr lang="es-AR" dirty="0" err="1"/>
              <a:t>Technology</a:t>
            </a:r>
            <a:r>
              <a:rPr lang="es-AR" dirty="0"/>
              <a:t> </a:t>
            </a:r>
            <a:r>
              <a:rPr lang="es-AR" dirty="0" err="1"/>
              <a:t>Architecture</a:t>
            </a:r>
            <a:r>
              <a:rPr lang="es-AR" dirty="0"/>
              <a:t> </a:t>
            </a:r>
            <a:r>
              <a:rPr lang="es-AR" dirty="0" err="1"/>
              <a:t>Analyst</a:t>
            </a:r>
            <a:r>
              <a:rPr lang="es-AR" dirty="0"/>
              <a:t>	</a:t>
            </a:r>
            <a:endParaRPr lang="en-US" dirty="0"/>
          </a:p>
        </p:txBody>
      </p:sp>
      <p:sp>
        <p:nvSpPr>
          <p:cNvPr id="7" name="Text Placeholder 6">
            <a:extLst>
              <a:ext uri="{FF2B5EF4-FFF2-40B4-BE49-F238E27FC236}">
                <a16:creationId xmlns:a16="http://schemas.microsoft.com/office/drawing/2014/main" id="{D52E9116-884D-487E-A1F6-B67499333E59}"/>
              </a:ext>
            </a:extLst>
          </p:cNvPr>
          <p:cNvSpPr>
            <a:spLocks noGrp="1"/>
          </p:cNvSpPr>
          <p:nvPr>
            <p:ph type="body" sz="quarter" idx="13"/>
          </p:nvPr>
        </p:nvSpPr>
        <p:spPr/>
        <p:txBody>
          <a:bodyPr/>
          <a:lstStyle/>
          <a:p>
            <a:r>
              <a:rPr lang="en-US" dirty="0"/>
              <a:t>juan.c.pereyra@accenture.com</a:t>
            </a:r>
          </a:p>
        </p:txBody>
      </p:sp>
      <p:sp>
        <p:nvSpPr>
          <p:cNvPr id="8" name="Text Placeholder 7">
            <a:extLst>
              <a:ext uri="{FF2B5EF4-FFF2-40B4-BE49-F238E27FC236}">
                <a16:creationId xmlns:a16="http://schemas.microsoft.com/office/drawing/2014/main" id="{6E54985B-72FF-41C6-B083-F11D3DDEF40C}"/>
              </a:ext>
            </a:extLst>
          </p:cNvPr>
          <p:cNvSpPr>
            <a:spLocks noGrp="1"/>
          </p:cNvSpPr>
          <p:nvPr>
            <p:ph type="body" sz="quarter" idx="14"/>
          </p:nvPr>
        </p:nvSpPr>
        <p:spPr/>
        <p:txBody>
          <a:bodyPr/>
          <a:lstStyle/>
          <a:p>
            <a:r>
              <a:rPr lang="en-US" dirty="0"/>
              <a:t>Córdoba, Argentina</a:t>
            </a:r>
          </a:p>
        </p:txBody>
      </p:sp>
      <p:sp>
        <p:nvSpPr>
          <p:cNvPr id="10" name="Text Placeholder 9">
            <a:extLst>
              <a:ext uri="{FF2B5EF4-FFF2-40B4-BE49-F238E27FC236}">
                <a16:creationId xmlns:a16="http://schemas.microsoft.com/office/drawing/2014/main" id="{C3265563-7E7C-4DBB-AF77-CDEA802FB0B2}"/>
              </a:ext>
            </a:extLst>
          </p:cNvPr>
          <p:cNvSpPr>
            <a:spLocks noGrp="1"/>
          </p:cNvSpPr>
          <p:nvPr>
            <p:ph type="body" sz="quarter" idx="16"/>
          </p:nvPr>
        </p:nvSpPr>
        <p:spPr>
          <a:xfrm>
            <a:off x="-210311" y="2421647"/>
            <a:ext cx="3332532" cy="2919138"/>
          </a:xfrm>
        </p:spPr>
        <p:txBody>
          <a:bodyPr>
            <a:normAutofit lnSpcReduction="10000"/>
          </a:bodyPr>
          <a:lstStyle/>
          <a:p>
            <a:pPr marL="457200" lvl="1" indent="0">
              <a:lnSpc>
                <a:spcPct val="100000"/>
              </a:lnSpc>
              <a:spcBef>
                <a:spcPts val="300"/>
              </a:spcBef>
              <a:buClr>
                <a:srgbClr val="549E39"/>
              </a:buClr>
              <a:buNone/>
              <a:defRPr/>
            </a:pPr>
            <a:r>
              <a:rPr lang="es-ES" dirty="0"/>
              <a:t>Desarrollador </a:t>
            </a:r>
            <a:r>
              <a:rPr lang="es-ES" dirty="0" err="1"/>
              <a:t>backend</a:t>
            </a:r>
            <a:r>
              <a:rPr lang="es-ES" dirty="0"/>
              <a:t> con más de 4 años de experiencia con orientación a diseño de sistemas y toma de decisiones arquitectónicas con el fin de optimizar el rendimiento y la escalabilidad. </a:t>
            </a:r>
            <a:br>
              <a:rPr lang="es-ES" dirty="0"/>
            </a:br>
            <a:br>
              <a:rPr lang="es-ES" dirty="0"/>
            </a:br>
            <a:r>
              <a:rPr lang="es-ES" dirty="0"/>
              <a:t>Cuento con formación universitaria técnica en curso, complementada con estudios en Data </a:t>
            </a:r>
            <a:r>
              <a:rPr lang="es-ES" dirty="0" err="1"/>
              <a:t>Science</a:t>
            </a:r>
            <a:r>
              <a:rPr lang="es-ES" dirty="0"/>
              <a:t> y  Data </a:t>
            </a:r>
            <a:r>
              <a:rPr lang="es-ES" dirty="0" err="1"/>
              <a:t>Analytics</a:t>
            </a:r>
            <a:r>
              <a:rPr lang="es-ES" dirty="0"/>
              <a:t>.  </a:t>
            </a:r>
          </a:p>
          <a:p>
            <a:pPr marL="457200" lvl="1" indent="0">
              <a:lnSpc>
                <a:spcPct val="100000"/>
              </a:lnSpc>
              <a:spcBef>
                <a:spcPts val="300"/>
              </a:spcBef>
              <a:buClr>
                <a:srgbClr val="549E39"/>
              </a:buClr>
              <a:buNone/>
              <a:defRPr/>
            </a:pPr>
            <a:endParaRPr lang="es-ES" dirty="0"/>
          </a:p>
          <a:p>
            <a:pPr marL="457200" lvl="1" indent="0">
              <a:lnSpc>
                <a:spcPct val="100000"/>
              </a:lnSpc>
              <a:spcBef>
                <a:spcPts val="300"/>
              </a:spcBef>
              <a:buClr>
                <a:srgbClr val="549E39"/>
              </a:buClr>
              <a:buNone/>
              <a:defRPr/>
            </a:pPr>
            <a:r>
              <a:rPr lang="es-ES" dirty="0"/>
              <a:t>Actualmente en transición activa hacia el desarrollo de AI para construir soluciones </a:t>
            </a:r>
            <a:r>
              <a:rPr lang="es-ES" dirty="0" err="1"/>
              <a:t>end-to-end</a:t>
            </a:r>
            <a:r>
              <a:rPr lang="es-ES" dirty="0"/>
              <a:t>, fusionando mi visión analítica en diseño de sistemas con herramientas de Inteligencia Artificial orientadas a la resolución de problemas.</a:t>
            </a:r>
            <a:endParaRPr lang="en-US" dirty="0"/>
          </a:p>
        </p:txBody>
      </p:sp>
      <p:sp>
        <p:nvSpPr>
          <p:cNvPr id="11" name="Text Placeholder 10">
            <a:extLst>
              <a:ext uri="{FF2B5EF4-FFF2-40B4-BE49-F238E27FC236}">
                <a16:creationId xmlns:a16="http://schemas.microsoft.com/office/drawing/2014/main" id="{1B95D3D0-EDF6-4D74-965C-4B25FEDFCCC5}"/>
              </a:ext>
            </a:extLst>
          </p:cNvPr>
          <p:cNvSpPr>
            <a:spLocks noGrp="1"/>
          </p:cNvSpPr>
          <p:nvPr>
            <p:ph type="body" sz="quarter" idx="17"/>
          </p:nvPr>
        </p:nvSpPr>
        <p:spPr>
          <a:xfrm>
            <a:off x="3176124" y="2760392"/>
            <a:ext cx="2251611" cy="1370691"/>
          </a:xfrm>
        </p:spPr>
        <p:txBody>
          <a:bodyPr vert="horz" lIns="91440" tIns="45720" rIns="91440" bIns="45720" rtlCol="0" anchor="t">
            <a:noAutofit/>
          </a:bodyPr>
          <a:lstStyle/>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Backend development</a:t>
            </a:r>
            <a:endParaRPr lang="en-US" dirty="0"/>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Software Architecture</a:t>
            </a:r>
            <a:endParaRPr lang="en-US" dirty="0"/>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Data Science</a:t>
            </a:r>
            <a:endParaRPr lang="en-US" dirty="0">
              <a:solidFill>
                <a:prstClr val="black"/>
              </a:solidFill>
              <a:latin typeface="Graphik"/>
              <a:ea typeface="Calibri" panose="020F0502020204030204"/>
              <a:cs typeface="Arial"/>
            </a:endParaRPr>
          </a:p>
          <a:p>
            <a:pPr marL="170180" indent="-170180">
              <a:lnSpc>
                <a:spcPct val="100000"/>
              </a:lnSpc>
              <a:spcBef>
                <a:spcPts val="450"/>
              </a:spcBef>
              <a:tabLst>
                <a:tab pos="133270" algn="l"/>
              </a:tabLst>
              <a:defRPr/>
            </a:pPr>
            <a:r>
              <a:rPr lang="en-US" altLang="en-US" sz="900" dirty="0">
                <a:solidFill>
                  <a:prstClr val="black"/>
                </a:solidFill>
                <a:latin typeface="Calibri"/>
                <a:ea typeface="Calibri" panose="020F0502020204030204"/>
                <a:cs typeface="Arial"/>
              </a:rPr>
              <a:t>Python, C#, Linux, Docker</a:t>
            </a:r>
          </a:p>
          <a:p>
            <a:pPr marL="170180" indent="-170180">
              <a:lnSpc>
                <a:spcPct val="100000"/>
              </a:lnSpc>
              <a:spcBef>
                <a:spcPts val="450"/>
              </a:spcBef>
              <a:tabLst>
                <a:tab pos="133270" algn="l"/>
              </a:tabLst>
              <a:defRPr/>
            </a:pPr>
            <a:r>
              <a:rPr lang="en-US" sz="900" dirty="0">
                <a:solidFill>
                  <a:prstClr val="black"/>
                </a:solidFill>
                <a:latin typeface="Calibri"/>
                <a:ea typeface="Calibri" panose="020F0502020204030204"/>
                <a:cs typeface="Arial"/>
              </a:rPr>
              <a:t>Node.js, React</a:t>
            </a:r>
            <a:endParaRPr lang="en-US" dirty="0"/>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Cloud (Basic-AWS)</a:t>
            </a:r>
            <a:endParaRPr lang="en-US" dirty="0"/>
          </a:p>
          <a:p>
            <a:pPr marL="0" lvl="0" indent="0">
              <a:lnSpc>
                <a:spcPct val="100000"/>
              </a:lnSpc>
              <a:spcBef>
                <a:spcPts val="450"/>
              </a:spcBef>
              <a:buNone/>
              <a:tabLst>
                <a:tab pos="133270" algn="l"/>
              </a:tabLst>
              <a:defRPr/>
            </a:pPr>
            <a:endParaRPr lang="en-US" altLang="en-US" sz="900" dirty="0">
              <a:solidFill>
                <a:prstClr val="black"/>
              </a:solidFill>
              <a:latin typeface="Calibri" panose="020F0502020204030204"/>
              <a:cs typeface="Arial"/>
            </a:endParaRPr>
          </a:p>
        </p:txBody>
      </p:sp>
      <p:sp>
        <p:nvSpPr>
          <p:cNvPr id="12" name="Text Placeholder 11">
            <a:extLst>
              <a:ext uri="{FF2B5EF4-FFF2-40B4-BE49-F238E27FC236}">
                <a16:creationId xmlns:a16="http://schemas.microsoft.com/office/drawing/2014/main" id="{2134980F-833A-4CEA-B193-B68AFF606610}"/>
              </a:ext>
            </a:extLst>
          </p:cNvPr>
          <p:cNvSpPr>
            <a:spLocks noGrp="1"/>
          </p:cNvSpPr>
          <p:nvPr>
            <p:ph type="body" sz="quarter" idx="18"/>
          </p:nvPr>
        </p:nvSpPr>
        <p:spPr>
          <a:xfrm>
            <a:off x="5427750" y="2425645"/>
            <a:ext cx="6524747" cy="4053221"/>
          </a:xfrm>
        </p:spPr>
        <p:txBody>
          <a:bodyPr>
            <a:noAutofit/>
          </a:bodyPr>
          <a:lstStyle/>
          <a:p>
            <a:pPr marL="0" lvl="0" indent="0" defTabSz="912813">
              <a:lnSpc>
                <a:spcPct val="100000"/>
              </a:lnSpc>
              <a:spcBef>
                <a:spcPts val="0"/>
              </a:spcBef>
              <a:buNone/>
              <a:tabLst>
                <a:tab pos="917575" algn="l"/>
              </a:tabLst>
              <a:defRPr/>
            </a:pPr>
            <a:endParaRPr lang="es-AR" sz="1000" dirty="0">
              <a:solidFill>
                <a:prstClr val="black"/>
              </a:solidFill>
            </a:endParaRPr>
          </a:p>
          <a:p>
            <a:pPr marL="0" indent="0" defTabSz="912813">
              <a:lnSpc>
                <a:spcPct val="100000"/>
              </a:lnSpc>
              <a:spcBef>
                <a:spcPts val="0"/>
              </a:spcBef>
              <a:buNone/>
              <a:tabLst>
                <a:tab pos="917575" algn="l"/>
              </a:tabLst>
              <a:defRPr/>
            </a:pPr>
            <a:r>
              <a:rPr lang="es-AR" sz="1000" dirty="0">
                <a:solidFill>
                  <a:prstClr val="black"/>
                </a:solidFill>
              </a:rPr>
              <a:t>Accenture AI </a:t>
            </a:r>
            <a:r>
              <a:rPr lang="es-AR" sz="1000" dirty="0" err="1">
                <a:solidFill>
                  <a:prstClr val="black"/>
                </a:solidFill>
              </a:rPr>
              <a:t>Academy</a:t>
            </a:r>
            <a:endParaRPr lang="es-AR" sz="1000" dirty="0">
              <a:solidFill>
                <a:prstClr val="black"/>
              </a:solidFill>
            </a:endParaRPr>
          </a:p>
          <a:p>
            <a:pPr defTabSz="912813">
              <a:lnSpc>
                <a:spcPct val="100000"/>
              </a:lnSpc>
              <a:spcBef>
                <a:spcPts val="0"/>
              </a:spcBef>
              <a:tabLst>
                <a:tab pos="917575" algn="l"/>
              </a:tabLst>
              <a:defRPr/>
            </a:pPr>
            <a:r>
              <a:rPr lang="es-AR" sz="1000" b="0" dirty="0">
                <a:solidFill>
                  <a:prstClr val="black"/>
                </a:solidFill>
              </a:rPr>
              <a:t>Formación integral y desarrollo de habilidades avanzadas en AI y Data </a:t>
            </a:r>
            <a:r>
              <a:rPr lang="es-AR" sz="1000" b="0" dirty="0" err="1">
                <a:solidFill>
                  <a:prstClr val="black"/>
                </a:solidFill>
              </a:rPr>
              <a:t>Science</a:t>
            </a:r>
            <a:r>
              <a:rPr lang="es-AR" sz="1000" b="0" dirty="0">
                <a:solidFill>
                  <a:prstClr val="black"/>
                </a:solidFill>
              </a:rPr>
              <a:t>. Capacitación en fundamentos de AI como Generative AI, </a:t>
            </a:r>
            <a:r>
              <a:rPr lang="es-AR" sz="1000" b="0" dirty="0" err="1">
                <a:solidFill>
                  <a:prstClr val="black"/>
                </a:solidFill>
              </a:rPr>
              <a:t>Responsible</a:t>
            </a:r>
            <a:r>
              <a:rPr lang="es-AR" sz="1000" b="0" dirty="0">
                <a:solidFill>
                  <a:prstClr val="black"/>
                </a:solidFill>
              </a:rPr>
              <a:t> AI, </a:t>
            </a:r>
            <a:r>
              <a:rPr lang="es-AR" sz="1000" b="0" dirty="0" err="1">
                <a:solidFill>
                  <a:prstClr val="black"/>
                </a:solidFill>
              </a:rPr>
              <a:t>LLMs</a:t>
            </a:r>
            <a:r>
              <a:rPr lang="es-AR" sz="1000" b="0" dirty="0">
                <a:solidFill>
                  <a:prstClr val="black"/>
                </a:solidFill>
              </a:rPr>
              <a:t> </a:t>
            </a:r>
            <a:r>
              <a:rPr lang="es-AR" sz="1000" b="0" dirty="0" err="1">
                <a:solidFill>
                  <a:prstClr val="black"/>
                </a:solidFill>
              </a:rPr>
              <a:t>orchestration</a:t>
            </a:r>
            <a:r>
              <a:rPr lang="es-AR" sz="1000" b="0" dirty="0">
                <a:solidFill>
                  <a:prstClr val="black"/>
                </a:solidFill>
              </a:rPr>
              <a:t>, RAG, </a:t>
            </a:r>
            <a:r>
              <a:rPr lang="es-AR" sz="1000" b="0" dirty="0" err="1">
                <a:solidFill>
                  <a:prstClr val="black"/>
                </a:solidFill>
              </a:rPr>
              <a:t>Prompting</a:t>
            </a:r>
            <a:r>
              <a:rPr lang="es-AR" sz="1000" b="0" dirty="0">
                <a:solidFill>
                  <a:prstClr val="black"/>
                </a:solidFill>
              </a:rPr>
              <a:t> </a:t>
            </a:r>
            <a:r>
              <a:rPr lang="es-AR" sz="1000" b="0" dirty="0" err="1">
                <a:solidFill>
                  <a:prstClr val="black"/>
                </a:solidFill>
              </a:rPr>
              <a:t>Engineer</a:t>
            </a:r>
            <a:r>
              <a:rPr lang="es-AR" sz="1000" b="0" dirty="0">
                <a:solidFill>
                  <a:prstClr val="black"/>
                </a:solidFill>
              </a:rPr>
              <a:t>, entre otros. Enfocado en desarrollo e implementación de aplicaciones AI para brindar soluciones empresariales.</a:t>
            </a:r>
            <a:endParaRPr lang="en-US" sz="1000" b="0" dirty="0">
              <a:solidFill>
                <a:prstClr val="black"/>
              </a:solidFill>
            </a:endParaRPr>
          </a:p>
          <a:p>
            <a:pPr marL="0" indent="0" defTabSz="912813">
              <a:lnSpc>
                <a:spcPct val="100000"/>
              </a:lnSpc>
              <a:spcBef>
                <a:spcPts val="0"/>
              </a:spcBef>
              <a:buNone/>
              <a:tabLst>
                <a:tab pos="917575" algn="l"/>
              </a:tabLst>
              <a:defRPr/>
            </a:pPr>
            <a:endParaRPr lang="en-US" sz="1000" dirty="0">
              <a:solidFill>
                <a:prstClr val="black"/>
              </a:solidFill>
            </a:endParaRPr>
          </a:p>
          <a:p>
            <a:pPr marL="0" lvl="0" indent="0" defTabSz="912813">
              <a:lnSpc>
                <a:spcPct val="100000"/>
              </a:lnSpc>
              <a:spcBef>
                <a:spcPts val="0"/>
              </a:spcBef>
              <a:buNone/>
              <a:tabLst>
                <a:tab pos="917575" algn="l"/>
              </a:tabLst>
              <a:defRPr/>
            </a:pPr>
            <a:endParaRPr lang="es-AR" sz="1000" dirty="0">
              <a:solidFill>
                <a:prstClr val="black"/>
              </a:solidFill>
            </a:endParaRPr>
          </a:p>
          <a:p>
            <a:pPr marL="0" lvl="0" indent="0" defTabSz="912813">
              <a:lnSpc>
                <a:spcPct val="100000"/>
              </a:lnSpc>
              <a:spcBef>
                <a:spcPts val="0"/>
              </a:spcBef>
              <a:buNone/>
              <a:tabLst>
                <a:tab pos="917575" algn="l"/>
              </a:tabLst>
              <a:defRPr/>
            </a:pPr>
            <a:endParaRPr lang="es-AR" sz="1000" dirty="0">
              <a:solidFill>
                <a:prstClr val="black"/>
              </a:solidFill>
            </a:endParaRPr>
          </a:p>
          <a:p>
            <a:pPr marL="0" lvl="0" indent="0" defTabSz="912813">
              <a:lnSpc>
                <a:spcPct val="100000"/>
              </a:lnSpc>
              <a:spcBef>
                <a:spcPts val="0"/>
              </a:spcBef>
              <a:buNone/>
              <a:tabLst>
                <a:tab pos="917575" algn="l"/>
              </a:tabLst>
              <a:defRPr/>
            </a:pPr>
            <a:r>
              <a:rPr lang="es-AR" sz="1000" dirty="0">
                <a:solidFill>
                  <a:prstClr val="black"/>
                </a:solidFill>
              </a:rPr>
              <a:t>Juan </a:t>
            </a:r>
            <a:r>
              <a:rPr lang="es-AR" sz="1000" dirty="0" err="1">
                <a:solidFill>
                  <a:prstClr val="black"/>
                </a:solidFill>
              </a:rPr>
              <a:t>Toselli</a:t>
            </a:r>
            <a:r>
              <a:rPr lang="es-AR" sz="1000" dirty="0">
                <a:solidFill>
                  <a:prstClr val="black"/>
                </a:solidFill>
              </a:rPr>
              <a:t> </a:t>
            </a:r>
            <a:r>
              <a:rPr lang="es-AR" sz="1000" dirty="0" err="1">
                <a:solidFill>
                  <a:prstClr val="black"/>
                </a:solidFill>
              </a:rPr>
              <a:t>Int</a:t>
            </a:r>
            <a:r>
              <a:rPr lang="es-AR" sz="1000" dirty="0">
                <a:solidFill>
                  <a:prstClr val="black"/>
                </a:solidFill>
              </a:rPr>
              <a:t>. Tours </a:t>
            </a:r>
            <a:endParaRPr lang="en-US" sz="1000" dirty="0">
              <a:solidFill>
                <a:prstClr val="black"/>
              </a:solidFill>
            </a:endParaRPr>
          </a:p>
          <a:p>
            <a:pPr marL="0" lvl="0" indent="0" defTabSz="912813">
              <a:lnSpc>
                <a:spcPct val="100000"/>
              </a:lnSpc>
              <a:spcBef>
                <a:spcPts val="0"/>
              </a:spcBef>
              <a:buNone/>
              <a:tabLst>
                <a:tab pos="917575" algn="l"/>
              </a:tabLst>
              <a:defRPr/>
            </a:pPr>
            <a:endParaRPr lang="en-US" sz="1000" dirty="0">
              <a:solidFill>
                <a:prstClr val="black"/>
              </a:solidFill>
            </a:endParaRPr>
          </a:p>
          <a:p>
            <a:pPr defTabSz="912813">
              <a:lnSpc>
                <a:spcPct val="100000"/>
              </a:lnSpc>
              <a:spcBef>
                <a:spcPts val="0"/>
              </a:spcBef>
              <a:tabLst>
                <a:tab pos="917575" algn="l"/>
              </a:tabLst>
              <a:defRPr/>
            </a:pPr>
            <a:r>
              <a:rPr lang="es-ES" sz="1000" b="0" dirty="0"/>
              <a:t>Lideré la migración de arquitecturas monolíticas a ecosistemas de microservicios y </a:t>
            </a:r>
            <a:r>
              <a:rPr lang="es-ES" sz="1000" b="0" dirty="0" err="1"/>
              <a:t>cloud</a:t>
            </a:r>
            <a:r>
              <a:rPr lang="es-ES" sz="1000" b="0" dirty="0"/>
              <a:t>, sentando las bases de infraestructura escalable. Optimicé procesos administrativos y de negocio, reduciendo tiempos de búsqueda y carga. Desarrollé automatizaciones robustas para bases de datos NoSQL y entornos Linux. Mi dominio en la construcción de </a:t>
            </a:r>
            <a:r>
              <a:rPr lang="es-ES" sz="1000" b="0" dirty="0" err="1"/>
              <a:t>APIs</a:t>
            </a:r>
            <a:r>
              <a:rPr lang="es-ES" sz="1000" b="0" dirty="0"/>
              <a:t> de alta concurrencia, la </a:t>
            </a:r>
            <a:r>
              <a:rPr lang="es-ES" sz="1000" b="0" dirty="0" err="1"/>
              <a:t>contenerización</a:t>
            </a:r>
            <a:r>
              <a:rPr lang="es-ES" sz="1000" b="0" dirty="0"/>
              <a:t> con Docker y los pipelines de despliegue (CI/CD) garantiza ecosistemas ágiles, portables y resilientes.</a:t>
            </a:r>
          </a:p>
          <a:p>
            <a:pPr defTabSz="912813">
              <a:lnSpc>
                <a:spcPct val="100000"/>
              </a:lnSpc>
              <a:spcBef>
                <a:spcPts val="0"/>
              </a:spcBef>
              <a:tabLst>
                <a:tab pos="917575" algn="l"/>
              </a:tabLst>
              <a:defRPr/>
            </a:pPr>
            <a:endParaRPr lang="es-ES" sz="1000" b="0" dirty="0">
              <a:solidFill>
                <a:prstClr val="black"/>
              </a:solidFill>
            </a:endParaRPr>
          </a:p>
          <a:p>
            <a:pPr marL="0" indent="0" defTabSz="912813">
              <a:lnSpc>
                <a:spcPct val="100000"/>
              </a:lnSpc>
              <a:spcBef>
                <a:spcPts val="0"/>
              </a:spcBef>
              <a:buNone/>
              <a:tabLst>
                <a:tab pos="917575" algn="l"/>
              </a:tabLst>
              <a:defRPr/>
            </a:pPr>
            <a:endParaRPr lang="it-IT" sz="1000" dirty="0">
              <a:solidFill>
                <a:prstClr val="black"/>
              </a:solidFill>
            </a:endParaRPr>
          </a:p>
          <a:p>
            <a:pPr marL="0" indent="0" defTabSz="912813">
              <a:lnSpc>
                <a:spcPct val="100000"/>
              </a:lnSpc>
              <a:spcBef>
                <a:spcPts val="0"/>
              </a:spcBef>
              <a:buNone/>
              <a:tabLst>
                <a:tab pos="917575" algn="l"/>
              </a:tabLst>
              <a:defRPr/>
            </a:pPr>
            <a:endParaRPr lang="it-IT" sz="1000" dirty="0">
              <a:solidFill>
                <a:prstClr val="black"/>
              </a:solidFill>
            </a:endParaRPr>
          </a:p>
          <a:p>
            <a:pPr marL="0" indent="0" defTabSz="912813">
              <a:lnSpc>
                <a:spcPct val="100000"/>
              </a:lnSpc>
              <a:spcBef>
                <a:spcPts val="0"/>
              </a:spcBef>
              <a:buNone/>
              <a:tabLst>
                <a:tab pos="917575" algn="l"/>
              </a:tabLst>
              <a:defRPr/>
            </a:pPr>
            <a:endParaRPr lang="it-IT" sz="1000" dirty="0">
              <a:solidFill>
                <a:prstClr val="black"/>
              </a:solidFill>
            </a:endParaRPr>
          </a:p>
          <a:p>
            <a:pPr lvl="0" defTabSz="912813">
              <a:lnSpc>
                <a:spcPct val="100000"/>
              </a:lnSpc>
              <a:spcBef>
                <a:spcPts val="0"/>
              </a:spcBef>
              <a:buFontTx/>
              <a:buChar char="-"/>
              <a:tabLst>
                <a:tab pos="917575" algn="l"/>
              </a:tabLst>
              <a:defRPr/>
            </a:pPr>
            <a:endParaRPr lang="en-US" sz="1000" dirty="0">
              <a:solidFill>
                <a:prstClr val="black"/>
              </a:solidFill>
            </a:endParaRPr>
          </a:p>
          <a:p>
            <a:pPr marL="0" lvl="0" indent="0" defTabSz="912813">
              <a:lnSpc>
                <a:spcPct val="100000"/>
              </a:lnSpc>
              <a:spcBef>
                <a:spcPts val="0"/>
              </a:spcBef>
              <a:buNone/>
              <a:tabLst>
                <a:tab pos="917575" algn="l"/>
              </a:tabLst>
              <a:defRPr/>
            </a:pPr>
            <a:endParaRPr lang="en-US" sz="1000" dirty="0">
              <a:solidFill>
                <a:prstClr val="black"/>
              </a:solidFill>
            </a:endParaRPr>
          </a:p>
        </p:txBody>
      </p:sp>
      <p:sp>
        <p:nvSpPr>
          <p:cNvPr id="13" name="Text Placeholder 12">
            <a:extLst>
              <a:ext uri="{FF2B5EF4-FFF2-40B4-BE49-F238E27FC236}">
                <a16:creationId xmlns:a16="http://schemas.microsoft.com/office/drawing/2014/main" id="{8AB44894-8232-41D9-A194-2698685863BB}"/>
              </a:ext>
            </a:extLst>
          </p:cNvPr>
          <p:cNvSpPr>
            <a:spLocks noGrp="1"/>
          </p:cNvSpPr>
          <p:nvPr>
            <p:ph type="body" sz="quarter" idx="19"/>
          </p:nvPr>
        </p:nvSpPr>
        <p:spPr>
          <a:xfrm>
            <a:off x="2369005" y="801768"/>
            <a:ext cx="6541532" cy="485043"/>
          </a:xfrm>
        </p:spPr>
        <p:txBody>
          <a:bodyPr>
            <a:normAutofit/>
          </a:bodyPr>
          <a:lstStyle/>
          <a:p>
            <a:r>
              <a:rPr lang="en-US" dirty="0"/>
              <a:t>Technology / Data &amp; AI</a:t>
            </a:r>
            <a:endParaRPr lang="en-US" dirty="0">
              <a:latin typeface="Graphik"/>
            </a:endParaRPr>
          </a:p>
        </p:txBody>
      </p:sp>
      <p:sp>
        <p:nvSpPr>
          <p:cNvPr id="3" name="Footer Placeholder 2">
            <a:extLst>
              <a:ext uri="{FF2B5EF4-FFF2-40B4-BE49-F238E27FC236}">
                <a16:creationId xmlns:a16="http://schemas.microsoft.com/office/drawing/2014/main" id="{33D966CF-FD9C-4253-80B3-E3B4151511A0}"/>
              </a:ext>
            </a:extLst>
          </p:cNvPr>
          <p:cNvSpPr>
            <a:spLocks noGrp="1"/>
          </p:cNvSpPr>
          <p:nvPr>
            <p:ph type="ftr" sz="quarter" idx="4294967295"/>
          </p:nvPr>
        </p:nvSpPr>
        <p:spPr>
          <a:xfrm>
            <a:off x="8077200" y="6492875"/>
            <a:ext cx="4114800"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Copyright © 2021 Accenture.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All</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rights</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reserved</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t>
            </a:r>
          </a:p>
        </p:txBody>
      </p:sp>
      <p:pic>
        <p:nvPicPr>
          <p:cNvPr id="27" name="Picture Placeholder 26">
            <a:extLst>
              <a:ext uri="{FF2B5EF4-FFF2-40B4-BE49-F238E27FC236}">
                <a16:creationId xmlns:a16="http://schemas.microsoft.com/office/drawing/2014/main" id="{C6332352-5514-4374-8288-6E713209780A}"/>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2652" r="2652"/>
          <a:stretch/>
        </p:blipFill>
        <p:spPr/>
      </p:pic>
      <p:sp>
        <p:nvSpPr>
          <p:cNvPr id="30" name="Text Placeholder 10">
            <a:extLst>
              <a:ext uri="{FF2B5EF4-FFF2-40B4-BE49-F238E27FC236}">
                <a16:creationId xmlns:a16="http://schemas.microsoft.com/office/drawing/2014/main" id="{D8EBDDCE-48D7-4534-8057-F03D089029E4}"/>
              </a:ext>
            </a:extLst>
          </p:cNvPr>
          <p:cNvSpPr txBox="1">
            <a:spLocks/>
          </p:cNvSpPr>
          <p:nvPr/>
        </p:nvSpPr>
        <p:spPr>
          <a:xfrm>
            <a:off x="3176139" y="4272380"/>
            <a:ext cx="2012108" cy="1159413"/>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800">
              <a:solidFill>
                <a:prstClr val="black"/>
              </a:solidFill>
              <a:latin typeface="Calibri" panose="020F0502020204030204"/>
              <a:cs typeface="Arial"/>
            </a:endParaRPr>
          </a:p>
        </p:txBody>
      </p:sp>
      <p:sp>
        <p:nvSpPr>
          <p:cNvPr id="31" name="Text Placeholder 10">
            <a:extLst>
              <a:ext uri="{FF2B5EF4-FFF2-40B4-BE49-F238E27FC236}">
                <a16:creationId xmlns:a16="http://schemas.microsoft.com/office/drawing/2014/main" id="{3658CBF4-BCD4-4FE7-976F-59FAEC664190}"/>
              </a:ext>
            </a:extLst>
          </p:cNvPr>
          <p:cNvSpPr txBox="1">
            <a:spLocks/>
          </p:cNvSpPr>
          <p:nvPr/>
        </p:nvSpPr>
        <p:spPr>
          <a:xfrm>
            <a:off x="3176139" y="4413677"/>
            <a:ext cx="2012108" cy="1018115"/>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r>
              <a:rPr lang="en-US" altLang="en-US" sz="900" dirty="0" err="1">
                <a:solidFill>
                  <a:prstClr val="black"/>
                </a:solidFill>
                <a:latin typeface="Calibri" panose="020F0502020204030204"/>
                <a:cs typeface="Arial"/>
              </a:rPr>
              <a:t>Tecnología</a:t>
            </a:r>
            <a:endParaRPr lang="en-US" altLang="en-US" sz="900" dirty="0">
              <a:solidFill>
                <a:prstClr val="black"/>
              </a:solidFill>
              <a:latin typeface="Calibri" panose="020F0502020204030204"/>
              <a:cs typeface="Arial"/>
            </a:endParaRPr>
          </a:p>
          <a:p>
            <a:pPr marL="170781" indent="-170781">
              <a:lnSpc>
                <a:spcPct val="100000"/>
              </a:lnSpc>
              <a:spcBef>
                <a:spcPts val="450"/>
              </a:spcBef>
              <a:tabLst>
                <a:tab pos="133270" algn="l"/>
              </a:tabLst>
              <a:defRPr/>
            </a:pPr>
            <a:r>
              <a:rPr lang="en-US" altLang="en-US" sz="900" dirty="0">
                <a:solidFill>
                  <a:prstClr val="black"/>
                </a:solidFill>
                <a:latin typeface="Calibri" panose="020F0502020204030204"/>
                <a:cs typeface="Arial"/>
              </a:rPr>
              <a:t>Academica </a:t>
            </a:r>
          </a:p>
          <a:p>
            <a:pPr marL="170781" indent="-170781">
              <a:lnSpc>
                <a:spcPct val="100000"/>
              </a:lnSpc>
              <a:spcBef>
                <a:spcPts val="450"/>
              </a:spcBef>
              <a:tabLst>
                <a:tab pos="133270" algn="l"/>
              </a:tabLst>
              <a:defRPr/>
            </a:pPr>
            <a:r>
              <a:rPr lang="en-US" altLang="en-US" sz="900" dirty="0">
                <a:solidFill>
                  <a:prstClr val="black"/>
                </a:solidFill>
                <a:latin typeface="Calibri" panose="020F0502020204030204"/>
                <a:cs typeface="Arial"/>
              </a:rPr>
              <a:t>Turismo</a:t>
            </a:r>
          </a:p>
          <a:p>
            <a:pPr marL="170781" indent="-170781">
              <a:lnSpc>
                <a:spcPct val="100000"/>
              </a:lnSpc>
              <a:spcBef>
                <a:spcPts val="450"/>
              </a:spcBef>
              <a:tabLst>
                <a:tab pos="133270" algn="l"/>
              </a:tabLst>
              <a:defRPr/>
            </a:pPr>
            <a:endParaRPr lang="en-US" altLang="en-US" sz="900" dirty="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900" dirty="0">
              <a:solidFill>
                <a:prstClr val="black"/>
              </a:solidFill>
              <a:latin typeface="Calibri" panose="020F0502020204030204"/>
              <a:cs typeface="Arial"/>
            </a:endParaRPr>
          </a:p>
        </p:txBody>
      </p:sp>
      <p:sp>
        <p:nvSpPr>
          <p:cNvPr id="2" name="TextBox 1">
            <a:extLst>
              <a:ext uri="{FF2B5EF4-FFF2-40B4-BE49-F238E27FC236}">
                <a16:creationId xmlns:a16="http://schemas.microsoft.com/office/drawing/2014/main" id="{208D3015-BB46-4C76-ABE0-1D7F99BFFC21}"/>
              </a:ext>
            </a:extLst>
          </p:cNvPr>
          <p:cNvSpPr txBox="1"/>
          <p:nvPr/>
        </p:nvSpPr>
        <p:spPr>
          <a:xfrm>
            <a:off x="210586" y="5245785"/>
            <a:ext cx="2342612" cy="261610"/>
          </a:xfrm>
          <a:prstGeom prst="rect">
            <a:avLst/>
          </a:prstGeom>
          <a:noFill/>
        </p:spPr>
        <p:txBody>
          <a:bodyPr wrap="square" rtlCol="0">
            <a:spAutoFit/>
          </a:bodyPr>
          <a:lstStyle/>
          <a:p>
            <a:r>
              <a:rPr lang="es-AR" sz="1100" b="1">
                <a:solidFill>
                  <a:srgbClr val="7030A0"/>
                </a:solidFill>
                <a:latin typeface="Graphik" panose="020B0503030202060203" pitchFamily="34" charset="0"/>
              </a:rPr>
              <a:t>CERTIFICATIONS</a:t>
            </a:r>
            <a:endParaRPr lang="en-US" sz="1100" b="1">
              <a:solidFill>
                <a:srgbClr val="7030A0"/>
              </a:solidFill>
              <a:latin typeface="Graphik" panose="020B0503030202060203" pitchFamily="34" charset="0"/>
            </a:endParaRPr>
          </a:p>
        </p:txBody>
      </p:sp>
      <p:sp>
        <p:nvSpPr>
          <p:cNvPr id="14" name="TextBox 13">
            <a:extLst>
              <a:ext uri="{FF2B5EF4-FFF2-40B4-BE49-F238E27FC236}">
                <a16:creationId xmlns:a16="http://schemas.microsoft.com/office/drawing/2014/main" id="{AEC9E137-957C-3A35-467E-838DA660A245}"/>
              </a:ext>
            </a:extLst>
          </p:cNvPr>
          <p:cNvSpPr txBox="1"/>
          <p:nvPr/>
        </p:nvSpPr>
        <p:spPr>
          <a:xfrm>
            <a:off x="275378" y="5603432"/>
            <a:ext cx="2781010" cy="707886"/>
          </a:xfrm>
          <a:prstGeom prst="rect">
            <a:avLst/>
          </a:prstGeom>
          <a:noFill/>
        </p:spPr>
        <p:txBody>
          <a:bodyPr wrap="square" rtlCol="0">
            <a:spAutoFit/>
          </a:bodyPr>
          <a:lstStyle/>
          <a:p>
            <a:r>
              <a:rPr lang="es-AR" sz="1000" dirty="0">
                <a:solidFill>
                  <a:prstClr val="black"/>
                </a:solidFill>
              </a:rPr>
              <a:t>AI </a:t>
            </a:r>
            <a:r>
              <a:rPr lang="es-AR" sz="1000" dirty="0" err="1">
                <a:solidFill>
                  <a:prstClr val="black"/>
                </a:solidFill>
              </a:rPr>
              <a:t>Academy</a:t>
            </a:r>
            <a:r>
              <a:rPr lang="es-AR" sz="1000" dirty="0">
                <a:solidFill>
                  <a:prstClr val="black"/>
                </a:solidFill>
              </a:rPr>
              <a:t> – Accenture (en progreso)</a:t>
            </a:r>
            <a:br>
              <a:rPr lang="es-AR" sz="1000" dirty="0">
                <a:solidFill>
                  <a:prstClr val="black"/>
                </a:solidFill>
              </a:rPr>
            </a:br>
            <a:r>
              <a:rPr lang="es-AR" sz="1000" dirty="0">
                <a:solidFill>
                  <a:prstClr val="black"/>
                </a:solidFill>
              </a:rPr>
              <a:t>Introducción a Data </a:t>
            </a:r>
            <a:r>
              <a:rPr lang="es-AR" sz="1000" dirty="0" err="1">
                <a:solidFill>
                  <a:prstClr val="black"/>
                </a:solidFill>
              </a:rPr>
              <a:t>Science</a:t>
            </a:r>
            <a:r>
              <a:rPr lang="es-AR" sz="1000" dirty="0">
                <a:solidFill>
                  <a:prstClr val="black"/>
                </a:solidFill>
              </a:rPr>
              <a:t> – Academia Icaro</a:t>
            </a:r>
            <a:br>
              <a:rPr lang="es-AR" sz="1000" dirty="0">
                <a:solidFill>
                  <a:prstClr val="black"/>
                </a:solidFill>
              </a:rPr>
            </a:br>
            <a:r>
              <a:rPr lang="es-AR" sz="1000" dirty="0">
                <a:solidFill>
                  <a:prstClr val="black"/>
                </a:solidFill>
              </a:rPr>
              <a:t>Data </a:t>
            </a:r>
            <a:r>
              <a:rPr lang="es-AR" sz="1000" dirty="0" err="1">
                <a:solidFill>
                  <a:prstClr val="black"/>
                </a:solidFill>
              </a:rPr>
              <a:t>Analytics</a:t>
            </a:r>
            <a:r>
              <a:rPr lang="es-AR" sz="1000" dirty="0">
                <a:solidFill>
                  <a:prstClr val="black"/>
                </a:solidFill>
              </a:rPr>
              <a:t> – Academia Icaro</a:t>
            </a:r>
            <a:br>
              <a:rPr lang="es-AR" sz="1000" dirty="0">
                <a:solidFill>
                  <a:prstClr val="black"/>
                </a:solidFill>
              </a:rPr>
            </a:br>
            <a:endParaRPr lang="en-US" sz="1000" dirty="0">
              <a:solidFill>
                <a:prstClr val="black"/>
              </a:solidFill>
            </a:endParaRPr>
          </a:p>
        </p:txBody>
      </p:sp>
      <p:sp>
        <p:nvSpPr>
          <p:cNvPr id="9" name="TextBox 8">
            <a:extLst>
              <a:ext uri="{FF2B5EF4-FFF2-40B4-BE49-F238E27FC236}">
                <a16:creationId xmlns:a16="http://schemas.microsoft.com/office/drawing/2014/main" id="{3DC164E6-12DE-4527-A644-ED37DAE45F07}"/>
              </a:ext>
            </a:extLst>
          </p:cNvPr>
          <p:cNvSpPr txBox="1"/>
          <p:nvPr/>
        </p:nvSpPr>
        <p:spPr>
          <a:xfrm>
            <a:off x="3103680" y="5215295"/>
            <a:ext cx="2342612" cy="261610"/>
          </a:xfrm>
          <a:prstGeom prst="rect">
            <a:avLst/>
          </a:prstGeom>
          <a:noFill/>
        </p:spPr>
        <p:txBody>
          <a:bodyPr wrap="square" rtlCol="0">
            <a:spAutoFit/>
          </a:bodyPr>
          <a:lstStyle/>
          <a:p>
            <a:r>
              <a:rPr lang="es-AR" sz="1100" b="1" dirty="0">
                <a:solidFill>
                  <a:srgbClr val="7030A0"/>
                </a:solidFill>
                <a:latin typeface="Graphik" panose="020B0503030202060203" pitchFamily="34" charset="0"/>
              </a:rPr>
              <a:t>LANGUAGES</a:t>
            </a:r>
            <a:endParaRPr lang="en-US" sz="1100" b="1" dirty="0">
              <a:solidFill>
                <a:srgbClr val="7030A0"/>
              </a:solidFill>
              <a:latin typeface="Graphik" panose="020B0503030202060203" pitchFamily="34" charset="0"/>
            </a:endParaRPr>
          </a:p>
        </p:txBody>
      </p:sp>
      <p:sp>
        <p:nvSpPr>
          <p:cNvPr id="15" name="Text Placeholder 10">
            <a:extLst>
              <a:ext uri="{FF2B5EF4-FFF2-40B4-BE49-F238E27FC236}">
                <a16:creationId xmlns:a16="http://schemas.microsoft.com/office/drawing/2014/main" id="{8273A960-3F3F-16EC-28D8-A64F5B52C795}"/>
              </a:ext>
            </a:extLst>
          </p:cNvPr>
          <p:cNvSpPr txBox="1">
            <a:spLocks/>
          </p:cNvSpPr>
          <p:nvPr/>
        </p:nvSpPr>
        <p:spPr>
          <a:xfrm>
            <a:off x="3176139" y="5448317"/>
            <a:ext cx="2012108" cy="1018115"/>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r>
              <a:rPr lang="en-US" altLang="en-US" sz="900" dirty="0">
                <a:solidFill>
                  <a:prstClr val="black"/>
                </a:solidFill>
                <a:latin typeface="Calibri" panose="020F0502020204030204"/>
                <a:cs typeface="Arial"/>
              </a:rPr>
              <a:t>Español: </a:t>
            </a:r>
            <a:r>
              <a:rPr lang="en-US" altLang="en-US" sz="900" dirty="0" err="1">
                <a:solidFill>
                  <a:prstClr val="black"/>
                </a:solidFill>
                <a:latin typeface="Calibri" panose="020F0502020204030204"/>
                <a:cs typeface="Arial"/>
              </a:rPr>
              <a:t>nativo</a:t>
            </a:r>
            <a:endParaRPr lang="en-US" altLang="en-US" sz="900" dirty="0">
              <a:solidFill>
                <a:prstClr val="black"/>
              </a:solidFill>
              <a:latin typeface="Calibri" panose="020F0502020204030204"/>
              <a:cs typeface="Arial"/>
            </a:endParaRPr>
          </a:p>
          <a:p>
            <a:pPr marL="170781" indent="-170781">
              <a:lnSpc>
                <a:spcPct val="100000"/>
              </a:lnSpc>
              <a:spcBef>
                <a:spcPts val="450"/>
              </a:spcBef>
              <a:tabLst>
                <a:tab pos="133270" algn="l"/>
              </a:tabLst>
              <a:defRPr/>
            </a:pPr>
            <a:r>
              <a:rPr lang="en-US" altLang="en-US" sz="900" dirty="0">
                <a:solidFill>
                  <a:prstClr val="black"/>
                </a:solidFill>
                <a:latin typeface="Calibri" panose="020F0502020204030204"/>
                <a:cs typeface="Arial"/>
              </a:rPr>
              <a:t>Ingles: </a:t>
            </a:r>
            <a:r>
              <a:rPr lang="en-US" altLang="en-US" sz="900" dirty="0" err="1">
                <a:solidFill>
                  <a:prstClr val="black"/>
                </a:solidFill>
                <a:latin typeface="Calibri" panose="020F0502020204030204"/>
                <a:cs typeface="Arial"/>
              </a:rPr>
              <a:t>intermedio</a:t>
            </a:r>
            <a:r>
              <a:rPr lang="en-US" altLang="en-US" sz="900" dirty="0">
                <a:solidFill>
                  <a:prstClr val="black"/>
                </a:solidFill>
                <a:latin typeface="Calibri" panose="020F0502020204030204"/>
                <a:cs typeface="Arial"/>
              </a:rPr>
              <a:t> B2</a:t>
            </a:r>
          </a:p>
          <a:p>
            <a:pPr marL="170781" indent="-170781">
              <a:lnSpc>
                <a:spcPct val="100000"/>
              </a:lnSpc>
              <a:spcBef>
                <a:spcPts val="450"/>
              </a:spcBef>
              <a:tabLst>
                <a:tab pos="133270" algn="l"/>
              </a:tabLst>
              <a:defRPr/>
            </a:pPr>
            <a:endParaRPr lang="en-US" altLang="en-US" sz="900" dirty="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900" dirty="0">
              <a:solidFill>
                <a:prstClr val="black"/>
              </a:solidFill>
              <a:latin typeface="Calibri" panose="020F0502020204030204"/>
              <a:cs typeface="Arial"/>
            </a:endParaRPr>
          </a:p>
        </p:txBody>
      </p:sp>
    </p:spTree>
    <p:extLst>
      <p:ext uri="{BB962C8B-B14F-4D97-AF65-F5344CB8AC3E}">
        <p14:creationId xmlns:p14="http://schemas.microsoft.com/office/powerpoint/2010/main" val="16426287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e1adda6-93f2-443e-b0ef-40d6e1dc8c9d" xsi:nil="true"/>
    <lcf76f155ced4ddcb4097134ff3c332f xmlns="9e5dff9b-ec84-400a-8d4d-02e969566393">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1666D6F4CFFA446B5D32C4039F08BDD" ma:contentTypeVersion="12" ma:contentTypeDescription="Create a new document." ma:contentTypeScope="" ma:versionID="7a6cc17327f8fd4a1bea693b89822f0e">
  <xsd:schema xmlns:xsd="http://www.w3.org/2001/XMLSchema" xmlns:xs="http://www.w3.org/2001/XMLSchema" xmlns:p="http://schemas.microsoft.com/office/2006/metadata/properties" xmlns:ns2="9e5dff9b-ec84-400a-8d4d-02e969566393" xmlns:ns3="9e1adda6-93f2-443e-b0ef-40d6e1dc8c9d" targetNamespace="http://schemas.microsoft.com/office/2006/metadata/properties" ma:root="true" ma:fieldsID="0fcd0ec4e5a5c37c753411fc93cc8c20" ns2:_="" ns3:_="">
    <xsd:import namespace="9e5dff9b-ec84-400a-8d4d-02e969566393"/>
    <xsd:import namespace="9e1adda6-93f2-443e-b0ef-40d6e1dc8c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5dff9b-ec84-400a-8d4d-02e9695663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e1adda6-93f2-443e-b0ef-40d6e1dc8c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4a7b0e6-297d-4a6a-b5d6-da3887b93b0d}" ma:internalName="TaxCatchAll" ma:showField="CatchAllData" ma:web="9e1adda6-93f2-443e-b0ef-40d6e1dc8c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4FDDEF0-1083-4094-9B20-46F9C8F14342}">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6510AF86-4FF0-4D09-A78F-5033F6B32740}"/>
</file>

<file path=customXml/itemProps3.xml><?xml version="1.0" encoding="utf-8"?>
<ds:datastoreItem xmlns:ds="http://schemas.openxmlformats.org/officeDocument/2006/customXml" ds:itemID="{6144C9B9-51C1-4799-AC7C-FA632A9C1FB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21</TotalTime>
  <Words>612</Words>
  <Application>Microsoft Office PowerPoint</Application>
  <PresentationFormat>Widescreen</PresentationFormat>
  <Paragraphs>73</Paragraphs>
  <Slides>2</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10" baseType="lpstr">
      <vt:lpstr>Arial</vt:lpstr>
      <vt:lpstr>Calibri</vt:lpstr>
      <vt:lpstr>Calibri Light</vt:lpstr>
      <vt:lpstr>Graphik</vt:lpstr>
      <vt:lpstr>Graphik Black</vt:lpstr>
      <vt:lpstr>Graphik Super</vt:lpstr>
      <vt:lpstr>1_Office Theme</vt:lpstr>
      <vt:lpstr>think-cell Slide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Penacchioni, Ana</dc:creator>
  <cp:lastModifiedBy>Pereyra, Juan C.</cp:lastModifiedBy>
  <cp:revision>10</cp:revision>
  <dcterms:created xsi:type="dcterms:W3CDTF">2022-03-18T18:13:59Z</dcterms:created>
  <dcterms:modified xsi:type="dcterms:W3CDTF">2026-03-30T14:49:09Z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0x010100D1666D6F4CFFA446B5D32C4039F08BDD</vt:lpwstr>
  </property>
</Properties>
</file>