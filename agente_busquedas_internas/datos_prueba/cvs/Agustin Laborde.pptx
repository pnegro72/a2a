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076136191" r:id="rId5"/>
    <p:sldId id="20761361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9B1C58-38AD-96EC-2BB5-9D42DC0E552D}" v="7" dt="2026-03-04T20:17:11.562"/>
    <p1510:client id="{079F4BF2-0DD1-50BE-44FB-978BA809783B}" v="13" dt="2026-03-04T19:56:15.015"/>
    <p1510:client id="{08CDB32B-7D29-5666-0E3A-43F3BF451AD3}" v="16" dt="2026-03-04T19:54:52.941"/>
    <p1510:client id="{244FFC3D-B869-2117-6702-5698DB4C4F22}" v="107" dt="2026-03-04T21:04:13.502"/>
    <p1510:client id="{28C0EF39-403B-D56C-7C50-B123FC6C342A}" v="10" dt="2026-03-04T21:18:46.735"/>
    <p1510:client id="{2C028818-60E8-224B-FCEC-2F176496F6C0}" v="5" dt="2026-03-04T13:35:14.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borde, Agustin" userId="S::agustin.laborde@accenture.com::7cc31ef2-e887-454a-a38a-560b616dd3f4" providerId="AD" clId="Web-{08CDB32B-7D29-5666-0E3A-43F3BF451AD3}"/>
    <pc:docChg chg="modSld">
      <pc:chgData name="Laborde, Agustin" userId="S::agustin.laborde@accenture.com::7cc31ef2-e887-454a-a38a-560b616dd3f4" providerId="AD" clId="Web-{08CDB32B-7D29-5666-0E3A-43F3BF451AD3}" dt="2026-03-04T19:54:52.941" v="15" actId="20577"/>
      <pc:docMkLst>
        <pc:docMk/>
      </pc:docMkLst>
      <pc:sldChg chg="modSp">
        <pc:chgData name="Laborde, Agustin" userId="S::agustin.laborde@accenture.com::7cc31ef2-e887-454a-a38a-560b616dd3f4" providerId="AD" clId="Web-{08CDB32B-7D29-5666-0E3A-43F3BF451AD3}" dt="2026-03-04T19:54:52.941" v="15" actId="20577"/>
        <pc:sldMkLst>
          <pc:docMk/>
          <pc:sldMk cId="521239612" sldId="2076136191"/>
        </pc:sldMkLst>
        <pc:spChg chg="mod">
          <ac:chgData name="Laborde, Agustin" userId="S::agustin.laborde@accenture.com::7cc31ef2-e887-454a-a38a-560b616dd3f4" providerId="AD" clId="Web-{08CDB32B-7D29-5666-0E3A-43F3BF451AD3}" dt="2026-03-04T19:54:52.941" v="15" actId="20577"/>
          <ac:spMkLst>
            <pc:docMk/>
            <pc:sldMk cId="521239612" sldId="2076136191"/>
            <ac:spMk id="12" creationId="{2134980F-833A-4CEA-B193-B68AFF606610}"/>
          </ac:spMkLst>
        </pc:spChg>
      </pc:sldChg>
    </pc:docChg>
  </pc:docChgLst>
  <pc:docChgLst>
    <pc:chgData name="Laborde, Agustin" userId="S::agustin.laborde@accenture.com::7cc31ef2-e887-454a-a38a-560b616dd3f4" providerId="AD" clId="Web-{244FFC3D-B869-2117-6702-5698DB4C4F22}"/>
    <pc:docChg chg="addSld delSld modSld">
      <pc:chgData name="Laborde, Agustin" userId="S::agustin.laborde@accenture.com::7cc31ef2-e887-454a-a38a-560b616dd3f4" providerId="AD" clId="Web-{244FFC3D-B869-2117-6702-5698DB4C4F22}" dt="2026-03-04T21:04:13.502" v="58" actId="1076"/>
      <pc:docMkLst>
        <pc:docMk/>
      </pc:docMkLst>
      <pc:sldChg chg="modSp">
        <pc:chgData name="Laborde, Agustin" userId="S::agustin.laborde@accenture.com::7cc31ef2-e887-454a-a38a-560b616dd3f4" providerId="AD" clId="Web-{244FFC3D-B869-2117-6702-5698DB4C4F22}" dt="2026-03-04T20:48:23.516" v="43" actId="20577"/>
        <pc:sldMkLst>
          <pc:docMk/>
          <pc:sldMk cId="521239612" sldId="2076136191"/>
        </pc:sldMkLst>
        <pc:spChg chg="mod">
          <ac:chgData name="Laborde, Agustin" userId="S::agustin.laborde@accenture.com::7cc31ef2-e887-454a-a38a-560b616dd3f4" providerId="AD" clId="Web-{244FFC3D-B869-2117-6702-5698DB4C4F22}" dt="2026-03-04T20:47:58.734" v="14" actId="20577"/>
          <ac:spMkLst>
            <pc:docMk/>
            <pc:sldMk cId="521239612" sldId="2076136191"/>
            <ac:spMk id="2" creationId="{208D3015-BB46-4C76-ABE0-1D7F99BFFC21}"/>
          </ac:spMkLst>
        </pc:spChg>
        <pc:spChg chg="mod">
          <ac:chgData name="Laborde, Agustin" userId="S::agustin.laborde@accenture.com::7cc31ef2-e887-454a-a38a-560b616dd3f4" providerId="AD" clId="Web-{244FFC3D-B869-2117-6702-5698DB4C4F22}" dt="2026-03-04T20:48:23.516" v="43" actId="20577"/>
          <ac:spMkLst>
            <pc:docMk/>
            <pc:sldMk cId="521239612" sldId="2076136191"/>
            <ac:spMk id="10" creationId="{C3265563-7E7C-4DBB-AF77-CDEA802FB0B2}"/>
          </ac:spMkLst>
        </pc:spChg>
        <pc:spChg chg="mod">
          <ac:chgData name="Laborde, Agustin" userId="S::agustin.laborde@accenture.com::7cc31ef2-e887-454a-a38a-560b616dd3f4" providerId="AD" clId="Web-{244FFC3D-B869-2117-6702-5698DB4C4F22}" dt="2026-03-04T20:48:14.938" v="40" actId="20577"/>
          <ac:spMkLst>
            <pc:docMk/>
            <pc:sldMk cId="521239612" sldId="2076136191"/>
            <ac:spMk id="14" creationId="{AEC9E137-957C-3A35-467E-838DA660A245}"/>
          </ac:spMkLst>
        </pc:spChg>
      </pc:sldChg>
      <pc:sldChg chg="new del">
        <pc:chgData name="Laborde, Agustin" userId="S::agustin.laborde@accenture.com::7cc31ef2-e887-454a-a38a-560b616dd3f4" providerId="AD" clId="Web-{244FFC3D-B869-2117-6702-5698DB4C4F22}" dt="2026-03-04T21:00:24.892" v="45"/>
        <pc:sldMkLst>
          <pc:docMk/>
          <pc:sldMk cId="3292520389" sldId="2076136192"/>
        </pc:sldMkLst>
      </pc:sldChg>
      <pc:sldChg chg="modSp add">
        <pc:chgData name="Laborde, Agustin" userId="S::agustin.laborde@accenture.com::7cc31ef2-e887-454a-a38a-560b616dd3f4" providerId="AD" clId="Web-{244FFC3D-B869-2117-6702-5698DB4C4F22}" dt="2026-03-04T21:04:13.502" v="58" actId="1076"/>
        <pc:sldMkLst>
          <pc:docMk/>
          <pc:sldMk cId="3358203084" sldId="2076136192"/>
        </pc:sldMkLst>
        <pc:spChg chg="mod">
          <ac:chgData name="Laborde, Agustin" userId="S::agustin.laborde@accenture.com::7cc31ef2-e887-454a-a38a-560b616dd3f4" providerId="AD" clId="Web-{244FFC3D-B869-2117-6702-5698DB4C4F22}" dt="2026-03-04T21:04:13.502" v="58" actId="1076"/>
          <ac:spMkLst>
            <pc:docMk/>
            <pc:sldMk cId="3358203084" sldId="2076136192"/>
            <ac:spMk id="2" creationId="{3393B192-AA41-677C-9B65-B8A30C53EDC5}"/>
          </ac:spMkLst>
        </pc:spChg>
        <pc:spChg chg="mod">
          <ac:chgData name="Laborde, Agustin" userId="S::agustin.laborde@accenture.com::7cc31ef2-e887-454a-a38a-560b616dd3f4" providerId="AD" clId="Web-{244FFC3D-B869-2117-6702-5698DB4C4F22}" dt="2026-03-04T21:02:39.939" v="51" actId="20577"/>
          <ac:spMkLst>
            <pc:docMk/>
            <pc:sldMk cId="3358203084" sldId="2076136192"/>
            <ac:spMk id="9" creationId="{D33F0602-166D-B7C1-3966-D54C1CD11962}"/>
          </ac:spMkLst>
        </pc:spChg>
        <pc:spChg chg="mod">
          <ac:chgData name="Laborde, Agustin" userId="S::agustin.laborde@accenture.com::7cc31ef2-e887-454a-a38a-560b616dd3f4" providerId="AD" clId="Web-{244FFC3D-B869-2117-6702-5698DB4C4F22}" dt="2026-03-04T21:01:14.627" v="48" actId="20577"/>
          <ac:spMkLst>
            <pc:docMk/>
            <pc:sldMk cId="3358203084" sldId="2076136192"/>
            <ac:spMk id="10" creationId="{61D2F196-DA6C-18D9-3960-86A6E363DF19}"/>
          </ac:spMkLst>
        </pc:spChg>
        <pc:spChg chg="mod">
          <ac:chgData name="Laborde, Agustin" userId="S::agustin.laborde@accenture.com::7cc31ef2-e887-454a-a38a-560b616dd3f4" providerId="AD" clId="Web-{244FFC3D-B869-2117-6702-5698DB4C4F22}" dt="2026-03-04T21:03:01.971" v="57" actId="20577"/>
          <ac:spMkLst>
            <pc:docMk/>
            <pc:sldMk cId="3358203084" sldId="2076136192"/>
            <ac:spMk id="14" creationId="{8B007083-AEDD-BD37-5F86-8A1E6F98DEB9}"/>
          </ac:spMkLst>
        </pc:spChg>
      </pc:sldChg>
    </pc:docChg>
  </pc:docChgLst>
  <pc:docChgLst>
    <pc:chgData name="Laborde, Agustin" userId="S::agustin.laborde@accenture.com::7cc31ef2-e887-454a-a38a-560b616dd3f4" providerId="AD" clId="Web-{079F4BF2-0DD1-50BE-44FB-978BA809783B}"/>
    <pc:docChg chg="modSld">
      <pc:chgData name="Laborde, Agustin" userId="S::agustin.laborde@accenture.com::7cc31ef2-e887-454a-a38a-560b616dd3f4" providerId="AD" clId="Web-{079F4BF2-0DD1-50BE-44FB-978BA809783B}" dt="2026-03-04T19:56:15.015" v="12"/>
      <pc:docMkLst>
        <pc:docMk/>
      </pc:docMkLst>
      <pc:sldChg chg="addSp delSp modSp">
        <pc:chgData name="Laborde, Agustin" userId="S::agustin.laborde@accenture.com::7cc31ef2-e887-454a-a38a-560b616dd3f4" providerId="AD" clId="Web-{079F4BF2-0DD1-50BE-44FB-978BA809783B}" dt="2026-03-04T19:56:15.015" v="12"/>
        <pc:sldMkLst>
          <pc:docMk/>
          <pc:sldMk cId="521239612" sldId="2076136191"/>
        </pc:sldMkLst>
        <pc:spChg chg="mod">
          <ac:chgData name="Laborde, Agustin" userId="S::agustin.laborde@accenture.com::7cc31ef2-e887-454a-a38a-560b616dd3f4" providerId="AD" clId="Web-{079F4BF2-0DD1-50BE-44FB-978BA809783B}" dt="2026-03-04T19:56:02.047" v="10" actId="20577"/>
          <ac:spMkLst>
            <pc:docMk/>
            <pc:sldMk cId="521239612" sldId="2076136191"/>
            <ac:spMk id="12" creationId="{2134980F-833A-4CEA-B193-B68AFF606610}"/>
          </ac:spMkLst>
        </pc:spChg>
        <pc:spChg chg="del mod">
          <ac:chgData name="Laborde, Agustin" userId="S::agustin.laborde@accenture.com::7cc31ef2-e887-454a-a38a-560b616dd3f4" providerId="AD" clId="Web-{079F4BF2-0DD1-50BE-44FB-978BA809783B}" dt="2026-03-04T19:56:15.015" v="12"/>
          <ac:spMkLst>
            <pc:docMk/>
            <pc:sldMk cId="521239612" sldId="2076136191"/>
            <ac:spMk id="13" creationId="{8AB44894-8232-41D9-A194-2698685863BB}"/>
          </ac:spMkLst>
        </pc:spChg>
        <pc:spChg chg="add mod">
          <ac:chgData name="Laborde, Agustin" userId="S::agustin.laborde@accenture.com::7cc31ef2-e887-454a-a38a-560b616dd3f4" providerId="AD" clId="Web-{079F4BF2-0DD1-50BE-44FB-978BA809783B}" dt="2026-03-04T19:56:15.015" v="12"/>
          <ac:spMkLst>
            <pc:docMk/>
            <pc:sldMk cId="521239612" sldId="2076136191"/>
            <ac:spMk id="15" creationId="{64921B30-DA76-D40E-4148-6AB633CFA563}"/>
          </ac:spMkLst>
        </pc:spChg>
      </pc:sldChg>
    </pc:docChg>
  </pc:docChgLst>
  <pc:docChgLst>
    <pc:chgData name="Salazar, Josmary" userId="S::j.salazar.perez@accenture.com::bfbeb2d0-da44-40cd-a0b9-29a8b5e2c737" providerId="AD" clId="Web-{28C0EF39-403B-D56C-7C50-B123FC6C342A}"/>
    <pc:docChg chg="modSld">
      <pc:chgData name="Salazar, Josmary" userId="S::j.salazar.perez@accenture.com::bfbeb2d0-da44-40cd-a0b9-29a8b5e2c737" providerId="AD" clId="Web-{28C0EF39-403B-D56C-7C50-B123FC6C342A}" dt="2026-03-04T21:18:46.735" v="9" actId="20577"/>
      <pc:docMkLst>
        <pc:docMk/>
      </pc:docMkLst>
      <pc:sldChg chg="modSp">
        <pc:chgData name="Salazar, Josmary" userId="S::j.salazar.perez@accenture.com::bfbeb2d0-da44-40cd-a0b9-29a8b5e2c737" providerId="AD" clId="Web-{28C0EF39-403B-D56C-7C50-B123FC6C342A}" dt="2026-03-04T21:18:38.079" v="5" actId="20577"/>
        <pc:sldMkLst>
          <pc:docMk/>
          <pc:sldMk cId="521239612" sldId="2076136191"/>
        </pc:sldMkLst>
        <pc:spChg chg="mod">
          <ac:chgData name="Salazar, Josmary" userId="S::j.salazar.perez@accenture.com::bfbeb2d0-da44-40cd-a0b9-29a8b5e2c737" providerId="AD" clId="Web-{28C0EF39-403B-D56C-7C50-B123FC6C342A}" dt="2026-03-04T21:18:38.079" v="5" actId="20577"/>
          <ac:spMkLst>
            <pc:docMk/>
            <pc:sldMk cId="521239612" sldId="2076136191"/>
            <ac:spMk id="15" creationId="{64921B30-DA76-D40E-4148-6AB633CFA563}"/>
          </ac:spMkLst>
        </pc:spChg>
      </pc:sldChg>
      <pc:sldChg chg="modSp">
        <pc:chgData name="Salazar, Josmary" userId="S::j.salazar.perez@accenture.com::bfbeb2d0-da44-40cd-a0b9-29a8b5e2c737" providerId="AD" clId="Web-{28C0EF39-403B-D56C-7C50-B123FC6C342A}" dt="2026-03-04T21:18:46.735" v="9" actId="20577"/>
        <pc:sldMkLst>
          <pc:docMk/>
          <pc:sldMk cId="3358203084" sldId="2076136192"/>
        </pc:sldMkLst>
        <pc:spChg chg="mod">
          <ac:chgData name="Salazar, Josmary" userId="S::j.salazar.perez@accenture.com::bfbeb2d0-da44-40cd-a0b9-29a8b5e2c737" providerId="AD" clId="Web-{28C0EF39-403B-D56C-7C50-B123FC6C342A}" dt="2026-03-04T21:18:46.735" v="9" actId="20577"/>
          <ac:spMkLst>
            <pc:docMk/>
            <pc:sldMk cId="3358203084" sldId="2076136192"/>
            <ac:spMk id="9" creationId="{D33F0602-166D-B7C1-3966-D54C1CD11962}"/>
          </ac:spMkLst>
        </pc:spChg>
      </pc:sldChg>
    </pc:docChg>
  </pc:docChgLst>
  <pc:docChgLst>
    <pc:chgData name="Monte, Julian" userId="S::julian.monte@accenture.com::c5b112ef-c1b5-4743-9b9b-617f13c76edd" providerId="AD" clId="Web-{2C028818-60E8-224B-FCEC-2F176496F6C0}"/>
    <pc:docChg chg="modSld">
      <pc:chgData name="Monte, Julian" userId="S::julian.monte@accenture.com::c5b112ef-c1b5-4743-9b9b-617f13c76edd" providerId="AD" clId="Web-{2C028818-60E8-224B-FCEC-2F176496F6C0}" dt="2026-03-04T13:35:14.843" v="4" actId="20577"/>
      <pc:docMkLst>
        <pc:docMk/>
      </pc:docMkLst>
      <pc:sldChg chg="modSp">
        <pc:chgData name="Monte, Julian" userId="S::julian.monte@accenture.com::c5b112ef-c1b5-4743-9b9b-617f13c76edd" providerId="AD" clId="Web-{2C028818-60E8-224B-FCEC-2F176496F6C0}" dt="2026-03-04T13:35:14.843" v="4" actId="20577"/>
        <pc:sldMkLst>
          <pc:docMk/>
          <pc:sldMk cId="521239612" sldId="2076136191"/>
        </pc:sldMkLst>
        <pc:spChg chg="mod">
          <ac:chgData name="Monte, Julian" userId="S::julian.monte@accenture.com::c5b112ef-c1b5-4743-9b9b-617f13c76edd" providerId="AD" clId="Web-{2C028818-60E8-224B-FCEC-2F176496F6C0}" dt="2026-03-04T13:35:14.843" v="4" actId="20577"/>
          <ac:spMkLst>
            <pc:docMk/>
            <pc:sldMk cId="521239612" sldId="2076136191"/>
            <ac:spMk id="11" creationId="{1B95D3D0-EDF6-4D74-965C-4B25FEDFCCC5}"/>
          </ac:spMkLst>
        </pc:spChg>
      </pc:sldChg>
    </pc:docChg>
  </pc:docChgLst>
  <pc:docChgLst>
    <pc:chgData name="Laborde, Agustin" userId="S::agustin.laborde@accenture.com::7cc31ef2-e887-454a-a38a-560b616dd3f4" providerId="AD" clId="Web-{039B1C58-38AD-96EC-2BB5-9D42DC0E552D}"/>
    <pc:docChg chg="modSld">
      <pc:chgData name="Laborde, Agustin" userId="S::agustin.laborde@accenture.com::7cc31ef2-e887-454a-a38a-560b616dd3f4" providerId="AD" clId="Web-{039B1C58-38AD-96EC-2BB5-9D42DC0E552D}" dt="2026-03-04T20:17:11.562" v="6" actId="20577"/>
      <pc:docMkLst>
        <pc:docMk/>
      </pc:docMkLst>
      <pc:sldChg chg="modSp">
        <pc:chgData name="Laborde, Agustin" userId="S::agustin.laborde@accenture.com::7cc31ef2-e887-454a-a38a-560b616dd3f4" providerId="AD" clId="Web-{039B1C58-38AD-96EC-2BB5-9D42DC0E552D}" dt="2026-03-04T20:17:11.562" v="6" actId="20577"/>
        <pc:sldMkLst>
          <pc:docMk/>
          <pc:sldMk cId="521239612" sldId="2076136191"/>
        </pc:sldMkLst>
        <pc:spChg chg="mod">
          <ac:chgData name="Laborde, Agustin" userId="S::agustin.laborde@accenture.com::7cc31ef2-e887-454a-a38a-560b616dd3f4" providerId="AD" clId="Web-{039B1C58-38AD-96EC-2BB5-9D42DC0E552D}" dt="2026-03-04T20:17:11.562" v="6" actId="20577"/>
          <ac:spMkLst>
            <pc:docMk/>
            <pc:sldMk cId="521239612" sldId="2076136191"/>
            <ac:spMk id="15" creationId="{64921B30-DA76-D40E-4148-6AB633CFA563}"/>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nvPr>
        </p:nvGraphicFramePr>
        <p:xfrm>
          <a:off x="1589" y="1588"/>
          <a:ext cx="1588"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9" y="1588"/>
                        <a:ext cx="1588"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 2018 Accenture. All rights reserved.</a:t>
            </a:r>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1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1000"/>
            <a:ext cx="5715000" cy="990601"/>
          </a:xfrm>
        </p:spPr>
        <p:txBody>
          <a:bodyPr/>
          <a:lstStyle/>
          <a:p>
            <a:r>
              <a:rPr lang="en-US"/>
              <a:t>Click to edit Master title style</a:t>
            </a:r>
          </a:p>
        </p:txBody>
      </p:sp>
      <p:sp>
        <p:nvSpPr>
          <p:cNvPr id="8" name="Content Placeholder 5"/>
          <p:cNvSpPr>
            <a:spLocks noGrp="1"/>
          </p:cNvSpPr>
          <p:nvPr>
            <p:ph sz="quarter" idx="19"/>
          </p:nvPr>
        </p:nvSpPr>
        <p:spPr>
          <a:xfrm>
            <a:off x="6096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205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3/4/2026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ieeexplore.ieee.org/document/9505396"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ieeexplore.ieee.org/document/950539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n-US"/>
              <a:t>Agustin Nicolas Laborde</a:t>
            </a:r>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77500" lnSpcReduction="20000"/>
          </a:bodyPr>
          <a:lstStyle/>
          <a:p>
            <a:r>
              <a:rPr lang="es-AR"/>
              <a:t>AI LLM </a:t>
            </a:r>
            <a:r>
              <a:rPr lang="es-AR" err="1"/>
              <a:t>Technology</a:t>
            </a:r>
            <a:r>
              <a:rPr lang="es-AR"/>
              <a:t> </a:t>
            </a:r>
            <a:r>
              <a:rPr lang="es-AR" err="1"/>
              <a:t>Arch</a:t>
            </a:r>
            <a:r>
              <a:rPr lang="es-AR"/>
              <a:t> Sr </a:t>
            </a:r>
            <a:r>
              <a:rPr lang="es-AR" err="1"/>
              <a:t>Analyst</a:t>
            </a:r>
            <a:endParaRPr lang="en-US"/>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a:t>Agustin.laborde@accenture.com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a:t>Quilmes, Buenos Aires,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vert="horz" lIns="91440" tIns="45720" rIns="91440" bIns="45720" rtlCol="0" anchor="t">
            <a:normAutofit fontScale="92500"/>
          </a:bodyPr>
          <a:lstStyle/>
          <a:p>
            <a:pPr marL="0" lvl="0" indent="0" algn="just">
              <a:lnSpc>
                <a:spcPct val="100000"/>
              </a:lnSpc>
              <a:spcBef>
                <a:spcPts val="300"/>
              </a:spcBef>
              <a:buClr>
                <a:srgbClr val="549E39"/>
              </a:buClr>
              <a:buNone/>
              <a:defRPr/>
            </a:pPr>
            <a:r>
              <a:rPr lang="en-US">
                <a:solidFill>
                  <a:prstClr val="black"/>
                </a:solidFill>
              </a:rPr>
              <a:t>Industrial Automation and Control Engineer graduated from Universidad Nacional de Quilmes (UNQ), with experience in data analysis and process automation. Developed Python scripts and ETL processes to extract and analyze data from industrial monitoring systems.</a:t>
            </a:r>
          </a:p>
          <a:p>
            <a:pPr marL="0" lvl="0" indent="0" algn="just">
              <a:lnSpc>
                <a:spcPct val="100000"/>
              </a:lnSpc>
              <a:spcBef>
                <a:spcPts val="300"/>
              </a:spcBef>
              <a:buClr>
                <a:srgbClr val="549E39"/>
              </a:buClr>
              <a:buNone/>
              <a:defRPr/>
            </a:pPr>
            <a:r>
              <a:rPr lang="en-US">
                <a:solidFill>
                  <a:prstClr val="black"/>
                </a:solidFill>
              </a:rPr>
              <a:t>Experience working with data obtained through REST APIs, processing sensor data, and generating automated reports and dashboards using Python and Power BI to support equipment monitoring and operational analysis. Also participated in internal initiatives related to data analysis and introductory Artificial Intelligence training.</a:t>
            </a:r>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76124" y="2727996"/>
            <a:ext cx="2251611" cy="1159414"/>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AI</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SQL</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Python, </a:t>
            </a:r>
            <a:r>
              <a:rPr lang="en-US" altLang="en-US" sz="900" err="1">
                <a:solidFill>
                  <a:prstClr val="black"/>
                </a:solidFill>
                <a:latin typeface="Calibri"/>
                <a:ea typeface="Calibri"/>
                <a:cs typeface="Arial"/>
              </a:rPr>
              <a:t>matlab</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LATEX, Open Office</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PLC/SCADA</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Power BI</a:t>
            </a:r>
            <a:endParaRPr lang="en-US" altLang="en-US" sz="900"/>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vert="horz" lIns="91440" tIns="45720" rIns="91440" bIns="45720" rtlCol="0" anchor="t">
            <a:noAutofit/>
          </a:bodyPr>
          <a:lstStyle/>
          <a:p>
            <a:pPr defTabSz="912813">
              <a:buNone/>
              <a:tabLst>
                <a:tab pos="917575" algn="l"/>
              </a:tabLst>
              <a:defRPr/>
            </a:pPr>
            <a:r>
              <a:rPr lang="es-AR" sz="1000">
                <a:solidFill>
                  <a:prstClr val="black"/>
                </a:solidFill>
              </a:rPr>
              <a:t>AI </a:t>
            </a:r>
            <a:r>
              <a:rPr lang="es-AR" sz="1000" err="1">
                <a:solidFill>
                  <a:prstClr val="black"/>
                </a:solidFill>
              </a:rPr>
              <a:t>Academy</a:t>
            </a:r>
            <a:endParaRPr lang="en-US" err="1">
              <a:solidFill>
                <a:prstClr val="black"/>
              </a:solidFill>
            </a:endParaRPr>
          </a:p>
          <a:p>
            <a:pPr defTabSz="912813">
              <a:tabLst>
                <a:tab pos="917575" algn="l"/>
              </a:tabLst>
              <a:defRPr/>
            </a:pPr>
            <a:r>
              <a:rPr lang="es-AR" sz="1000" b="0" err="1">
                <a:solidFill>
                  <a:prstClr val="black"/>
                </a:solidFill>
              </a:rPr>
              <a:t>Advanced</a:t>
            </a:r>
            <a:r>
              <a:rPr lang="es-AR" sz="1000" b="0">
                <a:solidFill>
                  <a:prstClr val="black"/>
                </a:solidFill>
              </a:rPr>
              <a:t> training in Artificial </a:t>
            </a:r>
            <a:r>
              <a:rPr lang="es-AR" sz="1000" b="0" err="1">
                <a:solidFill>
                  <a:prstClr val="black"/>
                </a:solidFill>
              </a:rPr>
              <a:t>Intelligence</a:t>
            </a:r>
            <a:r>
              <a:rPr lang="es-AR" sz="1000" b="0">
                <a:solidFill>
                  <a:prstClr val="black"/>
                </a:solidFill>
              </a:rPr>
              <a:t>, Generative AI and </a:t>
            </a:r>
            <a:r>
              <a:rPr lang="es-AR" sz="1000" b="0" err="1">
                <a:solidFill>
                  <a:prstClr val="black"/>
                </a:solidFill>
              </a:rPr>
              <a:t>Agentic</a:t>
            </a:r>
            <a:r>
              <a:rPr lang="es-AR" sz="1000" b="0">
                <a:solidFill>
                  <a:prstClr val="black"/>
                </a:solidFill>
              </a:rPr>
              <a:t> AI, </a:t>
            </a:r>
            <a:r>
              <a:rPr lang="es-AR" sz="1000" b="0" err="1">
                <a:solidFill>
                  <a:prstClr val="black"/>
                </a:solidFill>
              </a:rPr>
              <a:t>including</a:t>
            </a:r>
            <a:r>
              <a:rPr lang="es-AR" sz="1000" b="0">
                <a:solidFill>
                  <a:prstClr val="black"/>
                </a:solidFill>
              </a:rPr>
              <a:t> AI </a:t>
            </a:r>
            <a:r>
              <a:rPr lang="es-AR" sz="1000" b="0" err="1">
                <a:solidFill>
                  <a:prstClr val="black"/>
                </a:solidFill>
              </a:rPr>
              <a:t>Agents</a:t>
            </a:r>
            <a:r>
              <a:rPr lang="es-AR" sz="1000" b="0">
                <a:solidFill>
                  <a:prstClr val="black"/>
                </a:solidFill>
              </a:rPr>
              <a:t>, RAG architectures, and </a:t>
            </a:r>
            <a:r>
              <a:rPr lang="es-AR" sz="1000" b="0" err="1">
                <a:solidFill>
                  <a:prstClr val="black"/>
                </a:solidFill>
              </a:rPr>
              <a:t>multi‑agent</a:t>
            </a:r>
            <a:r>
              <a:rPr lang="es-AR" sz="1000" b="0">
                <a:solidFill>
                  <a:prstClr val="black"/>
                </a:solidFill>
              </a:rPr>
              <a:t> </a:t>
            </a:r>
            <a:r>
              <a:rPr lang="es-AR" sz="1000" b="0" err="1">
                <a:solidFill>
                  <a:prstClr val="black"/>
                </a:solidFill>
              </a:rPr>
              <a:t>systems</a:t>
            </a:r>
            <a:r>
              <a:rPr lang="es-AR" sz="1000" b="0">
                <a:solidFill>
                  <a:prstClr val="black"/>
                </a:solidFill>
              </a:rPr>
              <a:t> </a:t>
            </a:r>
            <a:r>
              <a:rPr lang="es-AR" sz="1000" b="0" err="1">
                <a:solidFill>
                  <a:prstClr val="black"/>
                </a:solidFill>
              </a:rPr>
              <a:t>through</a:t>
            </a:r>
            <a:r>
              <a:rPr lang="es-AR" sz="1000" b="0">
                <a:solidFill>
                  <a:prstClr val="black"/>
                </a:solidFill>
              </a:rPr>
              <a:t> Accenture </a:t>
            </a:r>
            <a:r>
              <a:rPr lang="es-AR" sz="1000" b="0" err="1">
                <a:solidFill>
                  <a:prstClr val="black"/>
                </a:solidFill>
              </a:rPr>
              <a:t>programs</a:t>
            </a:r>
            <a:r>
              <a:rPr lang="es-AR" sz="1000" b="0">
                <a:solidFill>
                  <a:prstClr val="black"/>
                </a:solidFill>
              </a:rPr>
              <a:t> and </a:t>
            </a:r>
            <a:r>
              <a:rPr lang="es-AR" sz="1000" b="0" err="1">
                <a:solidFill>
                  <a:prstClr val="black"/>
                </a:solidFill>
              </a:rPr>
              <a:t>Udacity</a:t>
            </a:r>
            <a:r>
              <a:rPr lang="es-AR" sz="1000" b="0">
                <a:solidFill>
                  <a:prstClr val="black"/>
                </a:solidFill>
              </a:rPr>
              <a:t> </a:t>
            </a:r>
            <a:r>
              <a:rPr lang="es-AR" sz="1000" b="0" err="1">
                <a:solidFill>
                  <a:prstClr val="black"/>
                </a:solidFill>
              </a:rPr>
              <a:t>certifications</a:t>
            </a:r>
            <a:r>
              <a:rPr lang="es-AR" sz="1000" b="0">
                <a:solidFill>
                  <a:prstClr val="black"/>
                </a:solidFill>
              </a:rPr>
              <a:t>.</a:t>
            </a:r>
            <a:endParaRPr lang="es-AR">
              <a:solidFill>
                <a:prstClr val="black"/>
              </a:solidFill>
              <a:ea typeface="Calibri"/>
              <a:cs typeface="Calibri"/>
            </a:endParaRPr>
          </a:p>
          <a:p>
            <a:pPr marL="0" indent="0" defTabSz="912813">
              <a:lnSpc>
                <a:spcPct val="100000"/>
              </a:lnSpc>
              <a:spcBef>
                <a:spcPts val="0"/>
              </a:spcBef>
              <a:buNone/>
              <a:tabLst>
                <a:tab pos="917575" algn="l"/>
              </a:tabLst>
              <a:defRPr/>
            </a:pPr>
            <a:endParaRPr lang="es-AR" sz="1000">
              <a:solidFill>
                <a:prstClr val="black"/>
              </a:solidFill>
            </a:endParaRPr>
          </a:p>
          <a:p>
            <a:pPr marL="0" lvl="0" indent="0" defTabSz="912813">
              <a:lnSpc>
                <a:spcPct val="100000"/>
              </a:lnSpc>
              <a:spcBef>
                <a:spcPts val="0"/>
              </a:spcBef>
              <a:buNone/>
              <a:tabLst>
                <a:tab pos="917575" algn="l"/>
              </a:tabLst>
              <a:defRPr/>
            </a:pPr>
            <a:r>
              <a:rPr lang="es-AR" sz="1000">
                <a:solidFill>
                  <a:prstClr val="black"/>
                </a:solidFill>
              </a:rPr>
              <a:t>INDUSTRIAL DATA ANALYSIS &amp; AUTOMATION</a:t>
            </a:r>
            <a:endParaRPr lang="es-AR">
              <a:solidFill>
                <a:prstClr val="black"/>
              </a:solidFill>
              <a:ea typeface="Calibri"/>
              <a:cs typeface="Calibri"/>
            </a:endParaRP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n-US" sz="1000" b="0">
                <a:solidFill>
                  <a:prstClr val="black"/>
                </a:solidFill>
              </a:rPr>
              <a:t>Worked on data extraction, processing and analysis from industrial monitoring systems. Developed Python scripts and ETL processes to analyze sensor and equipment data obtained through REST APIs. Created automated reports and dashboards using tools such as Python and Power BI to support equipment monitoring and operational analysis.</a:t>
            </a:r>
            <a:endParaRPr lang="en-US" sz="1000" b="0">
              <a:solidFill>
                <a:prstClr val="black"/>
              </a:solidFill>
              <a:ea typeface="Calibri"/>
              <a:cs typeface="Calibri"/>
            </a:endParaRPr>
          </a:p>
          <a:p>
            <a:pPr defTabSz="912813">
              <a:lnSpc>
                <a:spcPct val="100000"/>
              </a:lnSpc>
              <a:spcBef>
                <a:spcPts val="0"/>
              </a:spcBef>
              <a:tabLst>
                <a:tab pos="917575" algn="l"/>
              </a:tabLst>
              <a:defRPr/>
            </a:pPr>
            <a:endParaRPr lang="es-AR" sz="1000">
              <a:solidFill>
                <a:prstClr val="black"/>
              </a:solidFill>
            </a:endParaRPr>
          </a:p>
          <a:p>
            <a:pPr marL="0" lvl="0" indent="0" defTabSz="912813">
              <a:lnSpc>
                <a:spcPct val="100000"/>
              </a:lnSpc>
              <a:spcBef>
                <a:spcPts val="0"/>
              </a:spcBef>
              <a:buNone/>
              <a:tabLst>
                <a:tab pos="917575" algn="l"/>
              </a:tabLst>
              <a:defRPr/>
            </a:pPr>
            <a:r>
              <a:rPr lang="es-AR" sz="1000">
                <a:solidFill>
                  <a:prstClr val="black"/>
                </a:solidFill>
              </a:rPr>
              <a:t>AI TRAINING INITIATIVES</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n-US" sz="1000" b="0">
                <a:solidFill>
                  <a:prstClr val="black"/>
                </a:solidFill>
              </a:rPr>
              <a:t>Participated in internal initiatives related to data analysis and introductory Artificial Intelligence training, supporting knowledge sharing and adoption of new technologies within teams.</a:t>
            </a:r>
            <a:endParaRPr lang="en-US" sz="1000" b="0">
              <a:solidFill>
                <a:prstClr val="black"/>
              </a:solidFill>
              <a:ea typeface="Calibri"/>
              <a:cs typeface="Calibri"/>
            </a:endParaRPr>
          </a:p>
          <a:p>
            <a:pPr defTabSz="912813">
              <a:lnSpc>
                <a:spcPct val="100000"/>
              </a:lnSpc>
              <a:spcBef>
                <a:spcPts val="0"/>
              </a:spcBef>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r>
              <a:rPr lang="en-US" sz="1000">
                <a:solidFill>
                  <a:prstClr val="black"/>
                </a:solidFill>
              </a:rPr>
              <a:t>100,000 STRONG IN THE AMERICAS – TAMIU</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n-US" sz="1000" b="0">
                <a:solidFill>
                  <a:prstClr val="black"/>
                </a:solidFill>
              </a:rPr>
              <a:t>Selected for the international exchange program at Texas A&amp;M International University (USA), working on a human-robot cooperation project later. </a:t>
            </a:r>
            <a:br>
              <a:rPr lang="en-US" sz="1000" b="0"/>
            </a:br>
            <a:r>
              <a:rPr lang="en-US" sz="1000" b="0">
                <a:solidFill>
                  <a:prstClr val="black"/>
                </a:solidFill>
              </a:rPr>
              <a:t>Documentation is available through </a:t>
            </a:r>
            <a:r>
              <a:rPr lang="en-US" sz="1000" b="0" err="1">
                <a:solidFill>
                  <a:prstClr val="black"/>
                </a:solidFill>
              </a:rPr>
              <a:t>ieeexplore</a:t>
            </a:r>
            <a:r>
              <a:rPr lang="en-US" sz="1000" b="0">
                <a:solidFill>
                  <a:prstClr val="black"/>
                </a:solidFill>
              </a:rPr>
              <a:t>: </a:t>
            </a:r>
            <a:r>
              <a:rPr lang="en-US" sz="1000" b="0">
                <a:solidFill>
                  <a:prstClr val="black"/>
                </a:solidFill>
                <a:hlinkClick r:id="rId2">
                  <a:extLst>
                    <a:ext uri="{A12FA001-AC4F-418D-AE19-62706E023703}">
                      <ahyp:hlinkClr xmlns:ahyp="http://schemas.microsoft.com/office/drawing/2018/hyperlinkcolor" val="tx"/>
                    </a:ext>
                  </a:extLst>
                </a:hlinkClick>
              </a:rPr>
              <a:t>https://ieeexplore.ieee.org/document/9505396</a:t>
            </a:r>
            <a:endParaRPr lang="en-US" sz="1000" b="0">
              <a:solidFill>
                <a:prstClr val="black"/>
              </a:solidFill>
            </a:endParaRPr>
          </a:p>
          <a:p>
            <a:pPr defTabSz="912813">
              <a:lnSpc>
                <a:spcPct val="100000"/>
              </a:lnSpc>
              <a:spcBef>
                <a:spcPts val="0"/>
              </a:spcBef>
              <a:tabLst>
                <a:tab pos="917575" algn="l"/>
              </a:tabLst>
              <a:defRPr/>
            </a:pPr>
            <a:endParaRPr lang="it-IT" b="0"/>
          </a:p>
          <a:p>
            <a:pPr marL="0" indent="0" defTabSz="912813">
              <a:lnSpc>
                <a:spcPct val="100000"/>
              </a:lnSpc>
              <a:spcBef>
                <a:spcPts val="0"/>
              </a:spcBef>
              <a:buNone/>
              <a:tabLst>
                <a:tab pos="917575" algn="l"/>
              </a:tabLst>
              <a:defRPr/>
            </a:pPr>
            <a:endParaRPr lang="it-IT" sz="1000">
              <a:solidFill>
                <a:prstClr val="black"/>
              </a:solidFill>
            </a:endParaRPr>
          </a:p>
          <a:p>
            <a:pPr marL="0" indent="0" defTabSz="912813">
              <a:lnSpc>
                <a:spcPct val="100000"/>
              </a:lnSpc>
              <a:spcBef>
                <a:spcPts val="0"/>
              </a:spcBef>
              <a:buNone/>
              <a:tabLst>
                <a:tab pos="917575" algn="l"/>
              </a:tabLst>
              <a:defRPr/>
            </a:pPr>
            <a:endParaRPr lang="it-IT" sz="1000">
              <a:solidFill>
                <a:prstClr val="black"/>
              </a:solidFill>
            </a:endParaRPr>
          </a:p>
          <a:p>
            <a:pPr marL="0" indent="0" defTabSz="912813">
              <a:lnSpc>
                <a:spcPct val="100000"/>
              </a:lnSpc>
              <a:spcBef>
                <a:spcPts val="0"/>
              </a:spcBef>
              <a:buNone/>
              <a:tabLst>
                <a:tab pos="917575" algn="l"/>
              </a:tabLst>
              <a:defRPr/>
            </a:pPr>
            <a:endParaRPr lang="it-IT" sz="1000">
              <a:solidFill>
                <a:prstClr val="black"/>
              </a:solidFill>
            </a:endParaRPr>
          </a:p>
          <a:p>
            <a:pPr lvl="0" defTabSz="912813">
              <a:lnSpc>
                <a:spcPct val="100000"/>
              </a:lnSpc>
              <a:spcBef>
                <a:spcPts val="0"/>
              </a:spcBef>
              <a:buFont typeface="Arial"/>
              <a:buChar char="•"/>
              <a:tabLst>
                <a:tab pos="917575" algn="l"/>
              </a:tabLst>
              <a:defRPr/>
            </a:pPr>
            <a:endParaRPr lang="en-US" sz="1000">
              <a:solidFill>
                <a:prstClr val="black"/>
              </a:solidFill>
              <a:ea typeface="Calibri" panose="020F0502020204030204"/>
              <a:cs typeface="Calibri" panose="020F0502020204030204"/>
            </a:endParaRPr>
          </a:p>
          <a:p>
            <a:pPr marL="0" lvl="0" indent="0" defTabSz="912813">
              <a:lnSpc>
                <a:spcPct val="100000"/>
              </a:lnSpc>
              <a:spcBef>
                <a:spcPts val="0"/>
              </a:spcBef>
              <a:buNone/>
              <a:tabLst>
                <a:tab pos="917575" algn="l"/>
              </a:tabLst>
              <a:defRPr/>
            </a:pPr>
            <a:endParaRPr lang="en-US" sz="1000">
              <a:solidFill>
                <a:prstClr val="black"/>
              </a:solidFill>
            </a:endParaRPr>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a:extLst>
              <a:ext uri="{FF2B5EF4-FFF2-40B4-BE49-F238E27FC236}">
                <a16:creationId xmlns:a16="http://schemas.microsoft.com/office/drawing/2014/main" id="{C6332352-5514-4374-8288-6E713209780A}"/>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23371" r="23371"/>
          <a:stretch/>
        </p:blipFill>
        <p:spPr>
          <a:xfrm>
            <a:off x="341211" y="-39238"/>
            <a:ext cx="1617764" cy="1933895"/>
          </a:xfrm>
        </p:spPr>
      </p:pic>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413677"/>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Industrial</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Manufacturing</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Equipment Monitoring</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Data &amp; Analytics</a:t>
            </a:r>
          </a:p>
          <a:p>
            <a:pPr marL="0" indent="0">
              <a:lnSpc>
                <a:spcPct val="100000"/>
              </a:lnSpc>
              <a:spcBef>
                <a:spcPts val="450"/>
              </a:spcBef>
              <a:buFont typeface="Arial" panose="020B0604020202020204" pitchFamily="34" charset="0"/>
              <a:buNone/>
              <a:tabLst>
                <a:tab pos="133270" algn="l"/>
              </a:tabLst>
              <a:defRPr/>
            </a:pPr>
            <a:endParaRPr lang="en-US" altLang="en-US" sz="90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39503" y="5385734"/>
            <a:ext cx="2342612" cy="261610"/>
          </a:xfrm>
          <a:prstGeom prst="rect">
            <a:avLst/>
          </a:prstGeom>
          <a:noFill/>
        </p:spPr>
        <p:txBody>
          <a:bodyPr wrap="square" lIns="91440" tIns="45720" rIns="91440" bIns="45720" rtlCol="0" anchor="t">
            <a:spAutoFit/>
          </a:bodyPr>
          <a:lstStyle/>
          <a:p>
            <a:r>
              <a:rPr lang="es-AR" sz="1100" b="1" err="1">
                <a:solidFill>
                  <a:srgbClr val="7030A0"/>
                </a:solidFill>
                <a:latin typeface="Graphik"/>
              </a:rPr>
              <a:t>Languages</a:t>
            </a:r>
            <a:endParaRPr lang="en-US" err="1"/>
          </a:p>
        </p:txBody>
      </p:sp>
      <p:sp>
        <p:nvSpPr>
          <p:cNvPr id="14" name="TextBox 13">
            <a:extLst>
              <a:ext uri="{FF2B5EF4-FFF2-40B4-BE49-F238E27FC236}">
                <a16:creationId xmlns:a16="http://schemas.microsoft.com/office/drawing/2014/main" id="{AEC9E137-957C-3A35-467E-838DA660A245}"/>
              </a:ext>
            </a:extLst>
          </p:cNvPr>
          <p:cNvSpPr txBox="1"/>
          <p:nvPr/>
        </p:nvSpPr>
        <p:spPr>
          <a:xfrm>
            <a:off x="341211" y="5603433"/>
            <a:ext cx="2781010" cy="400110"/>
          </a:xfrm>
          <a:prstGeom prst="rect">
            <a:avLst/>
          </a:prstGeom>
          <a:noFill/>
        </p:spPr>
        <p:txBody>
          <a:bodyPr wrap="square" lIns="91440" tIns="45720" rIns="91440" bIns="45720" rtlCol="0" anchor="t">
            <a:spAutoFit/>
          </a:bodyPr>
          <a:lstStyle/>
          <a:p>
            <a:r>
              <a:rPr lang="es-AR" sz="1000" err="1">
                <a:solidFill>
                  <a:prstClr val="black"/>
                </a:solidFill>
                <a:ea typeface="Calibri"/>
                <a:cs typeface="Calibri"/>
              </a:rPr>
              <a:t>Spanish</a:t>
            </a:r>
            <a:r>
              <a:rPr lang="es-AR" sz="1000">
                <a:solidFill>
                  <a:prstClr val="black"/>
                </a:solidFill>
                <a:ea typeface="Calibri"/>
                <a:cs typeface="Calibri"/>
              </a:rPr>
              <a:t>: Native</a:t>
            </a:r>
          </a:p>
          <a:p>
            <a:r>
              <a:rPr lang="es-AR" sz="1000">
                <a:solidFill>
                  <a:prstClr val="black"/>
                </a:solidFill>
                <a:ea typeface="Calibri"/>
                <a:cs typeface="Calibri"/>
              </a:rPr>
              <a:t>English C2</a:t>
            </a:r>
          </a:p>
        </p:txBody>
      </p:sp>
      <p:sp>
        <p:nvSpPr>
          <p:cNvPr id="15" name="Text Placeholder 14">
            <a:extLst>
              <a:ext uri="{FF2B5EF4-FFF2-40B4-BE49-F238E27FC236}">
                <a16:creationId xmlns:a16="http://schemas.microsoft.com/office/drawing/2014/main" id="{64921B30-DA76-D40E-4148-6AB633CFA563}"/>
              </a:ext>
            </a:extLst>
          </p:cNvPr>
          <p:cNvSpPr>
            <a:spLocks noGrp="1"/>
          </p:cNvSpPr>
          <p:nvPr>
            <p:ph type="body" sz="quarter" idx="19"/>
          </p:nvPr>
        </p:nvSpPr>
        <p:spPr/>
        <p:txBody>
          <a:bodyPr/>
          <a:lstStyle/>
          <a:p>
            <a:pPr marL="0" indent="0">
              <a:buNone/>
            </a:pPr>
            <a:r>
              <a:rPr lang="en-US">
                <a:latin typeface="Graphik"/>
              </a:rPr>
              <a:t>Technology / Data &amp; AI</a:t>
            </a:r>
          </a:p>
        </p:txBody>
      </p:sp>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C3DF7-38D7-49BE-4692-3AD0C8540B0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0523D9-FCE4-2E8F-4627-722437C4571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C401C631-C6D8-A7C0-80F3-834483437215}"/>
              </a:ext>
            </a:extLst>
          </p:cNvPr>
          <p:cNvSpPr>
            <a:spLocks noGrp="1"/>
          </p:cNvSpPr>
          <p:nvPr>
            <p:ph type="body" sz="quarter" idx="11"/>
          </p:nvPr>
        </p:nvSpPr>
        <p:spPr/>
        <p:txBody>
          <a:bodyPr>
            <a:normAutofit fontScale="92500" lnSpcReduction="20000"/>
          </a:bodyPr>
          <a:lstStyle/>
          <a:p>
            <a:r>
              <a:rPr lang="en-US"/>
              <a:t>Agustin Nicolas Laborde</a:t>
            </a:r>
          </a:p>
        </p:txBody>
      </p:sp>
      <p:sp>
        <p:nvSpPr>
          <p:cNvPr id="6" name="Text Placeholder 5">
            <a:extLst>
              <a:ext uri="{FF2B5EF4-FFF2-40B4-BE49-F238E27FC236}">
                <a16:creationId xmlns:a16="http://schemas.microsoft.com/office/drawing/2014/main" id="{7BFB6B23-E57E-D139-D120-C5A484D23D47}"/>
              </a:ext>
            </a:extLst>
          </p:cNvPr>
          <p:cNvSpPr>
            <a:spLocks noGrp="1"/>
          </p:cNvSpPr>
          <p:nvPr>
            <p:ph type="body" sz="quarter" idx="12"/>
          </p:nvPr>
        </p:nvSpPr>
        <p:spPr/>
        <p:txBody>
          <a:bodyPr>
            <a:normAutofit fontScale="85000" lnSpcReduction="20000"/>
          </a:bodyPr>
          <a:lstStyle/>
          <a:p>
            <a:r>
              <a:rPr lang="es-AR"/>
              <a:t>AI LLM </a:t>
            </a:r>
            <a:r>
              <a:rPr lang="es-AR" err="1"/>
              <a:t>Technology</a:t>
            </a:r>
            <a:r>
              <a:rPr lang="es-AR"/>
              <a:t> </a:t>
            </a:r>
            <a:r>
              <a:rPr lang="es-AR" err="1"/>
              <a:t>Arch</a:t>
            </a:r>
            <a:r>
              <a:rPr lang="es-AR"/>
              <a:t> Sr </a:t>
            </a:r>
            <a:r>
              <a:rPr lang="es-AR" err="1"/>
              <a:t>Analyst</a:t>
            </a:r>
            <a:endParaRPr lang="en-US"/>
          </a:p>
        </p:txBody>
      </p:sp>
      <p:sp>
        <p:nvSpPr>
          <p:cNvPr id="7" name="Text Placeholder 6">
            <a:extLst>
              <a:ext uri="{FF2B5EF4-FFF2-40B4-BE49-F238E27FC236}">
                <a16:creationId xmlns:a16="http://schemas.microsoft.com/office/drawing/2014/main" id="{53707E30-3C33-B75D-9A78-8A8B8E343810}"/>
              </a:ext>
            </a:extLst>
          </p:cNvPr>
          <p:cNvSpPr>
            <a:spLocks noGrp="1"/>
          </p:cNvSpPr>
          <p:nvPr>
            <p:ph type="body" sz="quarter" idx="13"/>
          </p:nvPr>
        </p:nvSpPr>
        <p:spPr/>
        <p:txBody>
          <a:bodyPr/>
          <a:lstStyle/>
          <a:p>
            <a:r>
              <a:rPr lang="en-US"/>
              <a:t>Agustin.laborde@accenture.com</a:t>
            </a:r>
          </a:p>
        </p:txBody>
      </p:sp>
      <p:sp>
        <p:nvSpPr>
          <p:cNvPr id="8" name="Text Placeholder 7">
            <a:extLst>
              <a:ext uri="{FF2B5EF4-FFF2-40B4-BE49-F238E27FC236}">
                <a16:creationId xmlns:a16="http://schemas.microsoft.com/office/drawing/2014/main" id="{7A75EB72-C3AD-90B8-BCA0-C69F167439B3}"/>
              </a:ext>
            </a:extLst>
          </p:cNvPr>
          <p:cNvSpPr>
            <a:spLocks noGrp="1"/>
          </p:cNvSpPr>
          <p:nvPr>
            <p:ph type="body" sz="quarter" idx="14"/>
          </p:nvPr>
        </p:nvSpPr>
        <p:spPr/>
        <p:txBody>
          <a:bodyPr/>
          <a:lstStyle/>
          <a:p>
            <a:r>
              <a:rPr lang="en-US"/>
              <a:t>Quilmes, Buenos Aires, Argentina</a:t>
            </a:r>
          </a:p>
        </p:txBody>
      </p:sp>
      <p:sp>
        <p:nvSpPr>
          <p:cNvPr id="10" name="Text Placeholder 9">
            <a:extLst>
              <a:ext uri="{FF2B5EF4-FFF2-40B4-BE49-F238E27FC236}">
                <a16:creationId xmlns:a16="http://schemas.microsoft.com/office/drawing/2014/main" id="{61D2F196-DA6C-18D9-3960-86A6E363DF19}"/>
              </a:ext>
            </a:extLst>
          </p:cNvPr>
          <p:cNvSpPr>
            <a:spLocks noGrp="1"/>
          </p:cNvSpPr>
          <p:nvPr>
            <p:ph type="body" sz="quarter" idx="16"/>
          </p:nvPr>
        </p:nvSpPr>
        <p:spPr>
          <a:xfrm>
            <a:off x="341211" y="2421647"/>
            <a:ext cx="2650385" cy="2919138"/>
          </a:xfrm>
        </p:spPr>
        <p:txBody>
          <a:bodyPr vert="horz" lIns="91440" tIns="45720" rIns="91440" bIns="45720" rtlCol="0" anchor="t">
            <a:normAutofit fontScale="92500" lnSpcReduction="10000"/>
          </a:bodyPr>
          <a:lstStyle/>
          <a:p>
            <a:pPr marL="0" indent="0" algn="just">
              <a:lnSpc>
                <a:spcPct val="100000"/>
              </a:lnSpc>
              <a:spcBef>
                <a:spcPts val="300"/>
              </a:spcBef>
              <a:buClr>
                <a:srgbClr val="549E39"/>
              </a:buClr>
              <a:buNone/>
              <a:defRPr/>
            </a:pPr>
            <a:r>
              <a:rPr lang="es-ES">
                <a:solidFill>
                  <a:prstClr val="black"/>
                </a:solidFill>
              </a:rPr>
              <a:t>Ingeniero en Automatización y Control Industrial, graduado de la Universidad Nacional de Quilmes (UNQ), con experiencia en análisis de datos y automatización de procesos. Desarrollé scripts en Python y procesos ETL para extraer y analizar datos industriales provenientes de sistemas de monitoreo. </a:t>
            </a:r>
            <a:endParaRPr lang="en-US">
              <a:solidFill>
                <a:prstClr val="black"/>
              </a:solidFill>
            </a:endParaRPr>
          </a:p>
          <a:p>
            <a:pPr marL="0" lvl="0" indent="0" algn="just">
              <a:lnSpc>
                <a:spcPct val="100000"/>
              </a:lnSpc>
              <a:spcBef>
                <a:spcPts val="300"/>
              </a:spcBef>
              <a:buNone/>
              <a:defRPr/>
            </a:pPr>
            <a:r>
              <a:rPr lang="es-ES">
                <a:solidFill>
                  <a:prstClr val="black"/>
                </a:solidFill>
              </a:rPr>
              <a:t>Experiencia trabajando con datos obtenidos a través de </a:t>
            </a:r>
            <a:r>
              <a:rPr lang="es-ES" err="1">
                <a:solidFill>
                  <a:prstClr val="black"/>
                </a:solidFill>
              </a:rPr>
              <a:t>APIs</a:t>
            </a:r>
            <a:r>
              <a:rPr lang="es-ES">
                <a:solidFill>
                  <a:prstClr val="black"/>
                </a:solidFill>
              </a:rPr>
              <a:t> REST, procesamiento de datos de sensores y generación de reportes y </a:t>
            </a:r>
            <a:r>
              <a:rPr lang="es-ES" err="1">
                <a:solidFill>
                  <a:prstClr val="black"/>
                </a:solidFill>
              </a:rPr>
              <a:t>dashboards</a:t>
            </a:r>
            <a:r>
              <a:rPr lang="es-ES">
                <a:solidFill>
                  <a:prstClr val="black"/>
                </a:solidFill>
              </a:rPr>
              <a:t> automatizados utilizando Python y </a:t>
            </a:r>
            <a:r>
              <a:rPr lang="es-ES" err="1">
                <a:solidFill>
                  <a:prstClr val="black"/>
                </a:solidFill>
              </a:rPr>
              <a:t>Power</a:t>
            </a:r>
            <a:r>
              <a:rPr lang="es-ES">
                <a:solidFill>
                  <a:prstClr val="black"/>
                </a:solidFill>
              </a:rPr>
              <a:t> BI para apoyar el monitoreo de equipos y el análisis operativo. También participé en iniciativas internas relacionadas con análisis de datos y capacitación introductoria en Inteligencia Artificial.</a:t>
            </a:r>
            <a:endParaRPr lang="en-US">
              <a:solidFill>
                <a:prstClr val="black"/>
              </a:solidFill>
              <a:ea typeface="Calibri"/>
              <a:cs typeface="Calibri"/>
            </a:endParaRPr>
          </a:p>
        </p:txBody>
      </p:sp>
      <p:sp>
        <p:nvSpPr>
          <p:cNvPr id="11" name="Text Placeholder 10">
            <a:extLst>
              <a:ext uri="{FF2B5EF4-FFF2-40B4-BE49-F238E27FC236}">
                <a16:creationId xmlns:a16="http://schemas.microsoft.com/office/drawing/2014/main" id="{8D10F8CD-529B-ECEA-999C-E0968C8CAC43}"/>
              </a:ext>
            </a:extLst>
          </p:cNvPr>
          <p:cNvSpPr>
            <a:spLocks noGrp="1"/>
          </p:cNvSpPr>
          <p:nvPr>
            <p:ph type="body" sz="quarter" idx="17"/>
          </p:nvPr>
        </p:nvSpPr>
        <p:spPr>
          <a:xfrm>
            <a:off x="3176124" y="2727996"/>
            <a:ext cx="2251611" cy="1159414"/>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Agentic AI</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Python, </a:t>
            </a:r>
            <a:r>
              <a:rPr lang="en-US" altLang="en-US" sz="900" err="1">
                <a:solidFill>
                  <a:prstClr val="black"/>
                </a:solidFill>
                <a:latin typeface="Calibri"/>
                <a:ea typeface="Calibri"/>
                <a:cs typeface="Arial"/>
              </a:rPr>
              <a:t>matlab</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LATEX, Open Office</a:t>
            </a:r>
            <a:endParaRPr lang="en-US"/>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PLC/SCADA</a:t>
            </a:r>
          </a:p>
          <a:p>
            <a:pPr marL="170180" indent="-170180">
              <a:lnSpc>
                <a:spcPct val="100000"/>
              </a:lnSpc>
              <a:spcBef>
                <a:spcPts val="450"/>
              </a:spcBef>
              <a:tabLst>
                <a:tab pos="133270" algn="l"/>
              </a:tabLst>
              <a:defRPr/>
            </a:pPr>
            <a:r>
              <a:rPr lang="en-US" altLang="en-US" sz="900">
                <a:solidFill>
                  <a:prstClr val="black"/>
                </a:solidFill>
                <a:latin typeface="Calibri"/>
                <a:ea typeface="Calibri"/>
                <a:cs typeface="Arial"/>
              </a:rPr>
              <a:t>Power BI</a:t>
            </a:r>
            <a:endParaRPr lang="en-US" altLang="en-US" sz="900"/>
          </a:p>
        </p:txBody>
      </p:sp>
      <p:sp>
        <p:nvSpPr>
          <p:cNvPr id="12" name="Text Placeholder 11">
            <a:extLst>
              <a:ext uri="{FF2B5EF4-FFF2-40B4-BE49-F238E27FC236}">
                <a16:creationId xmlns:a16="http://schemas.microsoft.com/office/drawing/2014/main" id="{2E1AA580-8BAF-0615-07C4-172AE110C6E6}"/>
              </a:ext>
            </a:extLst>
          </p:cNvPr>
          <p:cNvSpPr>
            <a:spLocks noGrp="1"/>
          </p:cNvSpPr>
          <p:nvPr>
            <p:ph type="body" sz="quarter" idx="18"/>
          </p:nvPr>
        </p:nvSpPr>
        <p:spPr>
          <a:xfrm>
            <a:off x="5427750" y="2425645"/>
            <a:ext cx="6524747" cy="4053221"/>
          </a:xfrm>
        </p:spPr>
        <p:txBody>
          <a:bodyPr>
            <a:noAutofit/>
          </a:bodyPr>
          <a:lstStyle/>
          <a:p>
            <a:pPr marL="0" lvl="0" indent="0" defTabSz="912813">
              <a:lnSpc>
                <a:spcPct val="100000"/>
              </a:lnSpc>
              <a:spcBef>
                <a:spcPts val="0"/>
              </a:spcBef>
              <a:buNone/>
              <a:tabLst>
                <a:tab pos="917575" algn="l"/>
              </a:tabLst>
              <a:defRPr/>
            </a:pPr>
            <a:r>
              <a:rPr lang="es-AR" sz="1000">
                <a:solidFill>
                  <a:prstClr val="black"/>
                </a:solidFill>
              </a:rPr>
              <a:t>AI </a:t>
            </a:r>
            <a:r>
              <a:rPr lang="es-AR" sz="1000" err="1">
                <a:solidFill>
                  <a:prstClr val="black"/>
                </a:solidFill>
              </a:rPr>
              <a:t>Academy</a:t>
            </a:r>
            <a:endParaRPr lang="es-AR" sz="1000">
              <a:solidFill>
                <a:prstClr val="black"/>
              </a:solidFill>
            </a:endParaRPr>
          </a:p>
          <a:p>
            <a:pPr marL="0" lvl="0" indent="0" defTabSz="912813">
              <a:lnSpc>
                <a:spcPct val="100000"/>
              </a:lnSpc>
              <a:spcBef>
                <a:spcPts val="0"/>
              </a:spcBef>
              <a:buNone/>
              <a:tabLst>
                <a:tab pos="917575" algn="l"/>
              </a:tabLst>
              <a:defRPr/>
            </a:pPr>
            <a:endParaRPr lang="es-AR" sz="1000">
              <a:solidFill>
                <a:prstClr val="black"/>
              </a:solidFill>
            </a:endParaRPr>
          </a:p>
          <a:p>
            <a:pPr defTabSz="912813">
              <a:lnSpc>
                <a:spcPct val="100000"/>
              </a:lnSpc>
              <a:spcBef>
                <a:spcPts val="0"/>
              </a:spcBef>
              <a:tabLst>
                <a:tab pos="917575" algn="l"/>
              </a:tabLst>
              <a:defRPr/>
            </a:pPr>
            <a:r>
              <a:rPr lang="es-ES" sz="1000" b="0">
                <a:solidFill>
                  <a:prstClr val="black"/>
                </a:solidFill>
              </a:rPr>
              <a:t>Formación avanzada en Inteligencia Artificial, Inteligencia Artificial Generativa y </a:t>
            </a:r>
            <a:r>
              <a:rPr lang="es-ES" sz="1000" b="0" err="1">
                <a:solidFill>
                  <a:prstClr val="black"/>
                </a:solidFill>
              </a:rPr>
              <a:t>Agentic</a:t>
            </a:r>
            <a:r>
              <a:rPr lang="es-ES" sz="1000" b="0">
                <a:solidFill>
                  <a:prstClr val="black"/>
                </a:solidFill>
              </a:rPr>
              <a:t> AI, incluyendo Agentes de IA, arquitecturas RAG y sistemas </a:t>
            </a:r>
            <a:r>
              <a:rPr lang="es-ES" sz="1000" b="0" err="1">
                <a:solidFill>
                  <a:prstClr val="black"/>
                </a:solidFill>
              </a:rPr>
              <a:t>multiagente</a:t>
            </a:r>
            <a:r>
              <a:rPr lang="es-ES" sz="1000" b="0">
                <a:solidFill>
                  <a:prstClr val="black"/>
                </a:solidFill>
              </a:rPr>
              <a:t>, a través de programas de Accenture y certificaciones de </a:t>
            </a:r>
            <a:r>
              <a:rPr lang="es-ES" sz="1000" b="0" err="1">
                <a:solidFill>
                  <a:prstClr val="black"/>
                </a:solidFill>
              </a:rPr>
              <a:t>Udacity</a:t>
            </a:r>
            <a:r>
              <a:rPr lang="es-ES" sz="1000" b="0">
                <a:solidFill>
                  <a:prstClr val="black"/>
                </a:solidFill>
              </a:rPr>
              <a:t>.</a:t>
            </a:r>
          </a:p>
          <a:p>
            <a:pPr defTabSz="912813">
              <a:lnSpc>
                <a:spcPct val="100000"/>
              </a:lnSpc>
              <a:spcBef>
                <a:spcPts val="0"/>
              </a:spcBef>
              <a:tabLst>
                <a:tab pos="917575" algn="l"/>
              </a:tabLst>
              <a:defRPr/>
            </a:pPr>
            <a:endParaRPr lang="es-AR" sz="1000">
              <a:solidFill>
                <a:prstClr val="black"/>
              </a:solidFill>
            </a:endParaRPr>
          </a:p>
          <a:p>
            <a:pPr marL="0" lvl="0" indent="0" defTabSz="912813">
              <a:lnSpc>
                <a:spcPct val="100000"/>
              </a:lnSpc>
              <a:spcBef>
                <a:spcPts val="0"/>
              </a:spcBef>
              <a:buNone/>
              <a:tabLst>
                <a:tab pos="917575" algn="l"/>
              </a:tabLst>
              <a:defRPr/>
            </a:pPr>
            <a:r>
              <a:rPr lang="es-ES" sz="1000">
                <a:solidFill>
                  <a:prstClr val="black"/>
                </a:solidFill>
              </a:rPr>
              <a:t>ANÁLISIS Y AUTOMATIZACIÓN DE DATOS INDUSTRIALES</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s-ES" sz="1000" b="0">
                <a:solidFill>
                  <a:prstClr val="black"/>
                </a:solidFill>
              </a:rPr>
              <a:t>Trabajé en la extracción, procesamiento y análisis de datos provenientes de sistemas de monitoreo industrial. Desarrollé scripts en Python y procesos ETL para analizar datos de sensores y equipos obtenidos a través de </a:t>
            </a:r>
            <a:r>
              <a:rPr lang="es-ES" sz="1000" b="0" err="1">
                <a:solidFill>
                  <a:prstClr val="black"/>
                </a:solidFill>
              </a:rPr>
              <a:t>APIs</a:t>
            </a:r>
            <a:r>
              <a:rPr lang="es-ES" sz="1000" b="0">
                <a:solidFill>
                  <a:prstClr val="black"/>
                </a:solidFill>
              </a:rPr>
              <a:t> REST. Creé reportes y </a:t>
            </a:r>
            <a:r>
              <a:rPr lang="es-ES" sz="1000" b="0" err="1">
                <a:solidFill>
                  <a:prstClr val="black"/>
                </a:solidFill>
              </a:rPr>
              <a:t>dashboards</a:t>
            </a:r>
            <a:r>
              <a:rPr lang="es-ES" sz="1000" b="0">
                <a:solidFill>
                  <a:prstClr val="black"/>
                </a:solidFill>
              </a:rPr>
              <a:t> automatizados utilizando herramientas como Python y </a:t>
            </a:r>
            <a:r>
              <a:rPr lang="es-ES" sz="1000" b="0" err="1">
                <a:solidFill>
                  <a:prstClr val="black"/>
                </a:solidFill>
              </a:rPr>
              <a:t>Power</a:t>
            </a:r>
            <a:r>
              <a:rPr lang="es-ES" sz="1000" b="0">
                <a:solidFill>
                  <a:prstClr val="black"/>
                </a:solidFill>
              </a:rPr>
              <a:t> BI para apoyar el monitoreo de equipos y el análisis operativo.</a:t>
            </a:r>
          </a:p>
          <a:p>
            <a:pPr marL="0" indent="0" defTabSz="912813">
              <a:lnSpc>
                <a:spcPct val="100000"/>
              </a:lnSpc>
              <a:spcBef>
                <a:spcPts val="0"/>
              </a:spcBef>
              <a:buNone/>
              <a:tabLst>
                <a:tab pos="917575" algn="l"/>
              </a:tabLst>
              <a:defRPr/>
            </a:pPr>
            <a:endParaRPr lang="es-AR" sz="1000">
              <a:solidFill>
                <a:prstClr val="black"/>
              </a:solidFill>
            </a:endParaRPr>
          </a:p>
          <a:p>
            <a:pPr marL="0" lvl="0" indent="0" defTabSz="912813">
              <a:lnSpc>
                <a:spcPct val="100000"/>
              </a:lnSpc>
              <a:spcBef>
                <a:spcPts val="0"/>
              </a:spcBef>
              <a:buNone/>
              <a:tabLst>
                <a:tab pos="917575" algn="l"/>
              </a:tabLst>
              <a:defRPr/>
            </a:pPr>
            <a:r>
              <a:rPr lang="es-ES" sz="1000">
                <a:solidFill>
                  <a:prstClr val="black"/>
                </a:solidFill>
              </a:rPr>
              <a:t>INICIATIVAS DE CAPACITACIÓN EN IA</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s-ES" sz="1000" b="0">
                <a:solidFill>
                  <a:prstClr val="black"/>
                </a:solidFill>
              </a:rPr>
              <a:t>Participé en iniciativas internas relacionadas con análisis de datos y capacitación introductoria en Inteligencia Artificial, apoyando el intercambio de conocimiento y la adopción de nuevas tecnologías dentro de los equipos.</a:t>
            </a:r>
          </a:p>
          <a:p>
            <a:pPr defTabSz="912813">
              <a:lnSpc>
                <a:spcPct val="100000"/>
              </a:lnSpc>
              <a:spcBef>
                <a:spcPts val="0"/>
              </a:spcBef>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r>
              <a:rPr lang="en-US" sz="1000">
                <a:solidFill>
                  <a:prstClr val="black"/>
                </a:solidFill>
              </a:rPr>
              <a:t>100,000 STRONG IN THE AMERICAS – TAMIU</a:t>
            </a:r>
          </a:p>
          <a:p>
            <a:pPr marL="0" lvl="0" indent="0" defTabSz="912813">
              <a:lnSpc>
                <a:spcPct val="100000"/>
              </a:lnSpc>
              <a:spcBef>
                <a:spcPts val="0"/>
              </a:spcBef>
              <a:buNone/>
              <a:tabLst>
                <a:tab pos="917575" algn="l"/>
              </a:tabLst>
              <a:defRPr/>
            </a:pPr>
            <a:endParaRPr lang="en-US" sz="1000">
              <a:solidFill>
                <a:prstClr val="black"/>
              </a:solidFill>
            </a:endParaRPr>
          </a:p>
          <a:p>
            <a:pPr defTabSz="912813">
              <a:lnSpc>
                <a:spcPct val="100000"/>
              </a:lnSpc>
              <a:spcBef>
                <a:spcPts val="0"/>
              </a:spcBef>
              <a:tabLst>
                <a:tab pos="917575" algn="l"/>
              </a:tabLst>
              <a:defRPr/>
            </a:pPr>
            <a:r>
              <a:rPr lang="es-ES" sz="1000" b="0">
                <a:solidFill>
                  <a:prstClr val="black"/>
                </a:solidFill>
              </a:rPr>
              <a:t>Seleccionado para el programa internacional de intercambio en Texas A&amp;M International </a:t>
            </a:r>
            <a:r>
              <a:rPr lang="es-ES" sz="1000" b="0" err="1">
                <a:solidFill>
                  <a:prstClr val="black"/>
                </a:solidFill>
              </a:rPr>
              <a:t>University</a:t>
            </a:r>
            <a:r>
              <a:rPr lang="es-ES" sz="1000" b="0">
                <a:solidFill>
                  <a:prstClr val="black"/>
                </a:solidFill>
              </a:rPr>
              <a:t> (EE. UU.), participando posteriormente en un proyecto de cooperación humano‑robot.</a:t>
            </a:r>
          </a:p>
          <a:p>
            <a:pPr defTabSz="912813">
              <a:lnSpc>
                <a:spcPct val="100000"/>
              </a:lnSpc>
              <a:spcBef>
                <a:spcPts val="0"/>
              </a:spcBef>
              <a:tabLst>
                <a:tab pos="917575" algn="l"/>
              </a:tabLst>
              <a:defRPr/>
            </a:pPr>
            <a:r>
              <a:rPr lang="es-ES" sz="1000" b="0">
                <a:solidFill>
                  <a:prstClr val="black"/>
                </a:solidFill>
              </a:rPr>
              <a:t>La documentación se encuentra disponible en IEEE </a:t>
            </a:r>
            <a:r>
              <a:rPr lang="es-ES" sz="1000" b="0" err="1">
                <a:solidFill>
                  <a:prstClr val="black"/>
                </a:solidFill>
              </a:rPr>
              <a:t>Xplore</a:t>
            </a:r>
            <a:r>
              <a:rPr lang="es-ES" sz="1000" b="0">
                <a:solidFill>
                  <a:prstClr val="black"/>
                </a:solidFill>
              </a:rPr>
              <a:t>.</a:t>
            </a:r>
            <a:r>
              <a:rPr lang="en-US" sz="1000" b="0">
                <a:solidFill>
                  <a:prstClr val="black"/>
                </a:solidFill>
              </a:rPr>
              <a:t>: </a:t>
            </a:r>
            <a:r>
              <a:rPr lang="en-US" sz="1000" b="0">
                <a:solidFill>
                  <a:prstClr val="black"/>
                </a:solidFill>
                <a:hlinkClick r:id="rId2"/>
              </a:rPr>
              <a:t>https://ieeexplore.ieee.org/document/9505396</a:t>
            </a:r>
            <a:endParaRPr lang="en-US" sz="1000" b="0">
              <a:solidFill>
                <a:prstClr val="black"/>
              </a:solidFill>
            </a:endParaRPr>
          </a:p>
          <a:p>
            <a:pPr defTabSz="912813">
              <a:lnSpc>
                <a:spcPct val="100000"/>
              </a:lnSpc>
              <a:spcBef>
                <a:spcPts val="0"/>
              </a:spcBef>
              <a:tabLst>
                <a:tab pos="917575" algn="l"/>
              </a:tabLst>
              <a:defRPr/>
            </a:pPr>
            <a:endParaRPr lang="it-IT" b="0"/>
          </a:p>
          <a:p>
            <a:pPr marL="0" indent="0" defTabSz="912813">
              <a:lnSpc>
                <a:spcPct val="100000"/>
              </a:lnSpc>
              <a:spcBef>
                <a:spcPts val="0"/>
              </a:spcBef>
              <a:buNone/>
              <a:tabLst>
                <a:tab pos="917575" algn="l"/>
              </a:tabLst>
              <a:defRPr/>
            </a:pPr>
            <a:endParaRPr lang="it-IT" sz="1000">
              <a:solidFill>
                <a:prstClr val="black"/>
              </a:solidFill>
            </a:endParaRPr>
          </a:p>
          <a:p>
            <a:pPr marL="0" indent="0" defTabSz="912813">
              <a:lnSpc>
                <a:spcPct val="100000"/>
              </a:lnSpc>
              <a:spcBef>
                <a:spcPts val="0"/>
              </a:spcBef>
              <a:buNone/>
              <a:tabLst>
                <a:tab pos="917575" algn="l"/>
              </a:tabLst>
              <a:defRPr/>
            </a:pPr>
            <a:endParaRPr lang="it-IT" sz="1000">
              <a:solidFill>
                <a:prstClr val="black"/>
              </a:solidFill>
            </a:endParaRPr>
          </a:p>
          <a:p>
            <a:pPr marL="0" indent="0" defTabSz="912813">
              <a:lnSpc>
                <a:spcPct val="100000"/>
              </a:lnSpc>
              <a:spcBef>
                <a:spcPts val="0"/>
              </a:spcBef>
              <a:buNone/>
              <a:tabLst>
                <a:tab pos="917575" algn="l"/>
              </a:tabLst>
              <a:defRPr/>
            </a:pPr>
            <a:endParaRPr lang="it-IT" sz="1000">
              <a:solidFill>
                <a:prstClr val="black"/>
              </a:solidFill>
            </a:endParaRPr>
          </a:p>
          <a:p>
            <a:pPr lvl="0" defTabSz="912813">
              <a:lnSpc>
                <a:spcPct val="100000"/>
              </a:lnSpc>
              <a:spcBef>
                <a:spcPts val="0"/>
              </a:spcBef>
              <a:buFontTx/>
              <a:buChar char="-"/>
              <a:tabLst>
                <a:tab pos="917575" algn="l"/>
              </a:tabLst>
              <a:defRPr/>
            </a:pPr>
            <a:endParaRPr lang="en-US" sz="1000">
              <a:solidFill>
                <a:prstClr val="black"/>
              </a:solidFill>
            </a:endParaRPr>
          </a:p>
          <a:p>
            <a:pPr marL="0" lvl="0" indent="0" defTabSz="912813">
              <a:lnSpc>
                <a:spcPct val="100000"/>
              </a:lnSpc>
              <a:spcBef>
                <a:spcPts val="0"/>
              </a:spcBef>
              <a:buNone/>
              <a:tabLst>
                <a:tab pos="917575" algn="l"/>
              </a:tabLst>
              <a:defRPr/>
            </a:pPr>
            <a:endParaRPr lang="en-US" sz="1000">
              <a:solidFill>
                <a:prstClr val="black"/>
              </a:solidFill>
            </a:endParaRPr>
          </a:p>
        </p:txBody>
      </p:sp>
      <p:sp>
        <p:nvSpPr>
          <p:cNvPr id="3" name="Footer Placeholder 2">
            <a:extLst>
              <a:ext uri="{FF2B5EF4-FFF2-40B4-BE49-F238E27FC236}">
                <a16:creationId xmlns:a16="http://schemas.microsoft.com/office/drawing/2014/main" id="{F55DBC41-63E7-EA92-05EC-6455FE21D2FA}"/>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a:extLst>
              <a:ext uri="{FF2B5EF4-FFF2-40B4-BE49-F238E27FC236}">
                <a16:creationId xmlns:a16="http://schemas.microsoft.com/office/drawing/2014/main" id="{F61CA7A8-9DBF-E354-532A-0E35AE41C455}"/>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23371" r="23371"/>
          <a:stretch/>
        </p:blipFill>
        <p:spPr>
          <a:xfrm>
            <a:off x="341211" y="-39238"/>
            <a:ext cx="1617764" cy="1933895"/>
          </a:xfrm>
        </p:spPr>
      </p:pic>
      <p:sp>
        <p:nvSpPr>
          <p:cNvPr id="30" name="Text Placeholder 10">
            <a:extLst>
              <a:ext uri="{FF2B5EF4-FFF2-40B4-BE49-F238E27FC236}">
                <a16:creationId xmlns:a16="http://schemas.microsoft.com/office/drawing/2014/main" id="{40492C4F-29DF-299A-8DD8-79E78A5574B3}"/>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0C676321-A56B-6ADF-0DA1-FF56689927D7}"/>
              </a:ext>
            </a:extLst>
          </p:cNvPr>
          <p:cNvSpPr txBox="1">
            <a:spLocks/>
          </p:cNvSpPr>
          <p:nvPr/>
        </p:nvSpPr>
        <p:spPr>
          <a:xfrm>
            <a:off x="3176139" y="4413677"/>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Industrial</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Manufacturing</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Equipment Monitoring</a:t>
            </a:r>
          </a:p>
          <a:p>
            <a:pPr marL="170781" indent="-170781">
              <a:lnSpc>
                <a:spcPct val="100000"/>
              </a:lnSpc>
              <a:spcBef>
                <a:spcPts val="450"/>
              </a:spcBef>
              <a:tabLst>
                <a:tab pos="133270" algn="l"/>
              </a:tabLst>
              <a:defRPr/>
            </a:pPr>
            <a:r>
              <a:rPr lang="en-US" altLang="en-US" sz="900">
                <a:solidFill>
                  <a:prstClr val="black"/>
                </a:solidFill>
                <a:latin typeface="Calibri" panose="020F0502020204030204"/>
                <a:cs typeface="Arial"/>
              </a:rPr>
              <a:t>Data &amp; Analytics</a:t>
            </a:r>
          </a:p>
          <a:p>
            <a:pPr marL="0" indent="0">
              <a:lnSpc>
                <a:spcPct val="100000"/>
              </a:lnSpc>
              <a:spcBef>
                <a:spcPts val="450"/>
              </a:spcBef>
              <a:buFont typeface="Arial" panose="020B0604020202020204" pitchFamily="34" charset="0"/>
              <a:buNone/>
              <a:tabLst>
                <a:tab pos="133270" algn="l"/>
              </a:tabLst>
              <a:defRPr/>
            </a:pPr>
            <a:endParaRPr lang="en-US" altLang="en-US" sz="90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3393B192-AA41-677C-9B65-B8A30C53EDC5}"/>
              </a:ext>
            </a:extLst>
          </p:cNvPr>
          <p:cNvSpPr txBox="1"/>
          <p:nvPr/>
        </p:nvSpPr>
        <p:spPr>
          <a:xfrm>
            <a:off x="271700" y="5299875"/>
            <a:ext cx="2342612" cy="261610"/>
          </a:xfrm>
          <a:prstGeom prst="rect">
            <a:avLst/>
          </a:prstGeom>
          <a:noFill/>
        </p:spPr>
        <p:txBody>
          <a:bodyPr wrap="square" rtlCol="0">
            <a:spAutoFit/>
          </a:bodyPr>
          <a:lstStyle/>
          <a:p>
            <a:r>
              <a:rPr lang="es-AR" sz="1100" b="1" err="1">
                <a:solidFill>
                  <a:srgbClr val="7030A0"/>
                </a:solidFill>
                <a:latin typeface="Graphik" panose="020B0503030202060203" pitchFamily="34" charset="0"/>
              </a:rPr>
              <a:t>Languages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8B007083-AEDD-BD37-5F86-8A1E6F98DEB9}"/>
              </a:ext>
            </a:extLst>
          </p:cNvPr>
          <p:cNvSpPr txBox="1"/>
          <p:nvPr/>
        </p:nvSpPr>
        <p:spPr>
          <a:xfrm>
            <a:off x="275898" y="5590776"/>
            <a:ext cx="2781010" cy="400110"/>
          </a:xfrm>
          <a:prstGeom prst="rect">
            <a:avLst/>
          </a:prstGeom>
          <a:noFill/>
        </p:spPr>
        <p:txBody>
          <a:bodyPr wrap="square" lIns="91440" tIns="45720" rIns="91440" bIns="45720" rtlCol="0" anchor="t">
            <a:spAutoFit/>
          </a:bodyPr>
          <a:lstStyle/>
          <a:p>
            <a:r>
              <a:rPr lang="es-AR" sz="1000">
                <a:solidFill>
                  <a:prstClr val="black"/>
                </a:solidFill>
              </a:rPr>
              <a:t>Español: Nativo</a:t>
            </a:r>
          </a:p>
          <a:p>
            <a:r>
              <a:rPr lang="es-AR" sz="1000">
                <a:solidFill>
                  <a:prstClr val="black"/>
                </a:solidFill>
              </a:rPr>
              <a:t>English C2</a:t>
            </a:r>
            <a:endParaRPr lang="en-US" sz="1000">
              <a:solidFill>
                <a:prstClr val="black"/>
              </a:solidFill>
            </a:endParaRPr>
          </a:p>
        </p:txBody>
      </p:sp>
      <p:sp>
        <p:nvSpPr>
          <p:cNvPr id="9" name="Text Placeholder 14">
            <a:extLst>
              <a:ext uri="{FF2B5EF4-FFF2-40B4-BE49-F238E27FC236}">
                <a16:creationId xmlns:a16="http://schemas.microsoft.com/office/drawing/2014/main" id="{D33F0602-166D-B7C1-3966-D54C1CD11962}"/>
              </a:ext>
            </a:extLst>
          </p:cNvPr>
          <p:cNvSpPr>
            <a:spLocks noGrp="1"/>
          </p:cNvSpPr>
          <p:nvPr/>
        </p:nvSpPr>
        <p:spPr>
          <a:xfrm>
            <a:off x="2369005" y="846374"/>
            <a:ext cx="6541532" cy="310896"/>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a:latin typeface="Graphik"/>
              </a:rPr>
              <a:t>Technology / Data &amp; AI</a:t>
            </a:r>
          </a:p>
        </p:txBody>
      </p:sp>
    </p:spTree>
    <p:extLst>
      <p:ext uri="{BB962C8B-B14F-4D97-AF65-F5344CB8AC3E}">
        <p14:creationId xmlns:p14="http://schemas.microsoft.com/office/powerpoint/2010/main" val="33582030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b3e803809cee597fc3b47f0bb07c2c3c">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31b344b0215af432afecb1c8ed6d0c85"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144C9B9-51C1-4799-AC7C-FA632A9C1FB3}">
  <ds:schemaRefs>
    <ds:schemaRef ds:uri="http://schemas.microsoft.com/sharepoint/v3/contenttype/forms"/>
  </ds:schemaRefs>
</ds:datastoreItem>
</file>

<file path=customXml/itemProps2.xml><?xml version="1.0" encoding="utf-8"?>
<ds:datastoreItem xmlns:ds="http://schemas.openxmlformats.org/officeDocument/2006/customXml" ds:itemID="{293D45B3-57DE-4981-8757-1648F9F9B02C}">
  <ds:schemaRefs>
    <ds:schemaRef ds:uri="9e1adda6-93f2-443e-b0ef-40d6e1dc8c9d"/>
    <ds:schemaRef ds:uri="9e5dff9b-ec84-400a-8d4d-02e96956639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4FDDEF0-1083-4094-9B20-46F9C8F14342}">
  <ds:schemaRefs>
    <ds:schemaRef ds:uri="9e1adda6-93f2-443e-b0ef-40d6e1dc8c9d"/>
    <ds:schemaRef ds:uri="9e5dff9b-ec84-400a-8d4d-02e969566393"/>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Slides>
  <Notes>0</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1_Office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revision>1</cp:revision>
  <dcterms:created xsi:type="dcterms:W3CDTF">2022-03-18T18:13:59Z</dcterms:created>
  <dcterms:modified xsi:type="dcterms:W3CDTF">2026-03-04T21:18:57Z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MediaServiceImageTags">
    <vt:lpwstr/>
  </property>
</Properties>
</file>