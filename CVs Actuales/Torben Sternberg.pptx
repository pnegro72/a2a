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07613621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63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4766-C1B0-42EE-A8CC-394BA0D3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FF0D8-F3F4-4176-AB73-C23367EE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C5C6-F18A-4FE4-B5A6-8992F879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C83F-DCCD-4AF2-8260-AFD253D6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342-E448-43DB-B506-CCA2BEB1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AAA1-EC0A-46E6-9332-DEDE592E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1CB-1A68-431F-9C90-D6C3E85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C8A4-426B-4BBC-9D55-8C9B2E6F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D0D-EB31-418C-89B3-04F05D0B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8A09-9162-4136-B707-9654AEB9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D170-D99D-4B74-9BF3-0D9EC0E8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96A0-89BC-4BF4-B1FB-29F4D6A3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8725-D08D-4BD6-861D-CF980D1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BB76-3E78-4B5F-9A37-CF56AFE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09EE-43E9-4EAE-AF8D-1E6092B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23-A841-46D8-813F-A90E5545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972E-06C5-42C2-B976-BC019B301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26D72-BD5B-428F-A34F-4DE2525C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07D4F-4B9E-4393-AE40-6CA92511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68A1-8045-4ADA-906F-844627D7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8E0-3EA2-4BB5-8F90-1F37180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E95-24BD-44AE-8EBE-CF734146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CFAE-BA6E-4C1D-98CF-DB46B22F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63BE9-4440-4527-BEAC-B5E31B83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C0A57-A703-4786-8811-7215CD056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5770-250D-444A-92A8-40B995B3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5BDE-59C6-4961-8DC3-3AC2ACB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A259-0BB7-45D1-8FBC-504BF9F3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A92B-AC98-4DB3-921F-303CF8D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D4E4-2D9B-4BCA-A995-8D4AEB67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F9369-0845-4C9C-91E4-41CFC4D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3F7B-3964-439D-8BFA-4F4DB9F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5A799-A788-4AA5-AD62-9737373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ED551-C51B-4D3D-86C6-C7585CB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5D5F-8D15-4922-A810-71C0529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1D0C6-BE75-4CCF-92AC-76ED5C77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D27-5B71-4953-96DB-B2F0F73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C44-D1E4-47B0-A0AE-EDAAE9DFC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DE38D-F56B-4865-B48E-DF1CE5CE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F5D0-0224-4ACA-B172-23A0BDCC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C3F-71D2-4DE3-B369-EC03DE6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87772-C12A-4786-AFBB-526AEFA0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0087-A8AD-4E19-8A44-71A37B61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789A-46D2-460F-87B8-22625C826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19932-7071-452D-91FF-2C3008DD5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40E-8FC4-4C79-9B32-B2AA72B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62E7-2704-475B-8C26-570762BE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89CB-F0C9-43E5-A742-F260581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02E-C910-4C8A-B05B-72F6B79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7636B-D181-4162-9FBC-CF172B62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F142-3B8B-43FA-86F4-F8680586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7561-6084-4FD5-87A2-8F186AA0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15C-A5DE-415D-B205-27BEDF72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A1E0-70D7-40D8-B667-3BDAAFAE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D6A9-2CB9-466C-A5C9-EBA1F37D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BCBC-878D-4F2F-9A09-B09E4A0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E3E5-28BC-4564-9051-C92E4FCD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334E-5062-4EF9-909D-07BA937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63B39-D0EC-4F45-AA3D-D0B39B9B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61E0-1F00-4058-9465-8DFE3CCBC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3CB0-1328-4CFC-811B-6316DE07C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3A1A-E8E9-4F1D-A0E4-983A98264649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EC30C-8EF3-4E47-8B26-4FAA64C1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EA07-B266-4D79-A329-C70E2F16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Torben Sternberg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ML Engineering Senior Analyst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 /</a:t>
            </a:r>
            <a:r>
              <a:rPr lang="es-AR" sz="1200" dirty="0"/>
              <a:t> Data &amp;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torben.sternberg@accenture.com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Neuquén,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50" y="764813"/>
            <a:ext cx="1518138" cy="15181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067" y="2429619"/>
            <a:ext cx="2888410" cy="1894376"/>
            <a:chOff x="652024" y="2462768"/>
            <a:chExt cx="2888410" cy="1894376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52024" y="4018482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Python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PostgreSQL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OS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MacOS, Linux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AI: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TensorFlow, Scikit-learn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Container: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Docker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Versioning: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Git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Additional Software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: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AnyLogic</a:t>
            </a:r>
            <a:endParaRPr lang="en-US" b="0" dirty="0">
              <a:solidFill>
                <a:srgbClr val="000000"/>
              </a:solidFill>
              <a:latin typeface="Graphik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Good communication skills, Ability to solve problematic situations, Adaptability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02406" y="4250352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/>
              <a:t>Master's degree in </a:t>
            </a:r>
            <a:r>
              <a:rPr lang="es-AR" sz="1000" dirty="0"/>
              <a:t>Industrial Engineering, </a:t>
            </a:r>
            <a:br>
              <a:rPr lang="es-AR" sz="1000" dirty="0"/>
            </a:br>
            <a:r>
              <a:rPr lang="es-AR" sz="1000" dirty="0"/>
              <a:t>with a focus in Business Studies, Process Engineering and Energy Technologies</a:t>
            </a:r>
            <a:endParaRPr lang="en-US" sz="1000" dirty="0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6" y="2732286"/>
            <a:ext cx="2702016" cy="1062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/>
              <a:t>Master's degree in Engineering, Specialized in Machine Learning, Deep Learning and Data Science</a:t>
            </a:r>
          </a:p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/>
              <a:t>Experience in working according to scientific standards and presenting to an international audience in English</a:t>
            </a:r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(Advanced)</a:t>
            </a:r>
          </a:p>
          <a:p>
            <a:r>
              <a:rPr lang="en-US" dirty="0"/>
              <a:t>Spanish (Intermediate)</a:t>
            </a:r>
          </a:p>
          <a:p>
            <a:r>
              <a:rPr lang="en-US" dirty="0"/>
              <a:t>German (Native)</a:t>
            </a:r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Energy</a:t>
            </a:r>
          </a:p>
          <a:p>
            <a:r>
              <a:rPr lang="en-US" dirty="0"/>
              <a:t>Aerospace</a:t>
            </a:r>
          </a:p>
          <a:p>
            <a:r>
              <a:rPr lang="en-US" dirty="0"/>
              <a:t>Customer Service</a:t>
            </a:r>
            <a:endParaRPr lang="es-AR" dirty="0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Graphik"/>
              </a:rPr>
              <a:t>Measuring Solutions for Energy Flows @ Energy &amp; Flow Measurement Provider</a:t>
            </a:r>
            <a:endParaRPr lang="en-US" sz="1000" b="0" dirty="0">
              <a:solidFill>
                <a:srgbClr val="000000"/>
              </a:solidFill>
              <a:latin typeface="+mn-lt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Project Engineer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Creating measurement concepts for energy flows via smart meter solutions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Development of software solutions to optimize internal processes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Energy Infrastructure Research @ Air- &amp; Spaceflight Institute</a:t>
            </a:r>
            <a:endParaRPr lang="en-US" sz="1000" b="0" dirty="0">
              <a:solidFill>
                <a:srgbClr val="000000"/>
              </a:solidFill>
              <a:latin typeface="+mn-lt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Scientific research &amp; comparison of ML approaches for object detection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Creation of a data pipeline for automated selection, composition and preprocessing of satellite imagery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Data engineering for training data generation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Development of deep neural networks for object detection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Transport Infrastructure Research @ European Research Organization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​</a:t>
            </a:r>
            <a:endParaRPr lang="en-US" sz="1000" b="0" dirty="0">
              <a:solidFill>
                <a:srgbClr val="000000"/>
              </a:solidFill>
              <a:latin typeface="+mn-lt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Scientific research on e-mobility &amp; sector coupling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Design &amp; implementation of a simulation environment to study charging behavior of electronic vehicles and infrastructure prerequisites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Analysis and evaluation of traffic networks and traffic flow data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Energy Solution Design @ European Energy Contractor</a:t>
            </a:r>
            <a:endParaRPr lang="en-US" sz="1000" b="0" dirty="0"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Profitability calculations for project proposals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Design of energy supply systems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Implementation of a project evaluation tool </a:t>
            </a: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	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 dirty="0">
              <a:latin typeface="+mn-lt"/>
            </a:endParaRPr>
          </a:p>
        </p:txBody>
      </p:sp>
      <p:sp>
        <p:nvSpPr>
          <p:cNvPr id="68" name="Slide Number Placeholder 5">
            <a:extLst>
              <a:ext uri="{FF2B5EF4-FFF2-40B4-BE49-F238E27FC236}">
                <a16:creationId xmlns:a16="http://schemas.microsoft.com/office/drawing/2014/main" id="{40407413-FB81-C4CE-CBD5-376A257F75CC}"/>
              </a:ext>
            </a:extLst>
          </p:cNvPr>
          <p:cNvSpPr txBox="1">
            <a:spLocks/>
          </p:cNvSpPr>
          <p:nvPr/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800" b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2022 Accenture.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Accenture Applied Intelligence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2D30213-031B-4F24-B96D-1EF5F08F14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3" b="11753"/>
          <a:stretch/>
        </p:blipFill>
        <p:spPr>
          <a:xfrm>
            <a:off x="283871" y="773971"/>
            <a:ext cx="1500917" cy="150091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452217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Props1.xml><?xml version="1.0" encoding="utf-8"?>
<ds:datastoreItem xmlns:ds="http://schemas.openxmlformats.org/officeDocument/2006/customXml" ds:itemID="{F4078EE5-8410-4C8E-A5A0-1C65A03B28EC}"/>
</file>

<file path=customXml/itemProps2.xml><?xml version="1.0" encoding="utf-8"?>
<ds:datastoreItem xmlns:ds="http://schemas.openxmlformats.org/officeDocument/2006/customXml" ds:itemID="{E74AA934-39E8-4712-887A-705BAD09FD40}"/>
</file>

<file path=customXml/itemProps3.xml><?xml version="1.0" encoding="utf-8"?>
<ds:datastoreItem xmlns:ds="http://schemas.openxmlformats.org/officeDocument/2006/customXml" ds:itemID="{81648533-A2B5-4A86-9EAA-35DEAEA3986E}"/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302</Words>
  <Application>Microsoft Office PowerPoint</Application>
  <PresentationFormat>Widescreen</PresentationFormat>
  <Paragraphs>59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Arial,Sans-Serif</vt:lpstr>
      <vt:lpstr>Calibri</vt:lpstr>
      <vt:lpstr>Calibri Light</vt:lpstr>
      <vt:lpstr>Graphik</vt:lpstr>
      <vt:lpstr>Graphik Black</vt:lpstr>
      <vt:lpstr>GT Sectra Fine Rg</vt:lpstr>
      <vt:lpstr>Office Theme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Comerci, Sandro</dc:creator>
  <cp:lastModifiedBy>Sternberg, Torben</cp:lastModifiedBy>
  <cp:revision>13</cp:revision>
  <dcterms:created xsi:type="dcterms:W3CDTF">2022-12-16T18:40:20Z</dcterms:created>
  <dcterms:modified xsi:type="dcterms:W3CDTF">2023-01-03T16:43:34Z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