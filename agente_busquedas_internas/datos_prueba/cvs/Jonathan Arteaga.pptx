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7"/>
  </p:notesMasterIdLst>
  <p:sldIdLst>
    <p:sldId id="207613621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77" d="100"/>
          <a:sy n="77" d="100"/>
        </p:scale>
        <p:origin x="26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DAAC62-BF2B-4F17-A281-1372B1E4E7B0}" type="datetimeFigureOut">
              <a:rPr lang="en-US" smtClean="0"/>
              <a:t>10/6/2023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F59354-9A81-4987-9140-5CE923F05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521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3894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sv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64766-C1B0-42EE-A8CC-394BA0D3A7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AFF0D8-F3F4-4176-AB73-C23367EEDF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0C5C6-F18A-4FE4-B5A6-8992F8792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F3A1A-E8E9-4F1D-A0E4-983A98264649}" type="datetimeFigureOut">
              <a:rPr lang="en-US" smtClean="0"/>
              <a:t>10/6/2023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FC83F-DCCD-4AF2-8260-AFD253D66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852342-E448-43DB-B506-CCA2BEB17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41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9AAA1-EC0A-46E6-9332-DEDE592EB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B01CB-1A68-431F-9C90-D6C3E85A37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8C8A4-426B-4BBC-9D55-8C9B2E6F2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F3A1A-E8E9-4F1D-A0E4-983A98264649}" type="datetimeFigureOut">
              <a:rPr lang="en-US" smtClean="0"/>
              <a:t>10/6/2023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19AD0D-EB31-418C-89B3-04F05D0B4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58A09-9162-4136-B707-9654AEB98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761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ED170-D99D-4B74-9BF3-0D9EC0E8F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9C96A0-89BC-4BF4-B1FB-29F4D6A32E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38725-D08D-4BD6-861D-CF980D1F7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F3A1A-E8E9-4F1D-A0E4-983A98264649}" type="datetimeFigureOut">
              <a:rPr lang="en-US" smtClean="0"/>
              <a:t>10/6/2023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FBB76-3E78-4B5F-9A37-CF56AFE23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8C09EE-43E9-4EAE-AF8D-1E6092B83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719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81123-A841-46D8-813F-A90E55455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D972E-06C5-42C2-B976-BC019B301B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926D72-BD5B-428F-A34F-4DE2525CB6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F07D4F-4B9E-4393-AE40-6CA925118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F3A1A-E8E9-4F1D-A0E4-983A98264649}" type="datetimeFigureOut">
              <a:rPr lang="en-US" smtClean="0"/>
              <a:t>10/6/2023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D068A1-8045-4ADA-906F-844627D78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D2D8E0-3EA2-4BB5-8F90-1F37180F5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669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A8E95-24BD-44AE-8EBE-CF7341462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99CFAE-BA6E-4C1D-98CF-DB46B22F94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C63BE9-4440-4527-BEAC-B5E31B838A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8C0A57-A703-4786-8811-7215CD0569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EC5770-250D-444A-92A8-40B995B3C7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695BDE-59C6-4961-8DC3-3AC2ACB5E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F3A1A-E8E9-4F1D-A0E4-983A98264649}" type="datetimeFigureOut">
              <a:rPr lang="en-US" smtClean="0"/>
              <a:t>10/6/2023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29A259-0BB7-45D1-8FBC-504BF9F3B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B4A92B-AC98-4DB3-921F-303CF8D91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439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AD4E4-2D9B-4BCA-A995-8D4AEB67C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9F9369-0845-4C9C-91E4-41CFC4D2A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F3A1A-E8E9-4F1D-A0E4-983A98264649}" type="datetimeFigureOut">
              <a:rPr lang="en-US" smtClean="0"/>
              <a:t>10/6/2023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F83F7B-3964-439D-8BFA-4F4DB9FA4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D5A799-A788-4AA5-AD62-97373732E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875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1ED551-C51B-4D3D-86C6-C7585CB37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F3A1A-E8E9-4F1D-A0E4-983A98264649}" type="datetimeFigureOut">
              <a:rPr lang="en-US" smtClean="0"/>
              <a:t>10/6/2023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DA5D5F-8D15-4922-A810-71C052950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51D0C6-BE75-4CCF-92AC-76ED5C77B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14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2ED27-5B71-4953-96DB-B2F0F7339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AFC44-D1E4-47B0-A0AE-EDAAE9DFCE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6DE38D-F56B-4865-B48E-DF1CE5CE07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5AF5D0-0224-4ACA-B172-23A0BDCC5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F3A1A-E8E9-4F1D-A0E4-983A98264649}" type="datetimeFigureOut">
              <a:rPr lang="en-US" smtClean="0"/>
              <a:t>10/6/2023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A19C3F-71D2-4DE3-B369-EC03DE622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787772-C12A-4786-AFBB-526AEFA00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202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60087-A8AD-4E19-8A44-71A37B615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21789A-46D2-460F-87B8-22625C8265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B19932-7071-452D-91FF-2C3008DD5B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F4F40E-8FC4-4C79-9B32-B2AA72B49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F3A1A-E8E9-4F1D-A0E4-983A98264649}" type="datetimeFigureOut">
              <a:rPr lang="en-US" smtClean="0"/>
              <a:t>10/6/2023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D362E7-2704-475B-8C26-570762BE6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4589CB-F0C9-43E5-A742-F260581BB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931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4802E-C910-4C8A-B05B-72F6B7959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A7636B-D181-4162-9FBC-CF172B6202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1EF142-3B8B-43FA-86F4-F86805869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F3A1A-E8E9-4F1D-A0E4-983A98264649}" type="datetimeFigureOut">
              <a:rPr lang="en-US" smtClean="0"/>
              <a:t>10/6/2023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797561-6084-4FD5-87A2-8F186AA0F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7715C-A5DE-415D-B205-27BEDF727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974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5AA1E0-70D7-40D8-B667-3BDAAFAE06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F1D6A9-2CB9-466C-A5C9-EBA1F37D1E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1BCBC-878D-4F2F-9A09-B09E4A086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F3A1A-E8E9-4F1D-A0E4-983A98264649}" type="datetimeFigureOut">
              <a:rPr lang="en-US" smtClean="0"/>
              <a:t>10/6/2023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FE3E5-28BC-4564-9051-C92E4FCD3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1334E-5062-4EF9-909D-07BA937D9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1594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GTS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F21F7E-CEFA-4A8F-862E-8631C40CEA2C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dark or mid gradient options</a:t>
            </a:r>
            <a:endParaRPr lang="en-US" noProof="0"/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94AA491-F1F8-4D38-B722-DB2F38B198B8}"/>
              </a:ext>
            </a:extLst>
          </p:cNvPr>
          <p:cNvSpPr>
            <a:spLocks noChangeAspect="1"/>
          </p:cNvSpPr>
          <p:nvPr/>
        </p:nvSpPr>
        <p:spPr bwMode="black">
          <a:xfrm>
            <a:off x="5779386" y="5382386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4770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  <p15:guide id="2" pos="3840">
          <p15:clr>
            <a:srgbClr val="C35EA4"/>
          </p15:clr>
        </p15:guide>
        <p15:guide id="3" orient="horz" pos="3608">
          <p15:clr>
            <a:srgbClr val="C35E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Logo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104FBB-E799-42A8-A4FA-483DC489523D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dark or mid gradient options</a:t>
            </a:r>
            <a:endParaRPr lang="en-US" noProof="0"/>
          </a:p>
        </p:txBody>
      </p:sp>
      <p:grpSp>
        <p:nvGrpSpPr>
          <p:cNvPr id="12" name="Logo_WH" descr="Accenture logo in white">
            <a:extLst>
              <a:ext uri="{FF2B5EF4-FFF2-40B4-BE49-F238E27FC236}">
                <a16:creationId xmlns:a16="http://schemas.microsoft.com/office/drawing/2014/main" id="{0D82E30B-4E95-4B73-9014-71990AE21DBE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5154167" y="5374201"/>
            <a:ext cx="1883664" cy="496247"/>
            <a:chOff x="1561" y="187"/>
            <a:chExt cx="4536" cy="1195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008CD909-AC78-4980-BB04-8608F18CDC22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8B5D8E88-5919-40A0-A4A4-2E6587AD6874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606717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698">
          <p15:clr>
            <a:srgbClr val="C35EA4"/>
          </p15:clr>
        </p15:guide>
        <p15:guide id="2" pos="3840">
          <p15:clr>
            <a:srgbClr val="C35EA4"/>
          </p15:clr>
        </p15:guide>
        <p15:guide id="3" orient="horz" pos="2160">
          <p15:clr>
            <a:srgbClr val="C35E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GTS Keylin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7882D0-879F-974F-B35F-EE91948B7F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 72pt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3431785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GTS left-image bkgn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3E7551B-7F86-46D2-A90B-DF5CC30BDF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 72pt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sp>
        <p:nvSpPr>
          <p:cNvPr id="6" name="GTS_WH" descr="Accenture Greater Than symbol in white">
            <a:extLst>
              <a:ext uri="{FF2B5EF4-FFF2-40B4-BE49-F238E27FC236}">
                <a16:creationId xmlns:a16="http://schemas.microsoft.com/office/drawing/2014/main" id="{5820492B-C4D2-42F2-B2B8-CB1CE70F894B}"/>
              </a:ext>
            </a:extLst>
          </p:cNvPr>
          <p:cNvSpPr>
            <a:spLocks noChangeAspect="1"/>
          </p:cNvSpPr>
          <p:nvPr/>
        </p:nvSpPr>
        <p:spPr bwMode="black">
          <a:xfrm>
            <a:off x="380999" y="5607812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7123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67CB869-86C7-4B5D-B21D-C7104400ECFC}"/>
              </a:ext>
            </a:extLst>
          </p:cNvPr>
          <p:cNvSpPr/>
          <p:nvPr/>
        </p:nvSpPr>
        <p:spPr bwMode="blackGray"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5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7101C55-360F-4A30-88C9-2A386C411E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5282245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5527522"/>
            <a:ext cx="3102015" cy="784378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0772B66-01D8-4BE7-AE8E-C64CA1CF26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1429154"/>
            <a:ext cx="5152292" cy="225571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BC9F1450-A172-44DF-9DE8-E648764972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71190"/>
            <a:ext cx="5152292" cy="1092846"/>
          </a:xfrm>
        </p:spPr>
        <p:txBody>
          <a:bodyPr vert="horz" lIns="0" tIns="0" rIns="0" bIns="0" rtlCol="0">
            <a:noAutofit/>
          </a:bodyPr>
          <a:lstStyle>
            <a:lvl1pPr marL="0" indent="0" algn="l">
              <a:lnSpc>
                <a:spcPct val="90000"/>
              </a:lnSpc>
              <a:buNone/>
              <a:defRPr lang="en-US" sz="2400" b="0" i="0" kern="1200" spc="0" dirty="0">
                <a:solidFill>
                  <a:schemeClr val="tx1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 Rg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1D1C16-1E67-46BA-A7F0-31738E52069F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377070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A764EB37-3299-4AEF-9398-9D9C84AB73F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5" name="Date Placeholder 10">
            <a:extLst>
              <a:ext uri="{FF2B5EF4-FFF2-40B4-BE49-F238E27FC236}">
                <a16:creationId xmlns:a16="http://schemas.microsoft.com/office/drawing/2014/main" id="{C1D8BA10-E028-4E4B-A19C-12B864B010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09D55F2-CAE5-4C0F-8D54-A28CECDB93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AA97401-81EE-4280-A94C-955E96B005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 Rg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DC0C86-80A9-481C-A2D5-6F509B89192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8" name="GTS_WH" descr="Accenture Greater Than symbol in white">
            <a:extLst>
              <a:ext uri="{FF2B5EF4-FFF2-40B4-BE49-F238E27FC236}">
                <a16:creationId xmlns:a16="http://schemas.microsoft.com/office/drawing/2014/main" id="{C703F910-26EC-4B07-B522-B28DEB82C3EA}"/>
              </a:ext>
            </a:extLst>
          </p:cNvPr>
          <p:cNvSpPr>
            <a:spLocks noChangeAspect="1"/>
          </p:cNvSpPr>
          <p:nvPr/>
        </p:nvSpPr>
        <p:spPr bwMode="black">
          <a:xfrm>
            <a:off x="5779386" y="5382386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6803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605">
          <p15:clr>
            <a:srgbClr val="C35EA4"/>
          </p15:clr>
        </p15:guide>
        <p15:guide id="2" pos="3840">
          <p15:clr>
            <a:srgbClr val="C35E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E55EA4F-E473-41EF-9E00-3D69D5F1AE6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6" name="Date Placeholder 10">
            <a:extLst>
              <a:ext uri="{FF2B5EF4-FFF2-40B4-BE49-F238E27FC236}">
                <a16:creationId xmlns:a16="http://schemas.microsoft.com/office/drawing/2014/main" id="{0AF5D71E-5FA3-4080-B28F-B3110AB34D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51481AAC-1471-4278-A104-D559B82B52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BEB3B30-172A-47BC-8F00-43F601E1F8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 Rg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481612-058D-4A52-B93E-53E75F305C81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C6212C50-BB96-4C0C-BC89-2B3C8082149D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5154167" y="5374201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5A65B91D-87CB-4DC8-B4B1-CE82A8E5C6F8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E102C68A-98DA-4EBB-AAFF-D0C6E56ADE14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781578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696">
          <p15:clr>
            <a:srgbClr val="C35EA4"/>
          </p15:clr>
        </p15:guide>
        <p15:guide id="2" pos="3840">
          <p15:clr>
            <a:srgbClr val="C35E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rgbClr val="E6DCFF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6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DFBD97-7A23-4453-9DFC-F825350AF9B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1A7501AC-E717-4CB3-89D9-DEE7B06E1876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9153213" y="5815652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E84F1646-52FE-4716-AED1-FE252A8E05E4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5FBA828-A6EE-4CDC-A2F1-52C5DC0E3C3F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52569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5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0449E654-6B6A-44E6-852C-967C3EDDCA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18288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381001" y="4190668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9" name="GTS_WH" descr="Accenture Greater Than symbol in white">
            <a:extLst>
              <a:ext uri="{FF2B5EF4-FFF2-40B4-BE49-F238E27FC236}">
                <a16:creationId xmlns:a16="http://schemas.microsoft.com/office/drawing/2014/main" id="{08C622A3-6AC3-418E-A8AE-75B117754CFC}"/>
              </a:ext>
            </a:extLst>
          </p:cNvPr>
          <p:cNvSpPr>
            <a:spLocks noChangeAspect="1"/>
          </p:cNvSpPr>
          <p:nvPr/>
        </p:nvSpPr>
        <p:spPr bwMode="white">
          <a:xfrm>
            <a:off x="381001" y="560781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7459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6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12688DA9-25EC-4AC3-AD0E-0CC139E1167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279EB0A-2DCA-4410-A834-F9A425FF96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464481-354D-44BF-B8B2-E0AFA2830FDC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9" name="Logo_WH" descr="Accenture logo in white">
            <a:extLst>
              <a:ext uri="{FF2B5EF4-FFF2-40B4-BE49-F238E27FC236}">
                <a16:creationId xmlns:a16="http://schemas.microsoft.com/office/drawing/2014/main" id="{BA79480B-BE6F-49EC-829D-D8AF858ABFD8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381001" y="5815652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80D6DAB6-FE72-4647-9B94-83468BA6B4AE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6961114-35B1-4F8E-96CC-0CA3D18133FD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575397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7 Acquisition+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84A5767-82AC-46A2-88DD-C31D51E1CB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3" name="Picture Placeholder 11" descr="Image placeholder for client logo">
            <a:extLst>
              <a:ext uri="{FF2B5EF4-FFF2-40B4-BE49-F238E27FC236}">
                <a16:creationId xmlns:a16="http://schemas.microsoft.com/office/drawing/2014/main" id="{9B6BF12D-A981-4F4E-B8F1-FF12DC840F2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001" y="5326815"/>
            <a:ext cx="1884233" cy="985085"/>
          </a:xfrm>
        </p:spPr>
        <p:txBody>
          <a:bodyPr anchor="ctr"/>
          <a:lstStyle>
            <a:lvl1pPr algn="ctr">
              <a:buFont typeface="Graphik" panose="020B0604020202020204" pitchFamily="34" charset="0"/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659D61A8-47A5-47C2-A85A-BCCCBE83C91F}"/>
              </a:ext>
            </a:extLst>
          </p:cNvPr>
          <p:cNvSpPr>
            <a:spLocks noChangeAspect="1"/>
          </p:cNvSpPr>
          <p:nvPr/>
        </p:nvSpPr>
        <p:spPr bwMode="auto">
          <a:xfrm>
            <a:off x="381001" y="38100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1714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818ECE-32D7-4F71-A6CA-1144DA38ED6C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grpSp>
        <p:nvGrpSpPr>
          <p:cNvPr id="8" name="Logo_BL" descr="Accenture logo in black and purple">
            <a:extLst>
              <a:ext uri="{FF2B5EF4-FFF2-40B4-BE49-F238E27FC236}">
                <a16:creationId xmlns:a16="http://schemas.microsoft.com/office/drawing/2014/main" id="{35D3F8C8-B2E5-431B-9639-9F05530860E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147183" y="5815542"/>
            <a:ext cx="1883664" cy="496357"/>
            <a:chOff x="2387" y="1701"/>
            <a:chExt cx="4535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9AD7BAC9-11D9-4846-95CD-5C2B827147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CAEDE4E-DAF3-4FBC-BAEB-E0C26C20EB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11509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2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0449E654-6B6A-44E6-852C-967C3EDDCA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bg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381001" y="420473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pic>
        <p:nvPicPr>
          <p:cNvPr id="10" name="Graphic 9" descr="Accenture Greater Than symbol in purple">
            <a:extLst>
              <a:ext uri="{FF2B5EF4-FFF2-40B4-BE49-F238E27FC236}">
                <a16:creationId xmlns:a16="http://schemas.microsoft.com/office/drawing/2014/main" id="{299A6723-3F53-4981-840E-D1D62874F6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636" y="5607811"/>
            <a:ext cx="641502" cy="70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1429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3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38B557E5-FD3E-49D7-8F2D-F2CFBA8CA1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384048"/>
            <a:ext cx="5715000" cy="247802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434840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grpSp>
        <p:nvGrpSpPr>
          <p:cNvPr id="10" name="Logo_BL" descr="Accenture logo in black and purple">
            <a:extLst>
              <a:ext uri="{FF2B5EF4-FFF2-40B4-BE49-F238E27FC236}">
                <a16:creationId xmlns:a16="http://schemas.microsoft.com/office/drawing/2014/main" id="{854C139D-5D17-4D1A-87BD-07B345E2E51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81001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073E091-2A74-4D4D-8C42-D39E8FD65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DB984E3-DACF-4D7C-B5E4-08F21BF138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73427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4 Acquisi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31B51-29F3-4C51-AE6C-41E7796F9933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2" name="Picture Placeholder 11" descr="Image placeholder for client logo">
            <a:extLst>
              <a:ext uri="{FF2B5EF4-FFF2-40B4-BE49-F238E27FC236}">
                <a16:creationId xmlns:a16="http://schemas.microsoft.com/office/drawing/2014/main" id="{75547ED6-CAEB-47AC-A74D-49C552BD6F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58417" y="771526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9" name="Logo_BL" descr="Accenture logo in black and purple">
            <a:extLst>
              <a:ext uri="{FF2B5EF4-FFF2-40B4-BE49-F238E27FC236}">
                <a16:creationId xmlns:a16="http://schemas.microsoft.com/office/drawing/2014/main" id="{1C5BF709-3623-4620-9FF0-B8F8076A8BE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147183" y="5815542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C7B64CB8-485B-4A84-AF6D-C9EF295514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74AE1E9A-205A-4C25-A6CD-8452DDD299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272428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5 Acquisi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733891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4734391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4979668"/>
            <a:ext cx="4114799" cy="548640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31B51-29F3-4C51-AE6C-41E7796F9933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2" name="Picture Placeholder 11" descr="Image placeholder for client logo">
            <a:extLst>
              <a:ext uri="{FF2B5EF4-FFF2-40B4-BE49-F238E27FC236}">
                <a16:creationId xmlns:a16="http://schemas.microsoft.com/office/drawing/2014/main" id="{75547ED6-CAEB-47AC-A74D-49C552BD6F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58417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9" name="Logo_BL" descr="Accenture logo in black and purple">
            <a:extLst>
              <a:ext uri="{FF2B5EF4-FFF2-40B4-BE49-F238E27FC236}">
                <a16:creationId xmlns:a16="http://schemas.microsoft.com/office/drawing/2014/main" id="{8D3E8DD1-C700-46AC-AA94-9072B0F3175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49093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799A1684-BC33-4579-B840-616EB6D11E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A5AD5E73-6E1C-44F8-9F73-9F3D4F6DF7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32801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6 Acquisition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38B557E5-FD3E-49D7-8F2D-F2CFBA8CA1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384048"/>
            <a:ext cx="5715000" cy="247802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434840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Picture Placeholder 11" descr="Image placeholder for client logo">
            <a:extLst>
              <a:ext uri="{FF2B5EF4-FFF2-40B4-BE49-F238E27FC236}">
                <a16:creationId xmlns:a16="http://schemas.microsoft.com/office/drawing/2014/main" id="{FFB79963-9269-41F8-B968-34FCB68C87F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926766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10" name="Logo_BL" descr="Accenture logo in black and purple">
            <a:extLst>
              <a:ext uri="{FF2B5EF4-FFF2-40B4-BE49-F238E27FC236}">
                <a16:creationId xmlns:a16="http://schemas.microsoft.com/office/drawing/2014/main" id="{854C139D-5D17-4D1A-87BD-07B345E2E51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81001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073E091-2A74-4D4D-8C42-D39E8FD65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DB984E3-DACF-4D7C-B5E4-08F21BF138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687416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7 Acquisition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715308A-2B7A-4485-A51C-F3F23FC4264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pic>
        <p:nvPicPr>
          <p:cNvPr id="5" name="Graphic 4" descr="Accenture Greater Than symbol in purple">
            <a:extLst>
              <a:ext uri="{FF2B5EF4-FFF2-40B4-BE49-F238E27FC236}">
                <a16:creationId xmlns:a16="http://schemas.microsoft.com/office/drawing/2014/main" id="{8DD1DFCC-5489-470C-84F4-93032F0960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636" y="382725"/>
            <a:ext cx="641502" cy="704088"/>
          </a:xfrm>
          <a:prstGeom prst="rect">
            <a:avLst/>
          </a:prstGeom>
        </p:spPr>
      </p:pic>
      <p:sp>
        <p:nvSpPr>
          <p:cNvPr id="13" name="Picture Placeholder 11" descr="Image placeholder for client logo">
            <a:extLst>
              <a:ext uri="{FF2B5EF4-FFF2-40B4-BE49-F238E27FC236}">
                <a16:creationId xmlns:a16="http://schemas.microsoft.com/office/drawing/2014/main" id="{05B9195C-3F7A-4A18-80FA-FB81E2ECDE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001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5020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 with Image - Gradient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ccenture Gradient Dark">
            <a:extLst>
              <a:ext uri="{FF2B5EF4-FFF2-40B4-BE49-F238E27FC236}">
                <a16:creationId xmlns:a16="http://schemas.microsoft.com/office/drawing/2014/main" id="{86F62995-A1F7-47A0-AD35-CBADA972398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8"/>
          <a:stretch/>
        </p:blipFill>
        <p:spPr bwMode="invGray"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961CA96-71E3-F941-B41E-52928AB911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47421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B2379EA-B598-42DD-B03E-5C4FC1D468F3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B0387B-1E9C-4EB7-9BA3-83AB796E35C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s-ES"/>
              <a:t>Copyright © 2020 Accenture. All rights reserved.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BB825C-3912-400B-A9ED-F17A355964B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13462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 with Image - Gradient Co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ccenture Gradient Mid&#10;">
            <a:extLst>
              <a:ext uri="{FF2B5EF4-FFF2-40B4-BE49-F238E27FC236}">
                <a16:creationId xmlns:a16="http://schemas.microsoft.com/office/drawing/2014/main" id="{D34847E9-71CB-4177-8BB3-C4EDB8A3E2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88312-3597-964E-9B24-8371E2C856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70180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EC3F0890-0DED-4AD1-9A02-BD56F8554B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4" name="GTS_WH" descr="Accenture Greater Than symbol in white">
            <a:extLst>
              <a:ext uri="{FF2B5EF4-FFF2-40B4-BE49-F238E27FC236}">
                <a16:creationId xmlns:a16="http://schemas.microsoft.com/office/drawing/2014/main" id="{3FC0722F-C643-4988-96E8-F00519CB3A00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69A96-ECEE-46C8-AC65-A99027BA920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22112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 - Numbered, Gradient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ccenture Gradient Mid">
            <a:extLst>
              <a:ext uri="{FF2B5EF4-FFF2-40B4-BE49-F238E27FC236}">
                <a16:creationId xmlns:a16="http://schemas.microsoft.com/office/drawing/2014/main" id="{CB16898D-3DD4-439C-B43F-558C1FDD364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342899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4015D5F-F315-4E58-856E-56BC8490AECE}"/>
              </a:ext>
            </a:extLst>
          </p:cNvPr>
          <p:cNvSpPr/>
          <p:nvPr/>
        </p:nvSpPr>
        <p:spPr bwMode="white">
          <a:xfrm>
            <a:off x="0" y="3428999"/>
            <a:ext cx="12192000" cy="3429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3889828"/>
            <a:ext cx="6186713" cy="2422072"/>
          </a:xfr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3E56B88-63DE-42F5-AE08-5F9069ED683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143001" y="835805"/>
            <a:ext cx="6186712" cy="219448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noFill/>
                </a:ln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#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CC28DDD-91C9-FB49-B057-796687C8B0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55427" y="3889827"/>
            <a:ext cx="2993573" cy="242207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C230B8D6-1525-4D29-A117-F22A9C16F0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6" name="GTS_WH" descr="Accenture Greater Than symbol in white">
            <a:extLst>
              <a:ext uri="{FF2B5EF4-FFF2-40B4-BE49-F238E27FC236}">
                <a16:creationId xmlns:a16="http://schemas.microsoft.com/office/drawing/2014/main" id="{C5173724-68B6-47CD-B850-71B1407EEAA1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4ADF7-CE17-4A46-8A63-A366F9BB14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330819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2182000"/>
            <a:ext cx="3267012" cy="269933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0" indent="0">
              <a:buNone/>
              <a:defRPr sz="1800"/>
            </a:lvl2pPr>
            <a:lvl3pPr marL="228600">
              <a:buFont typeface="Graphik" panose="020B0604020202020204" pitchFamily="34" charset="0"/>
              <a:buChar char="•"/>
              <a:defRPr sz="1800"/>
            </a:lvl3pPr>
            <a:lvl4pPr marL="457200">
              <a:buFont typeface="Graphik"/>
              <a:buChar char="–"/>
              <a:defRPr sz="1600"/>
            </a:lvl4pPr>
            <a:lvl5pPr marL="685800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Place agenda summary here </a:t>
            </a:r>
            <a:r>
              <a:rPr lang="en-GB"/>
              <a:t>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2" y="1371601"/>
            <a:ext cx="3267011" cy="810399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1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1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1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1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1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1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1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1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2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2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2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2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2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2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2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2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</a:extLst>
          </p:cNvPr>
          <p:cNvCxnSpPr/>
          <p:nvPr/>
        </p:nvCxnSpPr>
        <p:spPr>
          <a:xfrm>
            <a:off x="4045241" y="1371600"/>
            <a:ext cx="0" cy="4719487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 Placeholder 17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59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59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8" name="Text Placeholder 17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59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9" name="Text Placeholder 17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59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0" name="Text Placeholder 17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59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1" name="Text Placeholder 17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59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2" name="Text Placeholder 17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59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3" name="Text Placeholder 17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59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7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0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5" name="Text Placeholder 17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0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6" name="Text Placeholder 17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0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7" name="Text Placeholder 17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0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8" name="Text Placeholder 1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0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9" name="Text Placeholder 17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0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0" name="Text Placeholder 17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0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1" name="Text Placeholder 17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0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1BE3C-F523-44EE-B6D4-7175CE08E157}"/>
              </a:ext>
            </a:extLst>
          </p:cNvPr>
          <p:cNvSpPr>
            <a:spLocks noGrp="1"/>
          </p:cNvSpPr>
          <p:nvPr>
            <p:ph type="ftr" sz="quarter" idx="56"/>
          </p:nvPr>
        </p:nvSpPr>
        <p:spPr/>
        <p:txBody>
          <a:bodyPr/>
          <a:lstStyle/>
          <a:p>
            <a:r>
              <a:rPr lang="es-ES"/>
              <a:t>Copyright © 2020 Accenture. All rights reserved.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796CD18-ADDA-4A64-BDD0-F5A8D01FDD49}"/>
              </a:ext>
            </a:extLst>
          </p:cNvPr>
          <p:cNvSpPr>
            <a:spLocks noGrp="1"/>
          </p:cNvSpPr>
          <p:nvPr>
            <p:ph type="sldNum" sz="quarter" idx="57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76229544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6DB689C-7DB3-4046-A1BF-E63F8EF784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87C97B1E-CB9E-4CBC-A6F1-1D4F2E4ECB3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0"/>
            <a:ext cx="11430000" cy="4940300"/>
          </a:xfrm>
        </p:spPr>
        <p:txBody>
          <a:bodyPr/>
          <a:lstStyle>
            <a:lvl1pPr marL="228600" indent="-228600">
              <a:buFont typeface="Graphik" panose="020B0604020202020204" pitchFamily="34" charset="0"/>
              <a:buChar char="•"/>
              <a:defRPr/>
            </a:lvl1pPr>
            <a:lvl2pPr marL="457200">
              <a:defRPr/>
            </a:lvl2pPr>
            <a:lvl3pPr marL="685800">
              <a:defRPr/>
            </a:lvl3pPr>
            <a:lvl4pPr marL="914400">
              <a:defRPr/>
            </a:lvl4pPr>
            <a:lvl5pPr marL="1143000">
              <a:defRPr/>
            </a:lvl5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E4E1CDE7-C850-4F14-8D26-8BD1EE3D6D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BEF25E-6F09-4B47-806E-462D7622D1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67828348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Headline and 1 Column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6D4EA4B-84F0-4EB3-B6B4-6EAB903D2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6DFCE48E-1DF3-48D6-BD43-BA3B9CE95A0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1"/>
            <a:ext cx="11430000" cy="4940300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3646097A-7916-4EBE-A526-09FCBD84F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5EFDEB3F-4743-43EA-A121-ED3CB6054C7F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E8CB08-3B2A-44E5-8975-B69F3969CD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834854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A49B96C-8E74-4C8B-BDE4-9B82801CA0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949194"/>
            <a:ext cx="11430000" cy="4362706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6E1154F-E5DD-468F-85D1-17FC4F4386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699EEA-1839-42AE-A096-1905CABA2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87256100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931">
          <p15:clr>
            <a:srgbClr val="547EBF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s 2 - Headline + GT Sect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3004457"/>
            <a:ext cx="5524500" cy="286599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/>
            </a:lvl2pPr>
            <a:lvl3pPr marL="457200">
              <a:buFont typeface="Graphik" panose="020B0503030202060203" pitchFamily="34" charset="0"/>
              <a:buChar char="–"/>
              <a:defRPr sz="1800"/>
            </a:lvl3pPr>
            <a:lvl4pPr marL="685800">
              <a:buFont typeface="Graphik" panose="020B0604020202020204" pitchFamily="34" charset="0"/>
              <a:buChar char="•"/>
              <a:defRPr sz="1600"/>
            </a:lvl4pPr>
            <a:lvl5pPr marL="914400">
              <a:buFont typeface="Graphik" panose="020B0503030202060203" pitchFamily="34" charset="0"/>
              <a:buChar char="–"/>
              <a:defRPr sz="1600"/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GT Sectra Fine </a:t>
            </a:r>
            <a:r>
              <a:rPr lang="en-GB" err="1"/>
              <a:t>Rg</a:t>
            </a:r>
            <a:r>
              <a:rPr lang="en-GB"/>
              <a:t> 24pt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CC1513EB-EC9B-9B42-BA12-BC659505A76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6499" y="1371601"/>
            <a:ext cx="5524500" cy="450242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Place text here 20pt</a:t>
            </a:r>
          </a:p>
          <a:p>
            <a:pPr lvl="1"/>
            <a:r>
              <a:rPr lang="en-US"/>
              <a:t>Second level 20pt</a:t>
            </a:r>
          </a:p>
          <a:p>
            <a:pPr lvl="2"/>
            <a:r>
              <a:rPr lang="en-US"/>
              <a:t>Third level 20pt</a:t>
            </a:r>
          </a:p>
          <a:p>
            <a:pPr lvl="3"/>
            <a:r>
              <a:rPr lang="en-US"/>
              <a:t>Fourth level 18pt</a:t>
            </a:r>
          </a:p>
          <a:p>
            <a:pPr lvl="4"/>
            <a:r>
              <a:rPr lang="en-US"/>
              <a:t>Fifth level 18pt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1371601"/>
            <a:ext cx="5524499" cy="1632856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A51E00B-3AD2-4131-A1AF-2681835517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5BAA4F-3169-4083-866F-71669DE395C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64505260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20">
          <p15:clr>
            <a:srgbClr val="C35EA4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987552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BB8772-B000-40EC-8AE7-3AA41499E64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726252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363034-F9EC-4A95-91E0-2E801974931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46318394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 and 2 Headings/Co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DE1E44A-D007-46D2-9E20-283025607FF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286499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A5F1A8-92F0-48CE-B27D-E2B7EE762F1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281415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8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1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318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318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 12pt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318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 12pt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974BDB1-DA1D-43EC-81BC-66135DB7B8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FE860E3B-7BAE-4917-8F29-26AFBD0E72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7D7C41-6360-43FF-A192-982014655EF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680215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2571749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2571749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33337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33337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28650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8650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973701C-90E3-449B-A44A-0C66B0945601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92392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6CB018D-34A3-4417-AE76-9BB3793F0332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92392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381000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0F6CE73-9C88-264F-A7F2-A3D2B2D1938B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33337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5F289FE6-F2A2-784D-9D31-047C10F04CDF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6286500" y="3145138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A079B5C1-1D0F-8F40-A376-4AE3B49D1B5A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>
          <a:xfrm>
            <a:off x="92392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3" name="Footer Placeholder 3">
            <a:extLst>
              <a:ext uri="{FF2B5EF4-FFF2-40B4-BE49-F238E27FC236}">
                <a16:creationId xmlns:a16="http://schemas.microsoft.com/office/drawing/2014/main" id="{83000718-AD47-4F1E-8F71-56356C9406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01BF3E00-F066-4583-A5B1-87DD19666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5650FA89-A64B-4802-B6DF-D1844A8430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5B1DD8-C71C-4D65-A58A-0A9A86DCED84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68256720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698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5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79882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377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C854DFB-B17D-45CF-98C3-3882DBE2C3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898899"/>
            <a:ext cx="1985504" cy="1971541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C5D125FD-0D25-4E65-82F5-4E18FE84E47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3943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5B124AA5-6419-4552-97B5-242DA08BE7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0145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A378CD97-B880-4BCB-AD71-A7C1C1C848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6347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2CB6C29-05E0-4B43-A2EB-22FEB969E56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25496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3EDE11-CE40-4943-AE63-A3B14CB3C037}"/>
              </a:ext>
            </a:extLst>
          </p:cNvPr>
          <p:cNvCxnSpPr>
            <a:cxnSpLocks/>
          </p:cNvCxnSpPr>
          <p:nvPr/>
        </p:nvCxnSpPr>
        <p:spPr>
          <a:xfrm>
            <a:off x="114156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67ED40C-58DA-45F1-8E80-6A74976C6E1E}"/>
              </a:ext>
            </a:extLst>
          </p:cNvPr>
          <p:cNvCxnSpPr/>
          <p:nvPr/>
        </p:nvCxnSpPr>
        <p:spPr>
          <a:xfrm>
            <a:off x="350358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91A22B2-C08A-41DA-ACB1-5B59B4CDA8DE}"/>
              </a:ext>
            </a:extLst>
          </p:cNvPr>
          <p:cNvCxnSpPr/>
          <p:nvPr/>
        </p:nvCxnSpPr>
        <p:spPr>
          <a:xfrm>
            <a:off x="586560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7D3E374-86AB-4A80-81AD-B09F07C51B80}"/>
              </a:ext>
            </a:extLst>
          </p:cNvPr>
          <p:cNvCxnSpPr/>
          <p:nvPr/>
        </p:nvCxnSpPr>
        <p:spPr>
          <a:xfrm>
            <a:off x="822762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3A5244A-D0CA-43CB-A0DB-296A219EDC9D}"/>
              </a:ext>
            </a:extLst>
          </p:cNvPr>
          <p:cNvCxnSpPr>
            <a:cxnSpLocks/>
          </p:cNvCxnSpPr>
          <p:nvPr/>
        </p:nvCxnSpPr>
        <p:spPr>
          <a:xfrm>
            <a:off x="10589648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07579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0" name="Picture Placeholder 13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43781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9983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161852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3" name="Footer Placeholder 3">
            <a:extLst>
              <a:ext uri="{FF2B5EF4-FFF2-40B4-BE49-F238E27FC236}">
                <a16:creationId xmlns:a16="http://schemas.microsoft.com/office/drawing/2014/main" id="{57676F53-2AF5-4F44-9119-3C3347D1DA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B8D97977-AAE6-4533-93CA-ADE704E9F4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D3E087-C0E5-4045-83EC-D0F38053E0B8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8780762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Team 4-Box Sha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4655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Font typeface="Graphik" panose="020B0604020202020204" pitchFamily="34" charset="0"/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817351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480047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142743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54653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solidFill>
                  <a:schemeClr val="accent2"/>
                </a:solidFill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17350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80047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42742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9310CF55-0D9B-41F8-8D1E-8BA74BC232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481D5-3713-4165-990F-CD2E7B955A03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18931921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Team 6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lIns="91440" tIns="0"/>
          <a:lstStyle>
            <a:lvl1pPr marL="0" indent="0">
              <a:buNone/>
              <a:defRPr sz="1800" b="0"/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BEB5A56-DED2-134F-B0DE-11936982FF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923321BD-6745-7944-910F-B8C8E4AC31D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2A6C4DC7-1806-A74D-B434-61FF385F82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053D7F26-6DC1-034C-B572-B4BFE718C79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E075A489-B7B7-CE40-B061-D8A36AFCC8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FF2BF483-5EDC-9242-AD58-57E84F538C8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D665DCA-734C-4077-92CB-D7A9FCD67D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3D474A-8A06-4078-BEBB-EBDCDD30231B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27" name="Picture Placeholder 4">
            <a:extLst>
              <a:ext uri="{FF2B5EF4-FFF2-40B4-BE49-F238E27FC236}">
                <a16:creationId xmlns:a16="http://schemas.microsoft.com/office/drawing/2014/main" id="{9FEF6117-B6D9-4841-8EFA-DF78BCFA9C0B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77415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90B0A6BB-BC70-4436-B334-35CF914D177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EA23CA56-3568-4982-84E5-176DE32541C2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7E019EA7-B58E-4B17-A663-2E8CCD701589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9A57066F-5BF5-43F7-A9DA-1788B5511DA7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5" name="Picture Placeholder 4">
            <a:extLst>
              <a:ext uri="{FF2B5EF4-FFF2-40B4-BE49-F238E27FC236}">
                <a16:creationId xmlns:a16="http://schemas.microsoft.com/office/drawing/2014/main" id="{EA5F90EC-FB85-4041-85C1-409768D3A0C0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00825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Headline-Team 6-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lIns="91440"/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2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2" name="Text Placeholder 21">
            <a:extLst>
              <a:ext uri="{FF2B5EF4-FFF2-40B4-BE49-F238E27FC236}">
                <a16:creationId xmlns:a16="http://schemas.microsoft.com/office/drawing/2014/main" id="{6DA3268F-5CC4-7E4D-879D-3A3F1FBF6B5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3" name="Text Placeholder 21">
            <a:extLst>
              <a:ext uri="{FF2B5EF4-FFF2-40B4-BE49-F238E27FC236}">
                <a16:creationId xmlns:a16="http://schemas.microsoft.com/office/drawing/2014/main" id="{855592D2-902A-1146-B433-6648BEC8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4389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9" name="Footer Placeholder 3">
            <a:extLst>
              <a:ext uri="{FF2B5EF4-FFF2-40B4-BE49-F238E27FC236}">
                <a16:creationId xmlns:a16="http://schemas.microsoft.com/office/drawing/2014/main" id="{F748F9AD-5F56-42EC-9922-780EBA4436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2" name="GTS_WH" descr="Accenture Greater Than symbol in white">
            <a:extLst>
              <a:ext uri="{FF2B5EF4-FFF2-40B4-BE49-F238E27FC236}">
                <a16:creationId xmlns:a16="http://schemas.microsoft.com/office/drawing/2014/main" id="{B49891DC-D80E-4D1B-961E-1B567E0E453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8FB076-B311-496F-8C11-2C54B06FBB3D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28" name="Picture Placeholder 4">
            <a:extLst>
              <a:ext uri="{FF2B5EF4-FFF2-40B4-BE49-F238E27FC236}">
                <a16:creationId xmlns:a16="http://schemas.microsoft.com/office/drawing/2014/main" id="{199DF3DD-2E34-4D79-8E11-12CE813E73FA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8100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5" name="Picture Placeholder 4">
            <a:extLst>
              <a:ext uri="{FF2B5EF4-FFF2-40B4-BE49-F238E27FC236}">
                <a16:creationId xmlns:a16="http://schemas.microsoft.com/office/drawing/2014/main" id="{6FCD1A94-A214-4264-842C-B5DA710C1F3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895C1CB4-E517-4380-8170-E8C0CA787FBA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6AFBE91E-BB56-4FAF-ADEB-859CA86F829F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15D78B8A-7ECF-44EE-A95F-FBD072A68894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F2F64C30-F694-4DC6-AAED-5ECA99ECCF51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1876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Team 8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81000" y="1295233"/>
            <a:ext cx="3540355" cy="501666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Place text here, use indent to access other levels 20pt</a:t>
            </a:r>
          </a:p>
          <a:p>
            <a:pPr lvl="1"/>
            <a:r>
              <a:rPr lang="en-GB"/>
              <a:t>Second level 20pt</a:t>
            </a:r>
          </a:p>
          <a:p>
            <a:pPr lvl="2"/>
            <a:r>
              <a:rPr lang="en-GB"/>
              <a:t>Third level 20pt</a:t>
            </a:r>
          </a:p>
          <a:p>
            <a:pPr lvl="3"/>
            <a:r>
              <a:rPr lang="en-GB"/>
              <a:t>Fourth level 18pt</a:t>
            </a:r>
          </a:p>
          <a:p>
            <a:pPr lvl="4"/>
            <a:r>
              <a:rPr lang="en-GB"/>
              <a:t>Fifth level 18pt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5" name="Picture Placeholder 13">
            <a:extLst>
              <a:ext uri="{FF2B5EF4-FFF2-40B4-BE49-F238E27FC236}">
                <a16:creationId xmlns:a16="http://schemas.microsoft.com/office/drawing/2014/main" id="{CD7EAAF9-7102-4351-9F35-C40B3F3819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25820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CC40CB3D-DFEA-4056-B2DA-887E7C86324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98231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BABECB-6F2D-4068-AEE6-A603DAA72EF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43053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914A31DD-59CB-48C9-9C28-954E6B85C62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70642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57" name="Text Placeholder 21">
            <a:extLst>
              <a:ext uri="{FF2B5EF4-FFF2-40B4-BE49-F238E27FC236}">
                <a16:creationId xmlns:a16="http://schemas.microsoft.com/office/drawing/2014/main" id="{224BCF40-5B7A-4471-B077-3EEE956ADC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5822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8" name="Text Placeholder 21">
            <a:extLst>
              <a:ext uri="{FF2B5EF4-FFF2-40B4-BE49-F238E27FC236}">
                <a16:creationId xmlns:a16="http://schemas.microsoft.com/office/drawing/2014/main" id="{68E899C2-D12C-4214-88A5-B7A6E1BCDC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98233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9" name="Text Placeholder 21">
            <a:extLst>
              <a:ext uri="{FF2B5EF4-FFF2-40B4-BE49-F238E27FC236}">
                <a16:creationId xmlns:a16="http://schemas.microsoft.com/office/drawing/2014/main" id="{66A0D763-27FE-421C-A5D9-19A08FC2D8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70644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78" name="Text Placeholder 21">
            <a:extLst>
              <a:ext uri="{FF2B5EF4-FFF2-40B4-BE49-F238E27FC236}">
                <a16:creationId xmlns:a16="http://schemas.microsoft.com/office/drawing/2014/main" id="{43E52046-A5DE-47E3-A9A3-ADD4F6DB823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43055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BA696AEF-3D6B-2E4A-853E-8A8760E58D09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4325822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3" name="Picture Placeholder 13">
            <a:extLst>
              <a:ext uri="{FF2B5EF4-FFF2-40B4-BE49-F238E27FC236}">
                <a16:creationId xmlns:a16="http://schemas.microsoft.com/office/drawing/2014/main" id="{05B98E7F-7333-A04B-94D4-281325401EF4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629823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4" name="Picture Placeholder 13">
            <a:extLst>
              <a:ext uri="{FF2B5EF4-FFF2-40B4-BE49-F238E27FC236}">
                <a16:creationId xmlns:a16="http://schemas.microsoft.com/office/drawing/2014/main" id="{B99C455B-37CC-4E44-8046-56AF81C1636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1024305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5" name="Picture Placeholder 13">
            <a:extLst>
              <a:ext uri="{FF2B5EF4-FFF2-40B4-BE49-F238E27FC236}">
                <a16:creationId xmlns:a16="http://schemas.microsoft.com/office/drawing/2014/main" id="{AAA6B0A5-6A50-1640-8F39-F8AC766655FE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8270644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0" name="Text Placeholder 21">
            <a:extLst>
              <a:ext uri="{FF2B5EF4-FFF2-40B4-BE49-F238E27FC236}">
                <a16:creationId xmlns:a16="http://schemas.microsoft.com/office/drawing/2014/main" id="{CDFBCAAC-9CA0-5A4E-8684-A49AAB0BA65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325822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1" name="Text Placeholder 21">
            <a:extLst>
              <a:ext uri="{FF2B5EF4-FFF2-40B4-BE49-F238E27FC236}">
                <a16:creationId xmlns:a16="http://schemas.microsoft.com/office/drawing/2014/main" id="{0C025F6B-BD75-0A4C-87E1-147D69F7C5B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98233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2" name="Text Placeholder 21">
            <a:extLst>
              <a:ext uri="{FF2B5EF4-FFF2-40B4-BE49-F238E27FC236}">
                <a16:creationId xmlns:a16="http://schemas.microsoft.com/office/drawing/2014/main" id="{A9CB5A73-2496-3841-A61A-1965B0A6AD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270644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3" name="Text Placeholder 21">
            <a:extLst>
              <a:ext uri="{FF2B5EF4-FFF2-40B4-BE49-F238E27FC236}">
                <a16:creationId xmlns:a16="http://schemas.microsoft.com/office/drawing/2014/main" id="{886F547A-67CA-C749-B9EA-AA1142C3154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243055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0" name="Footer Placeholder 3">
            <a:extLst>
              <a:ext uri="{FF2B5EF4-FFF2-40B4-BE49-F238E27FC236}">
                <a16:creationId xmlns:a16="http://schemas.microsoft.com/office/drawing/2014/main" id="{A671D4FB-2F86-4AF3-89D0-D61D543789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1014D8-C563-4003-8EBC-A9F6EE68BA63}"/>
              </a:ext>
            </a:extLst>
          </p:cNvPr>
          <p:cNvSpPr>
            <a:spLocks noGrp="1"/>
          </p:cNvSpPr>
          <p:nvPr>
            <p:ph type="sldNum" sz="quarter" idx="5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31" name="Picture Placeholder 4">
            <a:extLst>
              <a:ext uri="{FF2B5EF4-FFF2-40B4-BE49-F238E27FC236}">
                <a16:creationId xmlns:a16="http://schemas.microsoft.com/office/drawing/2014/main" id="{1559D4A6-A7D1-4EAE-87E5-EB8A4B73E546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4325822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564E037C-8888-4DE6-88C4-A629CBF5F3A9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6298233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1" name="Picture Placeholder 4">
            <a:extLst>
              <a:ext uri="{FF2B5EF4-FFF2-40B4-BE49-F238E27FC236}">
                <a16:creationId xmlns:a16="http://schemas.microsoft.com/office/drawing/2014/main" id="{1DD1D133-7281-4297-B58B-4683B9743A55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8270644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2" name="Picture Placeholder 4">
            <a:extLst>
              <a:ext uri="{FF2B5EF4-FFF2-40B4-BE49-F238E27FC236}">
                <a16:creationId xmlns:a16="http://schemas.microsoft.com/office/drawing/2014/main" id="{4D49677A-CABE-49CD-A2EE-9EC21E15DF23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10243055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3" name="Picture Placeholder 4">
            <a:extLst>
              <a:ext uri="{FF2B5EF4-FFF2-40B4-BE49-F238E27FC236}">
                <a16:creationId xmlns:a16="http://schemas.microsoft.com/office/drawing/2014/main" id="{E46B730A-2104-4381-A7F8-6A08201D7F97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4325822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0" name="Picture Placeholder 4">
            <a:extLst>
              <a:ext uri="{FF2B5EF4-FFF2-40B4-BE49-F238E27FC236}">
                <a16:creationId xmlns:a16="http://schemas.microsoft.com/office/drawing/2014/main" id="{15BD8921-64C2-47AC-9DE2-E4DFFCBF7C64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629823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1" name="Picture Placeholder 4">
            <a:extLst>
              <a:ext uri="{FF2B5EF4-FFF2-40B4-BE49-F238E27FC236}">
                <a16:creationId xmlns:a16="http://schemas.microsoft.com/office/drawing/2014/main" id="{3EF9A07C-1758-4B3E-A1CD-67412E56BBFE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8270644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2" name="Picture Placeholder 4">
            <a:extLst>
              <a:ext uri="{FF2B5EF4-FFF2-40B4-BE49-F238E27FC236}">
                <a16:creationId xmlns:a16="http://schemas.microsoft.com/office/drawing/2014/main" id="{25D8A2F3-A845-4271-8B71-45408EF9F6C1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1024305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7504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hort Headline and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1"/>
            <a:ext cx="6096000" cy="6857999"/>
          </a:xfr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raphik" panose="020B0604020202020204" pitchFamily="34" charset="0"/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Drag picture to placeholder or click icon to add, then ‘Send to Back’</a:t>
            </a: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BB929FF-38D9-4792-A56F-C1810627FF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6067A3-9F0D-44FB-B267-D94DE70856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AF384B1D-1AA1-4DD2-A317-08008594FF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3267634"/>
            <a:ext cx="5330952" cy="3044265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/>
            </a:lvl2pPr>
            <a:lvl3pPr marL="457200">
              <a:buFont typeface="Graphik" panose="020B0503030202060203" pitchFamily="34" charset="0"/>
              <a:buChar char="–"/>
              <a:defRPr sz="1800"/>
            </a:lvl3pPr>
            <a:lvl4pPr marL="685800">
              <a:buFont typeface="Graphik" panose="020B0604020202020204" pitchFamily="34" charset="0"/>
              <a:buChar char="•"/>
              <a:defRPr sz="1600"/>
            </a:lvl4pPr>
            <a:lvl5pPr marL="914400">
              <a:buFont typeface="Graphik" panose="020B0503030202060203" pitchFamily="34" charset="0"/>
              <a:buChar char="–"/>
              <a:defRPr sz="1600"/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GT Sectra Fine </a:t>
            </a:r>
            <a:r>
              <a:rPr lang="en-GB" err="1"/>
              <a:t>Rg</a:t>
            </a:r>
            <a:r>
              <a:rPr lang="en-GB"/>
              <a:t> 24pt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A2778-1AEF-4134-970E-9AB430A5206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6394938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hort Headline and Imag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6096024" cy="6309361"/>
          </a:xfrm>
          <a:solidFill>
            <a:schemeClr val="tx1">
              <a:lumMod val="95000"/>
            </a:schemeClr>
          </a:solidFill>
        </p:spPr>
        <p:txBody>
          <a:bodyPr lIns="0" tIns="210312" anchor="t"/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/>
        </p:nvSpPr>
        <p:spPr bwMode="white">
          <a:xfrm>
            <a:off x="0" y="6309360"/>
            <a:ext cx="12192000" cy="5486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3B30F4D9-6AB9-4693-B1C3-C7BE8D81EC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6999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E567C369-8A33-4851-8646-E53D6E8D8C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C42B8317-AACA-4DC7-AD68-8986DF6299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80047" y="3264586"/>
            <a:ext cx="5330952" cy="3047313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2pPr>
            <a:lvl3pPr marL="457200">
              <a:buFont typeface="Graphik" panose="020B0503030202060203" pitchFamily="34" charset="0"/>
              <a:buChar char="–"/>
              <a:defRPr sz="1800">
                <a:solidFill>
                  <a:schemeClr val="tx1"/>
                </a:solidFill>
              </a:defRPr>
            </a:lvl3pPr>
            <a:lvl4pPr marL="685800">
              <a:buFont typeface="Graphik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914400">
              <a:buFont typeface="Graphik" panose="020B0503030202060203" pitchFamily="34" charset="0"/>
              <a:buChar char="–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Place sub-headline here in GT Sectra Fine </a:t>
            </a:r>
            <a:r>
              <a:rPr lang="en-GB" err="1"/>
              <a:t>Rg</a:t>
            </a:r>
            <a:r>
              <a:rPr lang="en-GB"/>
              <a:t> 24pt, indent for other levels</a:t>
            </a:r>
            <a:endParaRPr lang="en-US"/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12" name="GTS_WH" descr="Accenture Greater Than symbol in white">
            <a:extLst>
              <a:ext uri="{FF2B5EF4-FFF2-40B4-BE49-F238E27FC236}">
                <a16:creationId xmlns:a16="http://schemas.microsoft.com/office/drawing/2014/main" id="{9742AFA2-2F86-4FC9-AB33-FE5A8DC3B4C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F1D8E5-ED70-409D-A4B1-635A02DFE5A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568227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19">
            <a:extLst>
              <a:ext uri="{FF2B5EF4-FFF2-40B4-BE49-F238E27FC236}">
                <a16:creationId xmlns:a16="http://schemas.microsoft.com/office/drawing/2014/main" id="{9128CE8F-D41A-47B9-921B-C6C1790F8F2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26839" y="943234"/>
            <a:ext cx="4191000" cy="49768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 54pt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D868995-C37B-451B-AE1C-89DE71F21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A06E6C-6576-4BA5-948F-BD9FE24FA05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736104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+ image (alternativ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 54pt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D868995-C37B-451B-AE1C-89DE71F21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217B10-543D-46E3-A5E7-CA1C578F6F6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372655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istics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FF1C6BE-E6FE-4BD6-8477-A09403EEE56E}"/>
              </a:ext>
            </a:extLst>
          </p:cNvPr>
          <p:cNvSpPr/>
          <p:nvPr/>
        </p:nvSpPr>
        <p:spPr bwMode="white">
          <a:xfrm>
            <a:off x="-10" y="-3"/>
            <a:ext cx="6096008" cy="6311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2" name="Text Placeholder 32">
            <a:extLst>
              <a:ext uri="{FF2B5EF4-FFF2-40B4-BE49-F238E27FC236}">
                <a16:creationId xmlns:a16="http://schemas.microsoft.com/office/drawing/2014/main" id="{AC315915-FC9E-0942-980E-6C0E99FEA8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0986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311900"/>
          </a:xfrm>
          <a:solidFill>
            <a:schemeClr val="bg1">
              <a:lumMod val="95000"/>
            </a:schemeClr>
          </a:solidFill>
        </p:spPr>
        <p:txBody>
          <a:bodyPr tIns="45720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D7539E0-EC97-4984-8CDD-85CC949BB7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</a:extLst>
          </p:cNvPr>
          <p:cNvCxnSpPr>
            <a:cxnSpLocks/>
          </p:cNvCxnSpPr>
          <p:nvPr/>
        </p:nvCxnSpPr>
        <p:spPr>
          <a:xfrm>
            <a:off x="0" y="3155950"/>
            <a:ext cx="6096008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2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001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2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</a:extLst>
          </p:cNvPr>
          <p:cNvCxnSpPr>
            <a:cxnSpLocks/>
          </p:cNvCxnSpPr>
          <p:nvPr/>
        </p:nvCxnSpPr>
        <p:spPr>
          <a:xfrm>
            <a:off x="3047998" y="-2"/>
            <a:ext cx="0" cy="6311902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394EF33C-E010-4503-AC38-BB48E62572E9}"/>
              </a:ext>
            </a:extLst>
          </p:cNvPr>
          <p:cNvSpPr/>
          <p:nvPr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32">
            <a:extLst>
              <a:ext uri="{FF2B5EF4-FFF2-40B4-BE49-F238E27FC236}">
                <a16:creationId xmlns:a16="http://schemas.microsoft.com/office/drawing/2014/main" id="{15FC8104-48E6-B248-8FB6-974B5ABAE6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28992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27C860B3-C7A0-E840-9D83-305F7392029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0986" y="4646021"/>
            <a:ext cx="2285996" cy="1665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559DD1F-A98C-F14E-95DC-32EC947751E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2" y="4646020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1" name="Footer Placeholder 3">
            <a:extLst>
              <a:ext uri="{FF2B5EF4-FFF2-40B4-BE49-F238E27FC236}">
                <a16:creationId xmlns:a16="http://schemas.microsoft.com/office/drawing/2014/main" id="{3B3ABE64-A2B2-4267-83DE-C2D349057B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pic>
        <p:nvPicPr>
          <p:cNvPr id="19" name="Picture 18" descr="Accenture Greater Than symbol in white">
            <a:extLst>
              <a:ext uri="{FF2B5EF4-FFF2-40B4-BE49-F238E27FC236}">
                <a16:creationId xmlns:a16="http://schemas.microsoft.com/office/drawing/2014/main" id="{E8781F80-F3D9-42F9-B6EE-F6DC303E05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A306F6-3D4B-4153-AFB5-695424B80AC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044117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istics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</a:extLst>
          </p:cNvPr>
          <p:cNvSpPr/>
          <p:nvPr/>
        </p:nvSpPr>
        <p:spPr bwMode="white">
          <a:xfrm>
            <a:off x="9144056" y="3155948"/>
            <a:ext cx="3047944" cy="31559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</a:extLst>
          </p:cNvPr>
          <p:cNvSpPr/>
          <p:nvPr/>
        </p:nvSpPr>
        <p:spPr bwMode="white">
          <a:xfrm>
            <a:off x="3048000" y="3155948"/>
            <a:ext cx="3047968" cy="31559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76" y="-1"/>
            <a:ext cx="3048024" cy="3151189"/>
          </a:xfrm>
          <a:solidFill>
            <a:schemeClr val="bg1">
              <a:lumMod val="95000"/>
            </a:schemeClr>
          </a:solidFill>
        </p:spPr>
        <p:txBody>
          <a:bodyPr t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7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7" name="Text Placeholder 32">
            <a:extLst>
              <a:ext uri="{FF2B5EF4-FFF2-40B4-BE49-F238E27FC236}">
                <a16:creationId xmlns:a16="http://schemas.microsoft.com/office/drawing/2014/main" id="{705CC01D-6D66-4B27-8D0E-E2205E002C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25005" y="1490071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8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9" name="Text Placeholder 32">
            <a:extLst>
              <a:ext uri="{FF2B5EF4-FFF2-40B4-BE49-F238E27FC236}">
                <a16:creationId xmlns:a16="http://schemas.microsoft.com/office/drawing/2014/main" id="{D36C84D9-D180-4ECA-9C39-AB74A8A3E6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28986" y="4647836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6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1" name="Text Placeholder 32">
            <a:extLst>
              <a:ext uri="{FF2B5EF4-FFF2-40B4-BE49-F238E27FC236}">
                <a16:creationId xmlns:a16="http://schemas.microsoft.com/office/drawing/2014/main" id="{2ACA6616-E51D-4660-96C1-738E6693FA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76994" y="4647835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1" name="Picture Placeholder 35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155942"/>
            <a:ext cx="3048000" cy="3155958"/>
          </a:xfr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t">
            <a:noAutofit/>
          </a:bodyPr>
          <a:lstStyle>
            <a:lvl1pPr marL="0" indent="0" algn="ctr">
              <a:buNone/>
              <a:defRPr lang="en-US" sz="1400" dirty="0"/>
            </a:lvl1pPr>
          </a:lstStyle>
          <a:p>
            <a:pPr marL="228600" lvl="0" indent="-228600" algn="ctr"/>
            <a:r>
              <a:rPr lang="en-GB"/>
              <a:t>Drag picture to placeholder </a:t>
            </a:r>
          </a:p>
          <a:p>
            <a:pPr marL="228600" lvl="0" indent="-228600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24" name="Text Placeholder 26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1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7ADCD97-A8C0-487C-9E6C-6CD77C3BE0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24999" y="4647836"/>
            <a:ext cx="2285995" cy="1662794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2" name="Footer Placeholder 3">
            <a:extLst>
              <a:ext uri="{FF2B5EF4-FFF2-40B4-BE49-F238E27FC236}">
                <a16:creationId xmlns:a16="http://schemas.microsoft.com/office/drawing/2014/main" id="{272DDB3A-459D-40AA-A5E7-DDCDD2DEA3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pic>
        <p:nvPicPr>
          <p:cNvPr id="23" name="Picture 22" descr="Accenture Greater Than symbol in white">
            <a:extLst>
              <a:ext uri="{FF2B5EF4-FFF2-40B4-BE49-F238E27FC236}">
                <a16:creationId xmlns:a16="http://schemas.microsoft.com/office/drawing/2014/main" id="{78774BCE-242F-4FF9-9C01-D01B97743A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1B33BA-8B14-4BE4-8987-4DD490763486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B14DCF5-5ED0-4270-8AF9-09AB7E3D7E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0998"/>
            <a:ext cx="5330952" cy="2395728"/>
          </a:xfrm>
        </p:spPr>
        <p:txBody>
          <a:bodyPr anchor="ctr"/>
          <a:lstStyle/>
          <a:p>
            <a:r>
              <a:rPr lang="en-GB"/>
              <a:t>Place headline here 36pt, min 30pt)</a:t>
            </a:r>
          </a:p>
        </p:txBody>
      </p:sp>
    </p:spTree>
    <p:extLst>
      <p:ext uri="{BB962C8B-B14F-4D97-AF65-F5344CB8AC3E}">
        <p14:creationId xmlns:p14="http://schemas.microsoft.com/office/powerpoint/2010/main" val="5040778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ccenture Gradient Dark">
            <a:extLst>
              <a:ext uri="{FF2B5EF4-FFF2-40B4-BE49-F238E27FC236}">
                <a16:creationId xmlns:a16="http://schemas.microsoft.com/office/drawing/2014/main" id="{AB47B586-CFEE-4C32-8227-001B5A89C3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 54pt</a:t>
            </a: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310B6FD-F7E2-4120-A2CE-22852AAA9F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2FF57A0A-C5DD-42B6-8DD3-E5EA041C72D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1A683-09B8-4B7C-917B-D192D06BBA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622043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ey Message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 54pt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ECBE8-C9DE-46DF-9582-7DB75BEDF4F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Solid fill &gt; Change to Dark Purple (Accent 3), Mid Purple (Accent 2) or Core Purple (Accent 1)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8D9D8DCD-E7C3-4F1A-8A48-31319650AC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B0B0C095-6C73-4899-AD8E-8F75768CF51A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AFE70C-67B2-45BA-88F7-45C14692FC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548539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Bleed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5AD31DD4-2506-4E03-897C-F4C8C020F0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39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headline here 54pt</a:t>
            </a:r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2A2CFACC-0767-48E1-9FD9-763E5025E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7" name="GTS_WH" descr="Accenture Greater Than symbol in white">
            <a:extLst>
              <a:ext uri="{FF2B5EF4-FFF2-40B4-BE49-F238E27FC236}">
                <a16:creationId xmlns:a16="http://schemas.microsoft.com/office/drawing/2014/main" id="{AE479463-B4C9-4B9A-BE8B-62B5B9CF007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BAA91-4288-4230-8881-E1D51DEBF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10766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8546ADE-103C-4652-A344-9C0C8C49E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480EAEA1-D575-4107-8AFC-0CAE2D4FB3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0A237C-DB73-401B-BD5B-B8B9133233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54819979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D81D62B4-50F4-4143-BFCC-F5508365C8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7CFBA7-F1B1-4FF3-932C-7525FBDA5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4780009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6BF2C1-BAA9-4BAD-9934-C110D73032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030600-A2B3-4AAD-808D-56DA9B7733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206056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Icons Library Layout">
    <p:bg>
      <p:bgPr>
        <a:solidFill>
          <a:schemeClr val="tx2">
            <a:lumMod val="40000"/>
            <a:lumOff val="60000"/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ink">
            <a:hlinkClick r:id="" action="ppaction://noaction"/>
          </p:cNvPr>
          <p:cNvSpPr/>
          <p:nvPr/>
        </p:nvSpPr>
        <p:spPr>
          <a:xfrm>
            <a:off x="10882946" y="105450"/>
            <a:ext cx="1188720" cy="274320"/>
          </a:xfrm>
          <a:prstGeom prst="rect">
            <a:avLst/>
          </a:prstGeom>
          <a:solidFill>
            <a:schemeClr val="bg1">
              <a:alpha val="0"/>
            </a:schemeClr>
          </a:solidFill>
          <a:ln w="12700" cmpd="sng">
            <a:noFill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0">
                <a:solidFill>
                  <a:schemeClr val="tx2"/>
                </a:solidFill>
                <a:latin typeface="+mn-lt"/>
                <a:ea typeface="Roboto Medium" panose="02000000000000000000" pitchFamily="2" charset="0"/>
                <a:cs typeface="Arial" panose="020B0604020202020204" pitchFamily="34" charset="0"/>
              </a:rPr>
              <a:t>△ </a:t>
            </a:r>
            <a:r>
              <a:rPr lang="en-US" sz="1050" b="0" u="sng">
                <a:solidFill>
                  <a:schemeClr val="tx2"/>
                </a:solidFill>
                <a:latin typeface="+mn-lt"/>
                <a:ea typeface="Roboto Medium" panose="02000000000000000000" pitchFamily="2" charset="0"/>
                <a:cs typeface="Arial" panose="020B0604020202020204" pitchFamily="34" charset="0"/>
              </a:rPr>
              <a:t>Back to index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3635411" y="105450"/>
            <a:ext cx="6400800" cy="0"/>
          </a:xfrm>
          <a:prstGeom prst="line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3635411" y="379770"/>
            <a:ext cx="6400800" cy="0"/>
          </a:xfrm>
          <a:prstGeom prst="line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9"/>
          <p:cNvSpPr txBox="1">
            <a:spLocks/>
          </p:cNvSpPr>
          <p:nvPr/>
        </p:nvSpPr>
        <p:spPr>
          <a:xfrm>
            <a:off x="3635411" y="174557"/>
            <a:ext cx="6400800" cy="136107"/>
          </a:xfrm>
          <a:prstGeom prst="rect">
            <a:avLst/>
          </a:prstGeom>
          <a:ln w="12700">
            <a:noFill/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anchor="ctr">
            <a:spAutoFit/>
          </a:bodyPr>
          <a:lstStyle>
            <a:lvl1pPr marL="0" indent="0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None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179388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Char char="•"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358775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Char char="‒"/>
              <a:tabLst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538163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Char char="•"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717550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Char char="‒"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Graphik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Graphik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Graphik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Graphik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1000" b="1">
                <a:solidFill>
                  <a:schemeClr val="tx2"/>
                </a:solidFill>
                <a:latin typeface="+mj-lt"/>
              </a:rPr>
              <a:t>ONLY CHOOSE AN ICON THAT VERY CLEARLY MATCHES THE TEXT IT WILL ACCOMPANY</a:t>
            </a:r>
            <a:endParaRPr lang="en-AU" sz="900">
              <a:solidFill>
                <a:schemeClr val="tx2"/>
              </a:solidFill>
              <a:latin typeface="+mj-lt"/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357328" y="4627141"/>
            <a:ext cx="11473293" cy="0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357328" y="2597056"/>
            <a:ext cx="11473293" cy="0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1996370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0191581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8552539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274454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6913497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3635412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5" name="Group 24"/>
          <p:cNvGrpSpPr/>
          <p:nvPr/>
        </p:nvGrpSpPr>
        <p:grpSpPr>
          <a:xfrm>
            <a:off x="1996370" y="2712307"/>
            <a:ext cx="8195211" cy="1799583"/>
            <a:chOff x="1995590" y="682378"/>
            <a:chExt cx="8192010" cy="1800000"/>
          </a:xfrm>
        </p:grpSpPr>
        <p:cxnSp>
          <p:nvCxnSpPr>
            <p:cNvPr id="33" name="Straight Connector 32"/>
            <p:cNvCxnSpPr/>
            <p:nvPr/>
          </p:nvCxnSpPr>
          <p:spPr>
            <a:xfrm>
              <a:off x="199559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1018760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8549198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5272394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6910796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3633992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/>
          <p:cNvGrpSpPr/>
          <p:nvPr/>
        </p:nvGrpSpPr>
        <p:grpSpPr>
          <a:xfrm>
            <a:off x="1996370" y="4742394"/>
            <a:ext cx="8195211" cy="1799583"/>
            <a:chOff x="1995590" y="682378"/>
            <a:chExt cx="8192010" cy="1800000"/>
          </a:xfrm>
        </p:grpSpPr>
        <p:cxnSp>
          <p:nvCxnSpPr>
            <p:cNvPr id="27" name="Straight Connector 26"/>
            <p:cNvCxnSpPr/>
            <p:nvPr/>
          </p:nvCxnSpPr>
          <p:spPr>
            <a:xfrm>
              <a:off x="199559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1018760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8549198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5272394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6910796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3633992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E4BC60B0-B1D6-4061-83BA-885AC97C4B0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7328" y="105451"/>
            <a:ext cx="3278082" cy="314608"/>
          </a:xfrm>
          <a:ln>
            <a:noFill/>
          </a:ln>
        </p:spPr>
        <p:txBody>
          <a:bodyPr wrap="square" lIns="0" tIns="0" rIns="0" bIns="0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en-AU" sz="2000" b="1" i="0" kern="1200" cap="all" baseline="0" dirty="0">
                <a:solidFill>
                  <a:schemeClr val="tx2"/>
                </a:solidFill>
                <a:latin typeface="+mj-lt"/>
                <a:ea typeface="Roboto" panose="02000000000000000000" pitchFamily="2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 algn="l" rtl="0" eaLnBrk="1" fontAlgn="base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Font typeface="Graphik" pitchFamily="34" charset="0"/>
              <a:buNone/>
            </a:pPr>
            <a:r>
              <a:rPr lang="en-US"/>
              <a:t>CATEGORY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956369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42" Type="http://schemas.openxmlformats.org/officeDocument/2006/relationships/slideLayout" Target="../slideLayouts/slideLayout53.xml"/><Relationship Id="rId47" Type="http://schemas.openxmlformats.org/officeDocument/2006/relationships/slideLayout" Target="../slideLayouts/slideLayout58.xml"/><Relationship Id="rId50" Type="http://schemas.openxmlformats.org/officeDocument/2006/relationships/theme" Target="../theme/theme2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45" Type="http://schemas.openxmlformats.org/officeDocument/2006/relationships/slideLayout" Target="../slideLayouts/slideLayout56.xml"/><Relationship Id="rId53" Type="http://schemas.openxmlformats.org/officeDocument/2006/relationships/oleObject" Target="../embeddings/oleObject1.bin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55.xml"/><Relationship Id="rId52" Type="http://schemas.openxmlformats.org/officeDocument/2006/relationships/tags" Target="../tags/tag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slideLayout" Target="../slideLayouts/slideLayout54.xml"/><Relationship Id="rId48" Type="http://schemas.openxmlformats.org/officeDocument/2006/relationships/slideLayout" Target="../slideLayouts/slideLayout59.xml"/><Relationship Id="rId8" Type="http://schemas.openxmlformats.org/officeDocument/2006/relationships/slideLayout" Target="../slideLayouts/slideLayout19.xml"/><Relationship Id="rId51" Type="http://schemas.openxmlformats.org/officeDocument/2006/relationships/tags" Target="../tags/tag1.xml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46" Type="http://schemas.openxmlformats.org/officeDocument/2006/relationships/slideLayout" Target="../slideLayouts/slideLayout57.xml"/><Relationship Id="rId20" Type="http://schemas.openxmlformats.org/officeDocument/2006/relationships/slideLayout" Target="../slideLayouts/slideLayout31.xml"/><Relationship Id="rId41" Type="http://schemas.openxmlformats.org/officeDocument/2006/relationships/slideLayout" Target="../slideLayouts/slideLayout52.xml"/><Relationship Id="rId54" Type="http://schemas.openxmlformats.org/officeDocument/2006/relationships/image" Target="../media/image1.emf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6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363B39-D0EC-4F45-AA3D-D0B39B9B3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061E0-1F00-4058-9465-8DFE3CCBC0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83CB0-1328-4CFC-811B-6316DE07CA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CF3A1A-E8E9-4F1D-A0E4-983A98264649}" type="datetimeFigureOut">
              <a:rPr lang="en-US" smtClean="0"/>
              <a:t>10/6/2023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EC30C-8EF3-4E47-8B26-4FAA64C149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41EA07-B266-4D79-A329-C70E2F166B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406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Place headline here (36pt, min 30pt)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(bullet 20pt)</a:t>
            </a:r>
          </a:p>
          <a:p>
            <a:pPr lvl="1"/>
            <a:r>
              <a:rPr lang="en-US"/>
              <a:t>Second level (bullet 20pt)</a:t>
            </a:r>
          </a:p>
          <a:p>
            <a:pPr lvl="2"/>
            <a:r>
              <a:rPr lang="en-US"/>
              <a:t>Third level (bullet 20pt)</a:t>
            </a:r>
          </a:p>
          <a:p>
            <a:pPr lvl="3"/>
            <a:r>
              <a:rPr lang="en-US"/>
              <a:t>Fourth level (bullet 18pt)</a:t>
            </a:r>
          </a:p>
          <a:p>
            <a:pPr lvl="4"/>
            <a:r>
              <a:rPr lang="en-US"/>
              <a:t>Fifth level (bullet 18pt)</a:t>
            </a:r>
          </a:p>
          <a:p>
            <a:pPr lvl="5"/>
            <a:r>
              <a:rPr lang="en-US"/>
              <a:t>Sixth level (copy 16pt)</a:t>
            </a:r>
          </a:p>
          <a:p>
            <a:pPr lvl="6"/>
            <a:r>
              <a:rPr lang="en-US"/>
              <a:t>Seventh level (small copy 12pt)</a:t>
            </a:r>
          </a:p>
          <a:p>
            <a:pPr lvl="7"/>
            <a:r>
              <a:rPr lang="en-US"/>
              <a:t>EIGHT LEVEL (DESCRIPTOR 10PT)</a:t>
            </a:r>
          </a:p>
          <a:p>
            <a:pPr lvl="8"/>
            <a:r>
              <a:rPr lang="en-US"/>
              <a:t>Ninth level (footer 8pt)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A171160-C7F3-46DE-911A-73C4F50C88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87944" y="0"/>
            <a:ext cx="2023056" cy="381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624E0B2-760E-457A-8367-213CE89D6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AE0355C2-058C-4310-9508-BCC0F498FBBE}"/>
              </a:ext>
            </a:extLst>
          </p:cNvPr>
          <p:cNvSpPr>
            <a:spLocks noChangeAspect="1"/>
          </p:cNvSpPr>
          <p:nvPr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37483A8-E899-0C9C-DC82-453B940B15E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1"/>
            </p:custDataLst>
            <p:extLst>
              <p:ext uri="{D42A27DB-BD31-4B8C-83A1-F6EECF244321}">
                <p14:modId xmlns:p14="http://schemas.microsoft.com/office/powerpoint/2010/main" val="6085935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3" imgW="532" imgH="530" progId="TCLayout.ActiveDocument.1">
                  <p:embed/>
                </p:oleObj>
              </mc:Choice>
              <mc:Fallback>
                <p:oleObj name="think-cell Slide" r:id="rId53" imgW="532" imgH="53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37483A8-E899-0C9C-DC82-453B940B15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>
            <a:extLst>
              <a:ext uri="{FF2B5EF4-FFF2-40B4-BE49-F238E27FC236}">
                <a16:creationId xmlns:a16="http://schemas.microsoft.com/office/drawing/2014/main" id="{D1B92786-28A6-2E84-7F69-1F45B9050E9B}"/>
              </a:ext>
            </a:extLst>
          </p:cNvPr>
          <p:cNvSpPr/>
          <p:nvPr userDrawn="1">
            <p:custDataLst>
              <p:tags r:id="rId5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s-ES" sz="2800" b="1" i="0" baseline="0">
              <a:latin typeface="Graphik" panose="020B0503030202060203" pitchFamily="34" charset="0"/>
              <a:ea typeface="+mj-ea"/>
              <a:cs typeface="+mj-cs"/>
              <a:sym typeface="Graphik" panose="020B05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3008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C35EA4"/>
          </p15:clr>
        </p15:guide>
        <p15:guide id="2" orient="horz" pos="3976">
          <p15:clr>
            <a:srgbClr val="C35EA4"/>
          </p15:clr>
        </p15:guide>
        <p15:guide id="3" pos="240">
          <p15:clr>
            <a:srgbClr val="C35EA4"/>
          </p15:clr>
        </p15:guide>
        <p15:guide id="4" pos="7440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2.xml"/><Relationship Id="rId5" Type="http://schemas.openxmlformats.org/officeDocument/2006/relationships/image" Target="../media/image16.png"/><Relationship Id="rId4" Type="http://schemas.openxmlformats.org/officeDocument/2006/relationships/image" Target="../media/image1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diagram&#10;&#10;Description automatically generated">
            <a:extLst>
              <a:ext uri="{FF2B5EF4-FFF2-40B4-BE49-F238E27FC236}">
                <a16:creationId xmlns:a16="http://schemas.microsoft.com/office/drawing/2014/main" id="{339CA5F8-5150-298C-D8C9-4C8811B3246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2191999" cy="6352674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1CEEF2B6-12FF-1F3B-0ADF-93251083EC65}"/>
              </a:ext>
            </a:extLst>
          </p:cNvPr>
          <p:cNvSpPr txBox="1">
            <a:spLocks/>
          </p:cNvSpPr>
          <p:nvPr/>
        </p:nvSpPr>
        <p:spPr>
          <a:xfrm>
            <a:off x="100870" y="208333"/>
            <a:ext cx="6449864" cy="39376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3200" b="1" dirty="0">
                <a:solidFill>
                  <a:schemeClr val="accent3"/>
                </a:solidFill>
                <a:latin typeface="Graphik"/>
              </a:rPr>
              <a:t>Jonathan Arteaga</a:t>
            </a:r>
          </a:p>
          <a:p>
            <a:pPr marL="0" indent="0">
              <a:buNone/>
            </a:pPr>
            <a:endParaRPr lang="en-US" sz="3200" b="1" dirty="0">
              <a:solidFill>
                <a:schemeClr val="accent3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FBD5EC0B-4D54-E441-7F31-D4C98525F636}"/>
              </a:ext>
            </a:extLst>
          </p:cNvPr>
          <p:cNvSpPr txBox="1">
            <a:spLocks/>
          </p:cNvSpPr>
          <p:nvPr/>
        </p:nvSpPr>
        <p:spPr>
          <a:xfrm>
            <a:off x="1875000" y="956458"/>
            <a:ext cx="4712989" cy="140550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US" dirty="0">
                <a:solidFill>
                  <a:srgbClr val="460073"/>
                </a:solidFill>
                <a:latin typeface="Graphik Black"/>
              </a:rPr>
              <a:t>Sr. Developer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60073"/>
              </a:solidFill>
              <a:effectLst/>
              <a:uLnTx/>
              <a:uFillTx/>
              <a:latin typeface="Graphik Black"/>
              <a:ea typeface="+mn-ea"/>
              <a:cs typeface="+mn-cs"/>
            </a:endParaRPr>
          </a:p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kumimoji="0" lang="es-A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Technology /</a:t>
            </a:r>
            <a:r>
              <a:rPr lang="es-AR" sz="1200" dirty="0"/>
              <a:t> Data &amp; AI</a:t>
            </a:r>
            <a:endParaRPr kumimoji="0" lang="es-AR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US" sz="1200" b="1" dirty="0">
                <a:solidFill>
                  <a:srgbClr val="000000"/>
                </a:solidFill>
                <a:latin typeface="Graphik"/>
              </a:rPr>
              <a:t>jonathan.arteaga@accenture.com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sz="1200" dirty="0">
                <a:latin typeface="Graphik"/>
              </a:rPr>
              <a:t>Buenos Aires, Argentina</a:t>
            </a:r>
          </a:p>
          <a:p>
            <a:endParaRPr lang="en-US" sz="900" b="1" dirty="0"/>
          </a:p>
          <a:p>
            <a:endParaRPr lang="en-US" sz="1200" dirty="0"/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A37382-FFD1-74CD-A6A0-BA715F04BEDE}"/>
              </a:ext>
            </a:extLst>
          </p:cNvPr>
          <p:cNvSpPr/>
          <p:nvPr/>
        </p:nvSpPr>
        <p:spPr>
          <a:xfrm>
            <a:off x="6790077" y="197341"/>
            <a:ext cx="5301053" cy="604605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E58DF97-0E0E-C3A8-6E0E-C6ED1FC42713}"/>
              </a:ext>
            </a:extLst>
          </p:cNvPr>
          <p:cNvSpPr txBox="1">
            <a:spLocks/>
          </p:cNvSpPr>
          <p:nvPr/>
        </p:nvSpPr>
        <p:spPr>
          <a:xfrm>
            <a:off x="6907844" y="312234"/>
            <a:ext cx="2594524" cy="20564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600" b="1">
                <a:solidFill>
                  <a:schemeClr val="accent2"/>
                </a:solidFill>
                <a:latin typeface="+mj-lt"/>
              </a:rPr>
              <a:t>SELECTED EXPERIENCE </a:t>
            </a:r>
            <a:endParaRPr lang="en-US" sz="1600" b="1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9CBEA1-1572-AE45-9D04-FA330F835AD4}"/>
              </a:ext>
            </a:extLst>
          </p:cNvPr>
          <p:cNvSpPr/>
          <p:nvPr/>
        </p:nvSpPr>
        <p:spPr>
          <a:xfrm>
            <a:off x="118899" y="5592789"/>
            <a:ext cx="3252480" cy="62094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125A6B-6104-78D8-2910-B3EC4F868DBE}"/>
              </a:ext>
            </a:extLst>
          </p:cNvPr>
          <p:cNvSpPr/>
          <p:nvPr/>
        </p:nvSpPr>
        <p:spPr>
          <a:xfrm>
            <a:off x="3431213" y="2347568"/>
            <a:ext cx="3246987" cy="281697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3AF538BA-C4F9-94DB-B619-3A89CAF5483A}"/>
              </a:ext>
            </a:extLst>
          </p:cNvPr>
          <p:cNvSpPr txBox="1">
            <a:spLocks/>
          </p:cNvSpPr>
          <p:nvPr/>
        </p:nvSpPr>
        <p:spPr>
          <a:xfrm>
            <a:off x="3717865" y="2598950"/>
            <a:ext cx="2414561" cy="32111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000" b="1">
                <a:solidFill>
                  <a:schemeClr val="accent2"/>
                </a:solidFill>
                <a:latin typeface="+mj-lt"/>
              </a:rPr>
              <a:t>HARD/SOFT SKILLS &amp; TOOLS</a:t>
            </a:r>
            <a:endParaRPr lang="en-US" sz="1000" b="1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AB14698-C111-E862-4B03-3CEA5E264033}"/>
              </a:ext>
            </a:extLst>
          </p:cNvPr>
          <p:cNvSpPr>
            <a:spLocks/>
          </p:cNvSpPr>
          <p:nvPr/>
        </p:nvSpPr>
        <p:spPr>
          <a:xfrm>
            <a:off x="60795" y="2368860"/>
            <a:ext cx="3258541" cy="223888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ctr"/>
            <a:r>
              <a:rPr lang="en-US" sz="1050" dirty="0"/>
              <a:t>6 years working in process automation since 2018 in RPA, mainly in the Blue Prism and recently in Power Automate. He was part of projects in the area: payments, banking group and oil industry. Financial, operational and accounting processes were automated, adopting the best solution based on efficiency, time and costs.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A82F26F-973E-6E47-064A-E58BB5E2C6B3}"/>
              </a:ext>
            </a:extLst>
          </p:cNvPr>
          <p:cNvGrpSpPr>
            <a:grpSpLocks/>
          </p:cNvGrpSpPr>
          <p:nvPr/>
        </p:nvGrpSpPr>
        <p:grpSpPr>
          <a:xfrm>
            <a:off x="328699" y="2551539"/>
            <a:ext cx="2900108" cy="2643657"/>
            <a:chOff x="652656" y="2290048"/>
            <a:chExt cx="2900108" cy="2643657"/>
          </a:xfrm>
        </p:grpSpPr>
        <p:sp>
          <p:nvSpPr>
            <p:cNvPr id="28" name="Text Placeholder 4">
              <a:extLst>
                <a:ext uri="{FF2B5EF4-FFF2-40B4-BE49-F238E27FC236}">
                  <a16:creationId xmlns:a16="http://schemas.microsoft.com/office/drawing/2014/main" id="{72A9259A-DC95-7929-2407-42F74D35B297}"/>
                </a:ext>
              </a:extLst>
            </p:cNvPr>
            <p:cNvSpPr txBox="1">
              <a:spLocks/>
            </p:cNvSpPr>
            <p:nvPr/>
          </p:nvSpPr>
          <p:spPr>
            <a:xfrm>
              <a:off x="652656" y="2290048"/>
              <a:ext cx="2887778" cy="338662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2286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Font typeface="Graphik" panose="020B0503030202060203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113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None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AR" sz="1200" b="1" dirty="0">
                  <a:solidFill>
                    <a:schemeClr val="accent1"/>
                  </a:solidFill>
                  <a:latin typeface="+mj-lt"/>
                </a:rPr>
                <a:t>PROFESSIONAL BACKGROUND</a:t>
              </a:r>
            </a:p>
            <a:p>
              <a:pPr marL="0" indent="0">
                <a:buNone/>
              </a:pPr>
              <a:endParaRPr lang="en-US" sz="1200" b="1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35" name="Text Placeholder 4">
              <a:extLst>
                <a:ext uri="{FF2B5EF4-FFF2-40B4-BE49-F238E27FC236}">
                  <a16:creationId xmlns:a16="http://schemas.microsoft.com/office/drawing/2014/main" id="{CAE6442A-7F7A-7520-E012-744876DD2E5B}"/>
                </a:ext>
              </a:extLst>
            </p:cNvPr>
            <p:cNvSpPr txBox="1">
              <a:spLocks/>
            </p:cNvSpPr>
            <p:nvPr/>
          </p:nvSpPr>
          <p:spPr>
            <a:xfrm>
              <a:off x="664986" y="4595043"/>
              <a:ext cx="2887778" cy="338662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2286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Font typeface="Graphik" panose="020B0503030202060203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113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None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AR" sz="1200" b="1" dirty="0">
                  <a:solidFill>
                    <a:schemeClr val="accent1"/>
                  </a:solidFill>
                  <a:latin typeface="+mj-lt"/>
                </a:rPr>
                <a:t>EDUCATION</a:t>
              </a:r>
              <a:endParaRPr lang="en-US" sz="1200" b="1" dirty="0">
                <a:solidFill>
                  <a:schemeClr val="accent1"/>
                </a:solidFill>
                <a:latin typeface="+mj-lt"/>
              </a:endParaRPr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CD3F3331-A2F2-3187-3314-9536E3A05809}"/>
              </a:ext>
            </a:extLst>
          </p:cNvPr>
          <p:cNvSpPr/>
          <p:nvPr/>
        </p:nvSpPr>
        <p:spPr>
          <a:xfrm>
            <a:off x="3431214" y="5236790"/>
            <a:ext cx="3246987" cy="96902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marL="171450" indent="-17145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000">
              <a:solidFill>
                <a:schemeClr val="tx1"/>
              </a:solidFill>
              <a:latin typeface="Graphik"/>
            </a:endParaRP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E2E6DC0A-D16B-3A77-6077-F57069BD7EDC}"/>
              </a:ext>
            </a:extLst>
          </p:cNvPr>
          <p:cNvSpPr txBox="1">
            <a:spLocks/>
          </p:cNvSpPr>
          <p:nvPr/>
        </p:nvSpPr>
        <p:spPr>
          <a:xfrm>
            <a:off x="328699" y="5594214"/>
            <a:ext cx="1478408" cy="2001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200" b="1" dirty="0">
                <a:solidFill>
                  <a:schemeClr val="accent1"/>
                </a:solidFill>
                <a:latin typeface="+mj-lt"/>
              </a:rPr>
              <a:t>LANGUAGES</a:t>
            </a:r>
            <a:endParaRPr lang="en-US" sz="12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6F73DCD2-A285-29D0-D542-E4F69730AE06}"/>
              </a:ext>
            </a:extLst>
          </p:cNvPr>
          <p:cNvSpPr txBox="1">
            <a:spLocks/>
          </p:cNvSpPr>
          <p:nvPr/>
        </p:nvSpPr>
        <p:spPr>
          <a:xfrm>
            <a:off x="3717864" y="2425651"/>
            <a:ext cx="2414561" cy="32111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200" b="1" dirty="0">
                <a:solidFill>
                  <a:schemeClr val="accent1"/>
                </a:solidFill>
                <a:latin typeface="+mj-lt"/>
              </a:rPr>
              <a:t>AREA OF EXPERTISE</a:t>
            </a:r>
            <a:endParaRPr lang="en-US" sz="12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5" name="Text Placeholder 4">
            <a:extLst>
              <a:ext uri="{FF2B5EF4-FFF2-40B4-BE49-F238E27FC236}">
                <a16:creationId xmlns:a16="http://schemas.microsoft.com/office/drawing/2014/main" id="{83AF36ED-0DC5-5D34-4D4E-DFABF505923D}"/>
              </a:ext>
            </a:extLst>
          </p:cNvPr>
          <p:cNvSpPr txBox="1">
            <a:spLocks/>
          </p:cNvSpPr>
          <p:nvPr/>
        </p:nvSpPr>
        <p:spPr>
          <a:xfrm>
            <a:off x="3679756" y="5301889"/>
            <a:ext cx="1278123" cy="33866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200" b="1">
                <a:solidFill>
                  <a:schemeClr val="accent1"/>
                </a:solidFill>
                <a:latin typeface="+mj-lt"/>
              </a:rPr>
              <a:t>INDUSTRY</a:t>
            </a:r>
            <a:endParaRPr lang="en-US" sz="12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88916E2A-4E45-86B5-A986-94589B9AFC66}"/>
              </a:ext>
            </a:extLst>
          </p:cNvPr>
          <p:cNvSpPr txBox="1">
            <a:spLocks/>
          </p:cNvSpPr>
          <p:nvPr/>
        </p:nvSpPr>
        <p:spPr>
          <a:xfrm>
            <a:off x="3605712" y="2874620"/>
            <a:ext cx="2668543" cy="221530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171450" indent="-17145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0" b="1" i="0" u="none" strike="noStrike">
                <a:solidFill>
                  <a:schemeClr val="accent3"/>
                </a:solidFill>
                <a:effectLst/>
                <a:latin typeface="+mj-lt"/>
              </a:defRPr>
            </a:lvl1pPr>
            <a:lvl2pPr marL="511175" indent="-228600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latin typeface="Graphik" panose="020B0503030202060203" pitchFamily="34" charset="77"/>
              </a:defRPr>
            </a:lvl2pPr>
            <a:lvl3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cap="all" baseline="0">
                <a:solidFill>
                  <a:schemeClr val="accent2"/>
                </a:solidFill>
                <a:latin typeface="Graphik" panose="020B0503030202060203" pitchFamily="34" charset="77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>
                <a:solidFill>
                  <a:schemeClr val="accent4"/>
                </a:solidFill>
                <a:latin typeface="Graphik" panose="020B0503030202060203" pitchFamily="34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460073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Dev</a:t>
            </a: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460073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: 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Blueprism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/ </a:t>
            </a:r>
            <a:r>
              <a:rPr lang="en-US" b="0" dirty="0">
                <a:solidFill>
                  <a:srgbClr val="000000"/>
                </a:solidFill>
                <a:latin typeface="Graphik"/>
              </a:rPr>
              <a:t>Power Platform/ Power Automate/ Power Apps/ Power BI/ Power Query/ C#/ C++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460073"/>
                </a:solidFill>
                <a:latin typeface="Graphik"/>
              </a:rPr>
              <a:t>DB</a:t>
            </a: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460073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: </a:t>
            </a:r>
            <a:r>
              <a:rPr lang="en-US" b="0" dirty="0" err="1">
                <a:solidFill>
                  <a:srgbClr val="000000"/>
                </a:solidFill>
                <a:latin typeface="Graphik"/>
              </a:rPr>
              <a:t>SQLServer</a:t>
            </a:r>
            <a:r>
              <a:rPr lang="en-US" b="0" dirty="0">
                <a:solidFill>
                  <a:srgbClr val="000000"/>
                </a:solidFill>
                <a:latin typeface="Graphik"/>
              </a:rPr>
              <a:t>/OLEDB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460073"/>
                </a:solidFill>
                <a:latin typeface="Graphik"/>
              </a:rPr>
              <a:t>Others:</a:t>
            </a:r>
            <a:r>
              <a:rPr lang="en-US" b="0" dirty="0">
                <a:solidFill>
                  <a:srgbClr val="000000"/>
                </a:solidFill>
                <a:latin typeface="Graphik"/>
              </a:rPr>
              <a:t> Software Architecture, Agile methodologies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8" name="Text Placeholder 13">
            <a:extLst>
              <a:ext uri="{FF2B5EF4-FFF2-40B4-BE49-F238E27FC236}">
                <a16:creationId xmlns:a16="http://schemas.microsoft.com/office/drawing/2014/main" id="{CE6DAE4F-8226-621D-1573-393F25103FEA}"/>
              </a:ext>
            </a:extLst>
          </p:cNvPr>
          <p:cNvSpPr txBox="1">
            <a:spLocks/>
          </p:cNvSpPr>
          <p:nvPr/>
        </p:nvSpPr>
        <p:spPr>
          <a:xfrm>
            <a:off x="221046" y="5117539"/>
            <a:ext cx="3106657" cy="62094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Graphik" panose="020B0503030202060203" pitchFamily="34" charset="0"/>
                <a:ea typeface="+mn-ea"/>
                <a:cs typeface="+mn-cs"/>
              </a:defRPr>
            </a:lvl1pPr>
            <a:lvl2pPr marL="511175" indent="-22860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US" sz="1800" kern="1200" dirty="0" smtClean="0">
                <a:solidFill>
                  <a:schemeClr val="accent1"/>
                </a:solidFill>
                <a:latin typeface="Graphik" panose="020B0503030202060203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kern="1200" cap="all" baseline="0">
                <a:solidFill>
                  <a:schemeClr val="accent2"/>
                </a:solidFill>
                <a:latin typeface="Graphik" panose="020B0503030202060203" pitchFamily="34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 kern="1200">
                <a:solidFill>
                  <a:schemeClr val="accent4"/>
                </a:solidFill>
                <a:latin typeface="Graphik" panose="020B0503030202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lvl="0" indent="-1714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1000" dirty="0" err="1">
                <a:solidFill>
                  <a:prstClr val="black"/>
                </a:solidFill>
              </a:rPr>
              <a:t>Tecnicatura</a:t>
            </a:r>
            <a:r>
              <a:rPr lang="en-US" sz="1000" dirty="0">
                <a:solidFill>
                  <a:prstClr val="black"/>
                </a:solidFill>
              </a:rPr>
              <a:t> Superior </a:t>
            </a:r>
            <a:r>
              <a:rPr lang="en-US" sz="1000" dirty="0" err="1">
                <a:solidFill>
                  <a:prstClr val="black"/>
                </a:solidFill>
              </a:rPr>
              <a:t>en</a:t>
            </a:r>
            <a:r>
              <a:rPr lang="en-US" sz="1000" dirty="0">
                <a:solidFill>
                  <a:prstClr val="black"/>
                </a:solidFill>
              </a:rPr>
              <a:t> </a:t>
            </a:r>
            <a:r>
              <a:rPr lang="en-US" sz="1000" dirty="0" err="1">
                <a:solidFill>
                  <a:prstClr val="black"/>
                </a:solidFill>
              </a:rPr>
              <a:t>Análisis</a:t>
            </a:r>
            <a:r>
              <a:rPr lang="en-US" sz="1000" dirty="0">
                <a:solidFill>
                  <a:prstClr val="black"/>
                </a:solidFill>
              </a:rPr>
              <a:t> de </a:t>
            </a:r>
            <a:r>
              <a:rPr lang="en-US" sz="1000" dirty="0" err="1">
                <a:solidFill>
                  <a:prstClr val="black"/>
                </a:solidFill>
              </a:rPr>
              <a:t>Sistemas</a:t>
            </a:r>
            <a:r>
              <a:rPr lang="en-US" sz="1000" dirty="0">
                <a:solidFill>
                  <a:prstClr val="black"/>
                </a:solidFill>
              </a:rPr>
              <a:t> - graduated</a:t>
            </a:r>
          </a:p>
        </p:txBody>
      </p:sp>
      <p:sp>
        <p:nvSpPr>
          <p:cNvPr id="49" name="Text Placeholder 13">
            <a:extLst>
              <a:ext uri="{FF2B5EF4-FFF2-40B4-BE49-F238E27FC236}">
                <a16:creationId xmlns:a16="http://schemas.microsoft.com/office/drawing/2014/main" id="{67B10EEE-BF1A-4587-0DE7-065C396FC396}"/>
              </a:ext>
            </a:extLst>
          </p:cNvPr>
          <p:cNvSpPr txBox="1">
            <a:spLocks/>
          </p:cNvSpPr>
          <p:nvPr/>
        </p:nvSpPr>
        <p:spPr>
          <a:xfrm>
            <a:off x="202406" y="2732286"/>
            <a:ext cx="2702016" cy="106207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Graphik" panose="020B0503030202060203" pitchFamily="34" charset="0"/>
                <a:ea typeface="+mn-ea"/>
                <a:cs typeface="+mn-cs"/>
              </a:defRPr>
            </a:lvl1pPr>
            <a:lvl2pPr marL="511175" indent="-22860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US" sz="1800" kern="1200" dirty="0" smtClean="0">
                <a:solidFill>
                  <a:schemeClr val="accent1"/>
                </a:solidFill>
                <a:latin typeface="Graphik" panose="020B0503030202060203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kern="1200" cap="all" baseline="0">
                <a:solidFill>
                  <a:schemeClr val="accent2"/>
                </a:solidFill>
                <a:latin typeface="Graphik" panose="020B0503030202060203" pitchFamily="34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 kern="1200">
                <a:solidFill>
                  <a:schemeClr val="accent4"/>
                </a:solidFill>
                <a:latin typeface="Graphik" panose="020B0503030202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lvl="0" indent="-1714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endParaRPr lang="en-US" sz="1000" dirty="0"/>
          </a:p>
          <a:p>
            <a:pPr marL="171450" indent="-171450">
              <a:buChar char="•"/>
            </a:pPr>
            <a:endParaRPr lang="en-US" sz="1000" dirty="0"/>
          </a:p>
          <a:p>
            <a:endParaRPr lang="es-AR" sz="1000" dirty="0">
              <a:latin typeface="Graphik"/>
            </a:endParaRPr>
          </a:p>
        </p:txBody>
      </p:sp>
      <p:sp>
        <p:nvSpPr>
          <p:cNvPr id="51" name="Text Placeholder 13">
            <a:extLst>
              <a:ext uri="{FF2B5EF4-FFF2-40B4-BE49-F238E27FC236}">
                <a16:creationId xmlns:a16="http://schemas.microsoft.com/office/drawing/2014/main" id="{72302F36-E7BC-42A3-0A43-CDD2E2AB577E}"/>
              </a:ext>
            </a:extLst>
          </p:cNvPr>
          <p:cNvSpPr txBox="1">
            <a:spLocks/>
          </p:cNvSpPr>
          <p:nvPr/>
        </p:nvSpPr>
        <p:spPr>
          <a:xfrm>
            <a:off x="249438" y="5806317"/>
            <a:ext cx="2702016" cy="7197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171450" indent="-17145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0">
                <a:latin typeface="Graphik"/>
              </a:defRPr>
            </a:lvl1pPr>
            <a:lvl2pPr marL="511175" indent="-228600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latin typeface="Graphik" panose="020B0503030202060203" pitchFamily="34" charset="77"/>
              </a:defRPr>
            </a:lvl2pPr>
            <a:lvl3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cap="all" baseline="0">
                <a:solidFill>
                  <a:schemeClr val="accent2"/>
                </a:solidFill>
                <a:latin typeface="Graphik" panose="020B0503030202060203" pitchFamily="34" charset="77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>
                <a:solidFill>
                  <a:schemeClr val="accent4"/>
                </a:solidFill>
                <a:latin typeface="Graphik" panose="020B0503030202060203" pitchFamily="34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English (B1)</a:t>
            </a:r>
          </a:p>
          <a:p>
            <a:r>
              <a:rPr lang="en-US" dirty="0"/>
              <a:t>Spanish (Native)</a:t>
            </a:r>
          </a:p>
          <a:p>
            <a:pPr marL="0" indent="0">
              <a:buNone/>
            </a:pPr>
            <a:endParaRPr lang="en-US" dirty="0"/>
          </a:p>
          <a:p>
            <a:endParaRPr lang="es-AR" dirty="0"/>
          </a:p>
        </p:txBody>
      </p:sp>
      <p:sp>
        <p:nvSpPr>
          <p:cNvPr id="53" name="Text Placeholder 13">
            <a:extLst>
              <a:ext uri="{FF2B5EF4-FFF2-40B4-BE49-F238E27FC236}">
                <a16:creationId xmlns:a16="http://schemas.microsoft.com/office/drawing/2014/main" id="{30377A8A-69CD-5F83-DA2E-98B9A486EC39}"/>
              </a:ext>
            </a:extLst>
          </p:cNvPr>
          <p:cNvSpPr txBox="1">
            <a:spLocks/>
          </p:cNvSpPr>
          <p:nvPr/>
        </p:nvSpPr>
        <p:spPr>
          <a:xfrm>
            <a:off x="3597166" y="5523679"/>
            <a:ext cx="3044481" cy="7197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171450" indent="-17145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0">
                <a:latin typeface="Graphik"/>
              </a:defRPr>
            </a:lvl1pPr>
            <a:lvl2pPr marL="511175" indent="-228600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latin typeface="Graphik" panose="020B0503030202060203" pitchFamily="34" charset="77"/>
              </a:defRPr>
            </a:lvl2pPr>
            <a:lvl3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cap="all" baseline="0">
                <a:solidFill>
                  <a:schemeClr val="accent2"/>
                </a:solidFill>
                <a:latin typeface="Graphik" panose="020B0503030202060203" pitchFamily="34" charset="77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>
                <a:solidFill>
                  <a:schemeClr val="accent4"/>
                </a:solidFill>
                <a:latin typeface="Graphik" panose="020B0503030202060203" pitchFamily="34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Payment  - Banking</a:t>
            </a:r>
          </a:p>
          <a:p>
            <a:r>
              <a:rPr lang="en-US" dirty="0"/>
              <a:t>Oil &amp; Gas – Banking Group </a:t>
            </a:r>
          </a:p>
        </p:txBody>
      </p:sp>
      <p:sp>
        <p:nvSpPr>
          <p:cNvPr id="67" name="Text Placeholder 11">
            <a:extLst>
              <a:ext uri="{FF2B5EF4-FFF2-40B4-BE49-F238E27FC236}">
                <a16:creationId xmlns:a16="http://schemas.microsoft.com/office/drawing/2014/main" id="{C6A51E4F-7155-0013-A033-1BFC0B3D9F3D}"/>
              </a:ext>
            </a:extLst>
          </p:cNvPr>
          <p:cNvSpPr txBox="1">
            <a:spLocks/>
          </p:cNvSpPr>
          <p:nvPr/>
        </p:nvSpPr>
        <p:spPr>
          <a:xfrm>
            <a:off x="6907843" y="733213"/>
            <a:ext cx="5081751" cy="551018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100"/>
              </a:spcBef>
              <a:spcAft>
                <a:spcPts val="300"/>
              </a:spcAft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Sr. Developer @ Accenture, ARG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Role Title: Sr. Developer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Project: Banking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Power Automate (Power Platform)</a:t>
            </a:r>
          </a:p>
          <a:p>
            <a:pPr algn="just">
              <a:spcBef>
                <a:spcPts val="100"/>
              </a:spcBef>
              <a:spcAft>
                <a:spcPts val="300"/>
              </a:spcAft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Sr. Developer @ Accenture, ARG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Role Title: Sr. Developer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Project: Banking Group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Blue Prism</a:t>
            </a:r>
          </a:p>
          <a:p>
            <a:pPr algn="just">
              <a:spcBef>
                <a:spcPts val="100"/>
              </a:spcBef>
              <a:spcAft>
                <a:spcPts val="300"/>
              </a:spcAft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Sr. Developer @ Accenture, ARG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Role Title: Sr. Developer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Project: Payment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Blue Prism</a:t>
            </a:r>
          </a:p>
          <a:p>
            <a:pPr algn="just">
              <a:spcBef>
                <a:spcPts val="100"/>
              </a:spcBef>
              <a:spcAft>
                <a:spcPts val="300"/>
              </a:spcAft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Semi Sr. Developer @ NTT DATA, ARG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Role Title: Semi Sr. Developer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Projects: Oil &amp; Gas, Banking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Blue Prism</a:t>
            </a:r>
          </a:p>
        </p:txBody>
      </p:sp>
      <p:sp>
        <p:nvSpPr>
          <p:cNvPr id="68" name="Slide Number Placeholder 5">
            <a:extLst>
              <a:ext uri="{FF2B5EF4-FFF2-40B4-BE49-F238E27FC236}">
                <a16:creationId xmlns:a16="http://schemas.microsoft.com/office/drawing/2014/main" id="{40407413-FB81-C4CE-CBD5-376A257F75CC}"/>
              </a:ext>
            </a:extLst>
          </p:cNvPr>
          <p:cNvSpPr txBox="1">
            <a:spLocks/>
          </p:cNvSpPr>
          <p:nvPr/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>
            <a:normAutofit/>
          </a:bodyPr>
          <a:lstStyle>
            <a:lvl1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ES" sz="800" b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69" name="Footer Placeholder 3">
            <a:extLst>
              <a:ext uri="{FF2B5EF4-FFF2-40B4-BE49-F238E27FC236}">
                <a16:creationId xmlns:a16="http://schemas.microsoft.com/office/drawing/2014/main" id="{17669171-BA86-2E1F-B097-BA943AB81E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</p:spPr>
        <p:txBody>
          <a:bodyPr wrap="square" lIns="0" tIns="0" rIns="0" bIns="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s-E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Copyright © 2023 Accenture. </a:t>
            </a:r>
            <a:r>
              <a:rPr lang="es-ES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All</a:t>
            </a:r>
            <a:r>
              <a:rPr lang="es-E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s-ES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rights</a:t>
            </a:r>
            <a:r>
              <a:rPr lang="es-E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s-ES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reserved</a:t>
            </a:r>
            <a:r>
              <a:rPr lang="es-E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70" name="Title 8">
            <a:extLst>
              <a:ext uri="{FF2B5EF4-FFF2-40B4-BE49-F238E27FC236}">
                <a16:creationId xmlns:a16="http://schemas.microsoft.com/office/drawing/2014/main" id="{96770A72-DC69-0907-ADF8-C3F228C3B9E6}"/>
              </a:ext>
            </a:extLst>
          </p:cNvPr>
          <p:cNvSpPr txBox="1">
            <a:spLocks/>
          </p:cNvSpPr>
          <p:nvPr/>
        </p:nvSpPr>
        <p:spPr>
          <a:xfrm>
            <a:off x="641267" y="6217505"/>
            <a:ext cx="5761038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2000" dirty="0">
                <a:solidFill>
                  <a:schemeClr val="bg1"/>
                </a:solidFill>
              </a:rPr>
              <a:t>Accenture</a:t>
            </a:r>
          </a:p>
        </p:txBody>
      </p:sp>
      <p:pic>
        <p:nvPicPr>
          <p:cNvPr id="4" name="Marcador de posición de imagen 16" descr="Un hombre sonriendo&#10;&#10;Descripción generada automáticamente">
            <a:extLst>
              <a:ext uri="{FF2B5EF4-FFF2-40B4-BE49-F238E27FC236}">
                <a16:creationId xmlns:a16="http://schemas.microsoft.com/office/drawing/2014/main" id="{D765BAFE-4DB3-4A2E-B6CF-4EDBDD1DC173}"/>
              </a:ext>
            </a:extLst>
          </p:cNvPr>
          <p:cNvPicPr>
            <a:picLocks noGrp="1"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>
          <a:xfrm>
            <a:off x="75971" y="765648"/>
            <a:ext cx="1624055" cy="1624055"/>
          </a:xfrm>
          <a:prstGeom prst="ellipse">
            <a:avLst/>
          </a:prstGeom>
          <a:solidFill>
            <a:schemeClr val="bg2"/>
          </a:solidFill>
        </p:spPr>
      </p:pic>
      <p:pic>
        <p:nvPicPr>
          <p:cNvPr id="1026" name="Picture 2" descr="Blue Prism University | Solution Designer Certification">
            <a:extLst>
              <a:ext uri="{FF2B5EF4-FFF2-40B4-BE49-F238E27FC236}">
                <a16:creationId xmlns:a16="http://schemas.microsoft.com/office/drawing/2014/main" id="{DD1937F9-AF7D-097D-2FAD-2973336FCE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9268" y="1525481"/>
            <a:ext cx="661466" cy="661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795415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vZvkRSR5KMO17f7BvNcZA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emeACN2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Custom 1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ThemeACN2" id="{C5CBB487-2795-4FA3-82FE-53D900CF3761}" vid="{C10CF5D9-D365-43EF-8820-07B68B70E832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666D6F4CFFA446B5D32C4039F08BDD" ma:contentTypeVersion="11" ma:contentTypeDescription="Create a new document." ma:contentTypeScope="" ma:versionID="24e4c7a8421853a402df6e265f794394">
  <xsd:schema xmlns:xsd="http://www.w3.org/2001/XMLSchema" xmlns:xs="http://www.w3.org/2001/XMLSchema" xmlns:p="http://schemas.microsoft.com/office/2006/metadata/properties" xmlns:ns2="9e5dff9b-ec84-400a-8d4d-02e969566393" xmlns:ns3="9e1adda6-93f2-443e-b0ef-40d6e1dc8c9d" targetNamespace="http://schemas.microsoft.com/office/2006/metadata/properties" ma:root="true" ma:fieldsID="ca37c5a048a84fd67bc1e66e7d26fe3d" ns2:_="" ns3:_="">
    <xsd:import namespace="9e5dff9b-ec84-400a-8d4d-02e969566393"/>
    <xsd:import namespace="9e1adda6-93f2-443e-b0ef-40d6e1dc8c9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5dff9b-ec84-400a-8d4d-02e9695663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1adda6-93f2-443e-b0ef-40d6e1dc8c9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4a7b0e6-297d-4a6a-b5d6-da3887b93b0d}" ma:internalName="TaxCatchAll" ma:showField="CatchAllData" ma:web="9e1adda6-93f2-443e-b0ef-40d6e1dc8c9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e5dff9b-ec84-400a-8d4d-02e969566393">
      <Terms xmlns="http://schemas.microsoft.com/office/infopath/2007/PartnerControls"/>
    </lcf76f155ced4ddcb4097134ff3c332f>
    <TaxCatchAll xmlns="9e1adda6-93f2-443e-b0ef-40d6e1dc8c9d" xsi:nil="true"/>
  </documentManagement>
</p:properties>
</file>

<file path=customXml/itemProps1.xml><?xml version="1.0" encoding="utf-8"?>
<ds:datastoreItem xmlns:ds="http://schemas.openxmlformats.org/officeDocument/2006/customXml" ds:itemID="{D6B2DD2C-EFC6-4BB5-A0D4-2A71A2DAF29A}"/>
</file>

<file path=customXml/itemProps2.xml><?xml version="1.0" encoding="utf-8"?>
<ds:datastoreItem xmlns:ds="http://schemas.openxmlformats.org/officeDocument/2006/customXml" ds:itemID="{8D13FB34-5A1C-4C07-9505-15A13190B9D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5F190C0-2289-408C-859E-D9DE16203037}">
  <ds:schemaRefs>
    <ds:schemaRef ds:uri="http://schemas.microsoft.com/office/2006/metadata/properties"/>
    <ds:schemaRef ds:uri="http://www.w3.org/XML/1998/namespace"/>
    <ds:schemaRef ds:uri="http://schemas.microsoft.com/office/infopath/2007/PartnerControls"/>
    <ds:schemaRef ds:uri="118bdf6a-17d6-42f2-bf93-b799822b66d5"/>
    <ds:schemaRef ds:uri="http://purl.org/dc/elements/1.1/"/>
    <ds:schemaRef ds:uri="http://schemas.microsoft.com/office/2006/documentManagement/types"/>
    <ds:schemaRef ds:uri="3f7fa16c-f0a7-4e93-83e5-916308b974b7"/>
    <ds:schemaRef ds:uri="http://purl.org/dc/dcmitype/"/>
    <ds:schemaRef ds:uri="http://schemas.openxmlformats.org/package/2006/metadata/core-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672</TotalTime>
  <Words>253</Words>
  <Application>Microsoft Office PowerPoint</Application>
  <PresentationFormat>Widescreen</PresentationFormat>
  <Paragraphs>44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Arial</vt:lpstr>
      <vt:lpstr>Calibri</vt:lpstr>
      <vt:lpstr>Calibri Light</vt:lpstr>
      <vt:lpstr>Graphik</vt:lpstr>
      <vt:lpstr>Graphik Black</vt:lpstr>
      <vt:lpstr>GT Sectra Fine Rg</vt:lpstr>
      <vt:lpstr>Office Theme</vt:lpstr>
      <vt:lpstr>ThemeACN2</vt:lpstr>
      <vt:lpstr>think-cell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Danibal, Sofia</dc:creator>
  <cp:lastModifiedBy>Arteaga, Jonathan</cp:lastModifiedBy>
  <cp:revision>8</cp:revision>
  <dcterms:created xsi:type="dcterms:W3CDTF">2022-12-16T18:40:20Z</dcterms:created>
  <dcterms:modified xsi:type="dcterms:W3CDTF">2023-10-06T18:51:33Z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0x010100D1666D6F4CFFA446B5D32C4039F08BDD</vt:lpwstr>
  </property>
  <property fmtid="{D5CDD505-2E9C-101B-9397-08002B2CF9AE}" pid="3" name="MediaServiceImageTags">
    <vt:lpwstr/>
  </property>
</Properties>
</file>