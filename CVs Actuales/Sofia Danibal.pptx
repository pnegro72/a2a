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7"/>
  </p:notesMasterIdLst>
  <p:sldIdLst>
    <p:sldId id="207613621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3" d="100"/>
          <a:sy n="63" d="100"/>
        </p:scale>
        <p:origin x="8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bal, Sofia" userId="65365158-c719-4f1d-ae02-4271cadd350a" providerId="ADAL" clId="{AD64E779-C39F-452E-8FCF-7761BCD60A85}"/>
    <pc:docChg chg="custSel modSld">
      <pc:chgData name="Danibal, Sofia" userId="65365158-c719-4f1d-ae02-4271cadd350a" providerId="ADAL" clId="{AD64E779-C39F-452E-8FCF-7761BCD60A85}" dt="2024-03-27T12:41:48.265" v="50" actId="20577"/>
      <pc:docMkLst>
        <pc:docMk/>
      </pc:docMkLst>
      <pc:sldChg chg="modSp mod">
        <pc:chgData name="Danibal, Sofia" userId="65365158-c719-4f1d-ae02-4271cadd350a" providerId="ADAL" clId="{AD64E779-C39F-452E-8FCF-7761BCD60A85}" dt="2024-03-27T12:41:48.265" v="50" actId="20577"/>
        <pc:sldMkLst>
          <pc:docMk/>
          <pc:sldMk cId="3747954151" sldId="2076136212"/>
        </pc:sldMkLst>
        <pc:spChg chg="mod">
          <ac:chgData name="Danibal, Sofia" userId="65365158-c719-4f1d-ae02-4271cadd350a" providerId="ADAL" clId="{AD64E779-C39F-452E-8FCF-7761BCD60A85}" dt="2024-03-27T12:38:18.962" v="0" actId="20577"/>
          <ac:spMkLst>
            <pc:docMk/>
            <pc:sldMk cId="3747954151" sldId="2076136212"/>
            <ac:spMk id="26" creationId="{7AB14698-C111-E862-4B03-3CEA5E264033}"/>
          </ac:spMkLst>
        </pc:spChg>
        <pc:spChg chg="mod">
          <ac:chgData name="Danibal, Sofia" userId="65365158-c719-4f1d-ae02-4271cadd350a" providerId="ADAL" clId="{AD64E779-C39F-452E-8FCF-7761BCD60A85}" dt="2024-03-27T12:41:48.265" v="50" actId="20577"/>
          <ac:spMkLst>
            <pc:docMk/>
            <pc:sldMk cId="3747954151" sldId="2076136212"/>
            <ac:spMk id="47" creationId="{88916E2A-4E45-86B5-A986-94589B9AFC66}"/>
          </ac:spMkLst>
        </pc:spChg>
      </pc:sldChg>
    </pc:docChg>
  </pc:docChgLst>
  <pc:docChgLst>
    <pc:chgData name="Danibal, Sofia" userId="65365158-c719-4f1d-ae02-4271cadd350a" providerId="ADAL" clId="{EF44C52E-9889-42FD-9DBE-17B21C7D81F5}"/>
    <pc:docChg chg="modSld">
      <pc:chgData name="Danibal, Sofia" userId="65365158-c719-4f1d-ae02-4271cadd350a" providerId="ADAL" clId="{EF44C52E-9889-42FD-9DBE-17B21C7D81F5}" dt="2024-01-15T19:12:20.437" v="0" actId="20577"/>
      <pc:docMkLst>
        <pc:docMk/>
      </pc:docMkLst>
      <pc:sldChg chg="modSp mod">
        <pc:chgData name="Danibal, Sofia" userId="65365158-c719-4f1d-ae02-4271cadd350a" providerId="ADAL" clId="{EF44C52E-9889-42FD-9DBE-17B21C7D81F5}" dt="2024-01-15T19:12:20.437" v="0" actId="20577"/>
        <pc:sldMkLst>
          <pc:docMk/>
          <pc:sldMk cId="3747954151" sldId="2076136212"/>
        </pc:sldMkLst>
        <pc:spChg chg="mod">
          <ac:chgData name="Danibal, Sofia" userId="65365158-c719-4f1d-ae02-4271cadd350a" providerId="ADAL" clId="{EF44C52E-9889-42FD-9DBE-17B21C7D81F5}" dt="2024-01-15T19:12:20.437" v="0" actId="20577"/>
          <ac:spMkLst>
            <pc:docMk/>
            <pc:sldMk cId="3747954151" sldId="2076136212"/>
            <ac:spMk id="47" creationId="{88916E2A-4E45-86B5-A986-94589B9AFC6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AAC62-BF2B-4F17-A281-1372B1E4E7B0}" type="datetimeFigureOut">
              <a:rPr lang="en-US" smtClean="0"/>
              <a:t>3/27/2024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59354-9A81-4987-9140-5CE923F05530}" type="slidenum">
              <a:rPr lang="en-US" smtClean="0"/>
              <a:t>‹#›</a:t>
            </a:fld>
            <a:endParaRPr lang="en-US"/>
          </a:p>
        </p:txBody>
      </p:sp>
    </p:spTree>
    <p:extLst>
      <p:ext uri="{BB962C8B-B14F-4D97-AF65-F5344CB8AC3E}">
        <p14:creationId xmlns:p14="http://schemas.microsoft.com/office/powerpoint/2010/main" val="2935521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a:p>
        </p:txBody>
      </p:sp>
    </p:spTree>
    <p:extLst>
      <p:ext uri="{BB962C8B-B14F-4D97-AF65-F5344CB8AC3E}">
        <p14:creationId xmlns:p14="http://schemas.microsoft.com/office/powerpoint/2010/main" val="2749389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4766-C1B0-42EE-A8CC-394BA0D3A7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AFF0D8-F3F4-4176-AB73-C23367EEDF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F0C5C6-F18A-4FE4-B5A6-8992F879286D}"/>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5" name="Footer Placeholder 4">
            <a:extLst>
              <a:ext uri="{FF2B5EF4-FFF2-40B4-BE49-F238E27FC236}">
                <a16:creationId xmlns:a16="http://schemas.microsoft.com/office/drawing/2014/main" id="{C0CFC83F-DCCD-4AF2-8260-AFD253D666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852342-E448-43DB-B506-CCA2BEB1740E}"/>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56541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AAA1-EC0A-46E6-9332-DEDE592EB2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CB01CB-1A68-431F-9C90-D6C3E85A37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8C8A4-426B-4BBC-9D55-8C9B2E6F269C}"/>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5" name="Footer Placeholder 4">
            <a:extLst>
              <a:ext uri="{FF2B5EF4-FFF2-40B4-BE49-F238E27FC236}">
                <a16:creationId xmlns:a16="http://schemas.microsoft.com/office/drawing/2014/main" id="{E719AD0D-EB31-418C-89B3-04F05D0B4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58A09-9162-4136-B707-9654AEB98664}"/>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79076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D170-D99D-4B74-9BF3-0D9EC0E8FE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9C96A0-89BC-4BF4-B1FB-29F4D6A32E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C38725-D08D-4BD6-861D-CF980D1F7E0E}"/>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5" name="Footer Placeholder 4">
            <a:extLst>
              <a:ext uri="{FF2B5EF4-FFF2-40B4-BE49-F238E27FC236}">
                <a16:creationId xmlns:a16="http://schemas.microsoft.com/office/drawing/2014/main" id="{9C5FBB76-3E78-4B5F-9A37-CF56AFE23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C09EE-43E9-4EAE-AF8D-1E6092B83973}"/>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527719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1123-A841-46D8-813F-A90E554557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7D972E-06C5-42C2-B976-BC019B301B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926D72-BD5B-428F-A34F-4DE2525CB6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F07D4F-4B9E-4393-AE40-6CA9251187EE}"/>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6" name="Footer Placeholder 5">
            <a:extLst>
              <a:ext uri="{FF2B5EF4-FFF2-40B4-BE49-F238E27FC236}">
                <a16:creationId xmlns:a16="http://schemas.microsoft.com/office/drawing/2014/main" id="{68D068A1-8045-4ADA-906F-844627D78E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D2D8E0-3EA2-4BB5-8F90-1F37180F5E6B}"/>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28966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A8E95-24BD-44AE-8EBE-CF7341462E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99CFAE-BA6E-4C1D-98CF-DB46B22F94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C63BE9-4440-4527-BEAC-B5E31B838A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8C0A57-A703-4786-8811-7215CD0569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EC5770-250D-444A-92A8-40B995B3C7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695BDE-59C6-4961-8DC3-3AC2ACB5E7FF}"/>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8" name="Footer Placeholder 7">
            <a:extLst>
              <a:ext uri="{FF2B5EF4-FFF2-40B4-BE49-F238E27FC236}">
                <a16:creationId xmlns:a16="http://schemas.microsoft.com/office/drawing/2014/main" id="{B729A259-0BB7-45D1-8FBC-504BF9F3BB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B4A92B-AC98-4DB3-921F-303CF8D91490}"/>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1905439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D4E4-2D9B-4BCA-A995-8D4AEB67CA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9F9369-0845-4C9C-91E4-41CFC4D2A981}"/>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4" name="Footer Placeholder 3">
            <a:extLst>
              <a:ext uri="{FF2B5EF4-FFF2-40B4-BE49-F238E27FC236}">
                <a16:creationId xmlns:a16="http://schemas.microsoft.com/office/drawing/2014/main" id="{5BF83F7B-3964-439D-8BFA-4F4DB9FA47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D5A799-A788-4AA5-AD62-97373732E21B}"/>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160987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ED551-C51B-4D3D-86C6-C7585CB37D10}"/>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3" name="Footer Placeholder 2">
            <a:extLst>
              <a:ext uri="{FF2B5EF4-FFF2-40B4-BE49-F238E27FC236}">
                <a16:creationId xmlns:a16="http://schemas.microsoft.com/office/drawing/2014/main" id="{BCDA5D5F-8D15-4922-A810-71C052950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51D0C6-BE75-4CCF-92AC-76ED5C77B1CE}"/>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31551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2ED27-5B71-4953-96DB-B2F0F7339A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BAFC44-D1E4-47B0-A0AE-EDAAE9DFCE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6DE38D-F56B-4865-B48E-DF1CE5CE0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5AF5D0-0224-4ACA-B172-23A0BDCC5D36}"/>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6" name="Footer Placeholder 5">
            <a:extLst>
              <a:ext uri="{FF2B5EF4-FFF2-40B4-BE49-F238E27FC236}">
                <a16:creationId xmlns:a16="http://schemas.microsoft.com/office/drawing/2014/main" id="{A9A19C3F-71D2-4DE3-B369-EC03DE6220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787772-C12A-4786-AFBB-526AEFA00580}"/>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4176202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60087-A8AD-4E19-8A44-71A37B615F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21789A-46D2-460F-87B8-22625C8265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B19932-7071-452D-91FF-2C3008DD5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F4F40E-8FC4-4C79-9B32-B2AA72B495F6}"/>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6" name="Footer Placeholder 5">
            <a:extLst>
              <a:ext uri="{FF2B5EF4-FFF2-40B4-BE49-F238E27FC236}">
                <a16:creationId xmlns:a16="http://schemas.microsoft.com/office/drawing/2014/main" id="{87D362E7-2704-475B-8C26-570762BE66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589CB-F0C9-43E5-A742-F260581BBE22}"/>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3711931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802E-C910-4C8A-B05B-72F6B7959D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A7636B-D181-4162-9FBC-CF172B6202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1EF142-3B8B-43FA-86F4-F868058695F0}"/>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5" name="Footer Placeholder 4">
            <a:extLst>
              <a:ext uri="{FF2B5EF4-FFF2-40B4-BE49-F238E27FC236}">
                <a16:creationId xmlns:a16="http://schemas.microsoft.com/office/drawing/2014/main" id="{2E797561-6084-4FD5-87A2-8F186AA0F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7715C-A5DE-415D-B205-27BEDF727D69}"/>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983974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5AA1E0-70D7-40D8-B667-3BDAAFAE06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F1D6A9-2CB9-466C-A5C9-EBA1F37D1E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31BCBC-878D-4F2F-9A09-B09E4A086327}"/>
              </a:ext>
            </a:extLst>
          </p:cNvPr>
          <p:cNvSpPr>
            <a:spLocks noGrp="1"/>
          </p:cNvSpPr>
          <p:nvPr>
            <p:ph type="dt" sz="half" idx="10"/>
          </p:nvPr>
        </p:nvSpPr>
        <p:spPr/>
        <p:txBody>
          <a:bodyPr/>
          <a:lstStyle/>
          <a:p>
            <a:fld id="{77CF3A1A-E8E9-4F1D-A0E4-983A98264649}" type="datetimeFigureOut">
              <a:rPr lang="en-US" smtClean="0"/>
              <a:t>3/27/2024</a:t>
            </a:fld>
            <a:endParaRPr lang="en-US"/>
          </a:p>
        </p:txBody>
      </p:sp>
      <p:sp>
        <p:nvSpPr>
          <p:cNvPr id="5" name="Footer Placeholder 4">
            <a:extLst>
              <a:ext uri="{FF2B5EF4-FFF2-40B4-BE49-F238E27FC236}">
                <a16:creationId xmlns:a16="http://schemas.microsoft.com/office/drawing/2014/main" id="{024FE3E5-28BC-4564-9051-C92E4FCD3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1334E-5062-4EF9-909D-07BA937D9DC9}"/>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817159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2847706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6067176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34317852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2671237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13770704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2168034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7815780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525693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5174598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5753970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Graphik"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1217146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115095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130714297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734271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27242829"/>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3280106"/>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6874161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415050208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88134628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221122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3308195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US"/>
              <a:t>Place agenda summary here </a:t>
            </a:r>
            <a:r>
              <a:rPr lang="en-GB"/>
              <a:t>in GT Sectra Fine </a:t>
            </a:r>
            <a:r>
              <a:rPr lang="en-GB" err="1"/>
              <a:t>Rg</a:t>
            </a:r>
            <a:r>
              <a:rPr lang="en-GB"/>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576229544"/>
      </p:ext>
    </p:extLst>
  </p:cSld>
  <p:clrMapOvr>
    <a:masterClrMapping/>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467828348"/>
      </p:ext>
    </p:extLst>
  </p:cSld>
  <p:clrMapOvr>
    <a:masterClrMapping/>
  </p:clrMapOvr>
  <p:hf hdr="0" dt="0"/>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98348549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87256100"/>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264505260"/>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63726252"/>
      </p:ext>
    </p:extLst>
  </p:cSld>
  <p:clrMapOvr>
    <a:masterClrMapping/>
  </p:clrMapOvr>
  <p:hf hdr="0" dt="0"/>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46318394"/>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392814153"/>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556802156"/>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868256720"/>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88780762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Graphik"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Graphik"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318931921"/>
      </p:ext>
    </p:extLst>
  </p:cSld>
  <p:clrMapOvr>
    <a:masterClrMapping/>
  </p:clrMapOvr>
  <p:hf hdr="0" dt="0"/>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3329008253"/>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20918766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8377504"/>
      </p:ext>
    </p:extLst>
  </p:cSld>
  <p:clrMapOvr>
    <a:masterClrMapping/>
  </p:clrMapOvr>
  <p:hf hdr="0" dt="0"/>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Graphik"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63949386"/>
      </p:ext>
    </p:extLst>
  </p:cSld>
  <p:clrMapOvr>
    <a:masterClrMapping/>
  </p:clrMapOvr>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Graphik" panose="020B0604020202020204" pitchFamily="34" charset="0"/>
              <a:buChar char="•"/>
              <a:defRPr sz="1800">
                <a:solidFill>
                  <a:schemeClr val="tx1"/>
                </a:solidFill>
              </a:defRPr>
            </a:lvl2pPr>
            <a:lvl3pPr marL="457200">
              <a:buFont typeface="Graphik" panose="020B0503030202060203" pitchFamily="34" charset="0"/>
              <a:buChar char="–"/>
              <a:defRPr sz="1800">
                <a:solidFill>
                  <a:schemeClr val="tx1"/>
                </a:solidFill>
              </a:defRPr>
            </a:lvl3pPr>
            <a:lvl4pPr marL="685800">
              <a:buFont typeface="Graphik" panose="020B0604020202020204" pitchFamily="34" charset="0"/>
              <a:buChar char="•"/>
              <a:defRPr sz="1600">
                <a:solidFill>
                  <a:schemeClr val="tx1"/>
                </a:solidFill>
              </a:defRPr>
            </a:lvl4pPr>
            <a:lvl5pPr marL="914400">
              <a:buFont typeface="Graphik" panose="020B0503030202060203" pitchFamily="34" charset="0"/>
              <a:buChar char="–"/>
              <a:defRPr sz="1600">
                <a:solidFill>
                  <a:schemeClr val="tx1"/>
                </a:solidFill>
              </a:defRPr>
            </a:lvl5pPr>
          </a:lstStyle>
          <a:p>
            <a:pPr lvl="0"/>
            <a:r>
              <a:rPr lang="en-GB"/>
              <a:t>Place sub-headline here in GT Sectra Fine </a:t>
            </a:r>
            <a:r>
              <a:rPr lang="en-GB" err="1"/>
              <a:t>Rg</a:t>
            </a:r>
            <a:r>
              <a:rPr lang="en-GB"/>
              <a:t>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5682270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877361043"/>
      </p:ext>
    </p:extLst>
  </p:cSld>
  <p:clrMapOvr>
    <a:masterClrMapping/>
  </p:clrMapOvr>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33726555"/>
      </p:ext>
    </p:extLst>
  </p:cSld>
  <p:clrMapOvr>
    <a:masterClrMapping/>
  </p:clrMapOvr>
  <p:hf hdr="0" dt="0"/>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380441172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50407786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66220434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75485394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5107668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054819979"/>
      </p:ext>
    </p:extLst>
  </p:cSld>
  <p:clrMapOvr>
    <a:masterClrMapping/>
  </p:clrMapOvr>
  <p:hf hdr="0" dt="0"/>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4780009"/>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82060565"/>
      </p:ext>
    </p:extLst>
  </p:cSld>
  <p:clrMapOvr>
    <a:masterClrMapping/>
  </p:clrMapOvr>
  <p:hf hdr="0" dt="0"/>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Graphik" pitchFamily="34" charset="0"/>
              <a:buNone/>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Graphik" pitchFamily="34" charset="0"/>
              <a:buChar char="‒"/>
              <a:tabLst/>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Graphik" pitchFamily="34" charset="0"/>
              <a:buNone/>
            </a:pPr>
            <a:r>
              <a:rPr lang="en-US"/>
              <a:t>CATEGORY</a:t>
            </a:r>
            <a:endParaRPr lang="en-AU"/>
          </a:p>
        </p:txBody>
      </p:sp>
    </p:spTree>
    <p:extLst>
      <p:ext uri="{BB962C8B-B14F-4D97-AF65-F5344CB8AC3E}">
        <p14:creationId xmlns:p14="http://schemas.microsoft.com/office/powerpoint/2010/main" val="111956369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oleObject" Target="../embeddings/oleObject1.bin"/><Relationship Id="rId5" Type="http://schemas.openxmlformats.org/officeDocument/2006/relationships/slideLayout" Target="../slideLayouts/slideLayout1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ags" Target="../tags/tag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tags" Target="../tags/tag1.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image" Target="../media/image1.emf"/><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363B39-D0EC-4F45-AA3D-D0B39B9B3A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2061E0-1F00-4058-9465-8DFE3CCBC0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83CB0-1328-4CFC-811B-6316DE07C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F3A1A-E8E9-4F1D-A0E4-983A98264649}" type="datetimeFigureOut">
              <a:rPr lang="en-US" smtClean="0"/>
              <a:t>3/27/2024</a:t>
            </a:fld>
            <a:endParaRPr lang="en-US"/>
          </a:p>
        </p:txBody>
      </p:sp>
      <p:sp>
        <p:nvSpPr>
          <p:cNvPr id="5" name="Footer Placeholder 4">
            <a:extLst>
              <a:ext uri="{FF2B5EF4-FFF2-40B4-BE49-F238E27FC236}">
                <a16:creationId xmlns:a16="http://schemas.microsoft.com/office/drawing/2014/main" id="{5A2EC30C-8EF3-4E47-8B26-4FAA64C149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E41EA07-B266-4D79-A329-C70E2F166B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65103A-1B8E-4DB3-9398-D9E2B8A04713}" type="slidenum">
              <a:rPr lang="en-US" smtClean="0"/>
              <a:t>‹#›</a:t>
            </a:fld>
            <a:endParaRPr lang="en-US"/>
          </a:p>
        </p:txBody>
      </p:sp>
    </p:spTree>
    <p:extLst>
      <p:ext uri="{BB962C8B-B14F-4D97-AF65-F5344CB8AC3E}">
        <p14:creationId xmlns:p14="http://schemas.microsoft.com/office/powerpoint/2010/main" val="801406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937483A8-E899-0C9C-DC82-453B940B15E0}"/>
              </a:ext>
            </a:extLst>
          </p:cNvPr>
          <p:cNvGraphicFramePr>
            <a:graphicFrameLocks noChangeAspect="1"/>
          </p:cNvGraphicFramePr>
          <p:nvPr userDrawn="1">
            <p:custDataLst>
              <p:tags r:id="rId51"/>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532" imgH="530" progId="TCLayout.ActiveDocument.1">
                  <p:embed/>
                </p:oleObj>
              </mc:Choice>
              <mc:Fallback>
                <p:oleObj name="think-cell Slide" r:id="rId53" imgW="532" imgH="530" progId="TCLayout.ActiveDocument.1">
                  <p:embed/>
                  <p:pic>
                    <p:nvPicPr>
                      <p:cNvPr id="5" name="Object 4" hidden="1">
                        <a:extLst>
                          <a:ext uri="{FF2B5EF4-FFF2-40B4-BE49-F238E27FC236}">
                            <a16:creationId xmlns:a16="http://schemas.microsoft.com/office/drawing/2014/main" id="{937483A8-E899-0C9C-DC82-453B940B15E0}"/>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1B92786-28A6-2E84-7F69-1F45B9050E9B}"/>
              </a:ext>
            </a:extLst>
          </p:cNvPr>
          <p:cNvSpPr/>
          <p:nvPr userDrawn="1">
            <p:custDataLst>
              <p:tags r:id="rId52"/>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1273008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2.xml"/><Relationship Id="rId5" Type="http://schemas.openxmlformats.org/officeDocument/2006/relationships/image" Target="../media/image16.png"/><Relationship Id="rId4"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diagram&#10;&#10;Description automatically generated">
            <a:extLst>
              <a:ext uri="{FF2B5EF4-FFF2-40B4-BE49-F238E27FC236}">
                <a16:creationId xmlns:a16="http://schemas.microsoft.com/office/drawing/2014/main" id="{339CA5F8-5150-298C-D8C9-4C8811B32464}"/>
              </a:ext>
            </a:extLst>
          </p:cNvPr>
          <p:cNvPicPr>
            <a:picLocks noGrp="1" noRot="1" noChangeAspect="1" noMove="1" noResize="1" noEditPoints="1" noAdjustHandles="1" noChangeArrowheads="1" noChangeShapeType="1" noCrop="1"/>
          </p:cNvPicPr>
          <p:nvPr/>
        </p:nvPicPr>
        <p:blipFill>
          <a:blip r:embed="rId3"/>
          <a:stretch>
            <a:fillRect/>
          </a:stretch>
        </p:blipFill>
        <p:spPr>
          <a:xfrm>
            <a:off x="1" y="0"/>
            <a:ext cx="12191999" cy="6352674"/>
          </a:xfrm>
          <a:prstGeom prst="rect">
            <a:avLst/>
          </a:prstGeom>
        </p:spPr>
      </p:pic>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100870" y="208333"/>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dirty="0">
                <a:solidFill>
                  <a:schemeClr val="accent3"/>
                </a:solidFill>
                <a:latin typeface="Graphik"/>
              </a:rPr>
              <a:t>Sofia Danibal</a:t>
            </a:r>
          </a:p>
          <a:p>
            <a:pPr marL="0" indent="0">
              <a:buNone/>
            </a:pPr>
            <a:endParaRPr lang="en-US" sz="3200" b="1" dirty="0">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875000" y="956458"/>
            <a:ext cx="4712989" cy="1405505"/>
          </a:xfrm>
          <a:prstGeom prst="rect">
            <a:avLst/>
          </a:prstGeom>
        </p:spPr>
        <p:txBody>
          <a:bodyPr vert="horz" lIns="0" tIns="0" rIns="0" bIns="0" rtlCol="0" anchor="t">
            <a:norm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n-US" sz="2000" b="0" i="0" u="none" strike="noStrike" kern="1200" cap="none" spc="0" normalizeH="0" baseline="0" noProof="0" dirty="0">
                <a:ln>
                  <a:noFill/>
                </a:ln>
                <a:solidFill>
                  <a:srgbClr val="460073"/>
                </a:solidFill>
                <a:effectLst/>
                <a:uLnTx/>
                <a:uFillTx/>
                <a:latin typeface="Graphik Black"/>
                <a:ea typeface="+mn-ea"/>
                <a:cs typeface="+mn-cs"/>
              </a:rPr>
              <a:t>Data Engineering Specialist</a:t>
            </a:r>
          </a:p>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s-AR" sz="1200" b="0" i="0" u="none" strike="noStrike" kern="1200" cap="none" spc="0" normalizeH="0" baseline="0" noProof="0" dirty="0">
                <a:ln>
                  <a:noFill/>
                </a:ln>
                <a:solidFill>
                  <a:srgbClr val="000000"/>
                </a:solidFill>
                <a:effectLst/>
                <a:uLnTx/>
                <a:uFillTx/>
                <a:latin typeface="Graphik"/>
                <a:ea typeface="+mn-ea"/>
                <a:cs typeface="+mn-cs"/>
              </a:rPr>
              <a:t>Technology /</a:t>
            </a:r>
            <a:r>
              <a:rPr lang="es-AR" sz="1200" dirty="0"/>
              <a:t> Data &amp; AI</a:t>
            </a:r>
            <a:endParaRPr kumimoji="0" lang="es-AR" sz="12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lang="en-US" sz="1200" b="1" dirty="0">
                <a:solidFill>
                  <a:srgbClr val="000000"/>
                </a:solidFill>
                <a:latin typeface="Graphik"/>
              </a:rPr>
              <a:t>sofia.danibal@accenture.com</a:t>
            </a:r>
            <a:endParaRPr kumimoji="0" lang="en-US" sz="1200" b="1" i="0" u="none" strike="noStrike" kern="1200" cap="none" spc="0" normalizeH="0" baseline="0" noProof="0" dirty="0">
              <a:ln>
                <a:noFill/>
              </a:ln>
              <a:solidFill>
                <a:srgbClr val="000000"/>
              </a:solidFill>
              <a:effectLst/>
              <a:uLnTx/>
              <a:uFillTx/>
              <a:latin typeface="Graphik"/>
              <a:ea typeface="+mn-ea"/>
              <a:cs typeface="+mn-cs"/>
            </a:endParaRPr>
          </a:p>
          <a:p>
            <a:pPr marL="0" indent="0">
              <a:buNone/>
            </a:pPr>
            <a:r>
              <a:rPr lang="en-US" sz="1200" dirty="0">
                <a:latin typeface="Graphik"/>
              </a:rPr>
              <a:t>Buenos Aires, Argentina</a:t>
            </a:r>
          </a:p>
          <a:p>
            <a:endParaRPr lang="en-US" sz="900" b="1" dirty="0"/>
          </a:p>
          <a:p>
            <a:endParaRPr lang="en-US" sz="1200" dirty="0"/>
          </a:p>
          <a:p>
            <a:endParaRPr lang="en-US" dirty="0"/>
          </a:p>
        </p:txBody>
      </p:sp>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46057"/>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07844" y="312234"/>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a:solidFill>
                  <a:schemeClr val="accent2"/>
                </a:solidFill>
                <a:latin typeface="+mj-lt"/>
              </a:rPr>
              <a:t>SELECTED EXPERIENCE </a:t>
            </a:r>
            <a:endParaRPr lang="en-US" sz="1600" b="1">
              <a:solidFill>
                <a:schemeClr val="accent2"/>
              </a:solidFill>
              <a:latin typeface="+mj-lt"/>
            </a:endParaRPr>
          </a:p>
        </p:txBody>
      </p:sp>
      <p:sp>
        <p:nvSpPr>
          <p:cNvPr id="12" name="Rectangle 11">
            <a:extLst>
              <a:ext uri="{FF2B5EF4-FFF2-40B4-BE49-F238E27FC236}">
                <a16:creationId xmlns:a16="http://schemas.microsoft.com/office/drawing/2014/main" id="{C99CBEA1-1572-AE45-9D04-FA330F835AD4}"/>
              </a:ext>
            </a:extLst>
          </p:cNvPr>
          <p:cNvSpPr/>
          <p:nvPr/>
        </p:nvSpPr>
        <p:spPr>
          <a:xfrm>
            <a:off x="118899" y="5592789"/>
            <a:ext cx="3252480" cy="620941"/>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3" name="Rectangle 22">
            <a:extLst>
              <a:ext uri="{FF2B5EF4-FFF2-40B4-BE49-F238E27FC236}">
                <a16:creationId xmlns:a16="http://schemas.microsoft.com/office/drawing/2014/main" id="{CB125A6B-6104-78D8-2910-B3EC4F868DBE}"/>
              </a:ext>
            </a:extLst>
          </p:cNvPr>
          <p:cNvSpPr/>
          <p:nvPr/>
        </p:nvSpPr>
        <p:spPr>
          <a:xfrm>
            <a:off x="3431213" y="2347568"/>
            <a:ext cx="3246987" cy="281697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3717865" y="2598950"/>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a:solidFill>
                  <a:schemeClr val="accent2"/>
                </a:solidFill>
                <a:latin typeface="+mj-lt"/>
              </a:rPr>
              <a:t>HARD/SOFT SKILLS &amp; TOOLS</a:t>
            </a:r>
            <a:endParaRPr lang="en-US" sz="1000" b="1">
              <a:solidFill>
                <a:schemeClr val="accent2"/>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144764" y="2510952"/>
            <a:ext cx="3258541" cy="2238889"/>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r>
              <a:rPr lang="en-US" sz="1050" dirty="0"/>
              <a:t>13 years in the systems area and more than 7 years working in process automation, in different languages. She developed the role of Team Lead, QA and Technical Architect for automations in the Blue Prism tool and Automation Anywhere. She was part of different projects in the financial services industry, where different processes were automated, mostly financial and administrative. She is currently developing as a PM &amp; Scrum on a ML project for the AI team.</a:t>
            </a:r>
          </a:p>
        </p:txBody>
      </p:sp>
      <p:grpSp>
        <p:nvGrpSpPr>
          <p:cNvPr id="27" name="Group 26">
            <a:extLst>
              <a:ext uri="{FF2B5EF4-FFF2-40B4-BE49-F238E27FC236}">
                <a16:creationId xmlns:a16="http://schemas.microsoft.com/office/drawing/2014/main" id="{FA82F26F-973E-6E47-064A-E58BB5E2C6B3}"/>
              </a:ext>
            </a:extLst>
          </p:cNvPr>
          <p:cNvGrpSpPr>
            <a:grpSpLocks/>
          </p:cNvGrpSpPr>
          <p:nvPr/>
        </p:nvGrpSpPr>
        <p:grpSpPr>
          <a:xfrm>
            <a:off x="328699" y="2551539"/>
            <a:ext cx="2900108" cy="2643657"/>
            <a:chOff x="652656" y="2290048"/>
            <a:chExt cx="2900108" cy="2643657"/>
          </a:xfrm>
        </p:grpSpPr>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652656" y="2290048"/>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PROFESSIONAL BACKGROUND</a:t>
              </a:r>
            </a:p>
            <a:p>
              <a:pPr marL="0" indent="0">
                <a:buNone/>
              </a:pPr>
              <a:endParaRPr lang="en-US" sz="1200" b="1" dirty="0">
                <a:solidFill>
                  <a:schemeClr val="accent1"/>
                </a:solidFill>
                <a:latin typeface="+mj-lt"/>
              </a:endParaRPr>
            </a:p>
          </p:txBody>
        </p:sp>
        <p:sp>
          <p:nvSpPr>
            <p:cNvPr id="35" name="Text Placeholder 4">
              <a:extLst>
                <a:ext uri="{FF2B5EF4-FFF2-40B4-BE49-F238E27FC236}">
                  <a16:creationId xmlns:a16="http://schemas.microsoft.com/office/drawing/2014/main" id="{CAE6442A-7F7A-7520-E012-744876DD2E5B}"/>
                </a:ext>
              </a:extLst>
            </p:cNvPr>
            <p:cNvSpPr txBox="1">
              <a:spLocks/>
            </p:cNvSpPr>
            <p:nvPr/>
          </p:nvSpPr>
          <p:spPr>
            <a:xfrm>
              <a:off x="664986" y="4595043"/>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EDUCATION</a:t>
              </a:r>
              <a:endParaRPr lang="en-US" sz="1200" b="1" dirty="0">
                <a:solidFill>
                  <a:schemeClr val="accent1"/>
                </a:solidFill>
                <a:latin typeface="+mj-lt"/>
              </a:endParaRPr>
            </a:p>
          </p:txBody>
        </p:sp>
      </p:gr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28699" y="5594214"/>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LANGUAGES</a:t>
            </a:r>
            <a:endParaRPr lang="en-US" sz="1200" b="1">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3717864" y="2425651"/>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AREA OF EXPERTISE</a:t>
            </a:r>
            <a:endParaRPr lang="en-US" sz="1200" b="1" dirty="0">
              <a:solidFill>
                <a:schemeClr val="accent1"/>
              </a:solidFill>
              <a:latin typeface="+mj-lt"/>
            </a:endParaRPr>
          </a:p>
        </p:txBody>
      </p:sp>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3679756" y="5301889"/>
            <a:ext cx="1278123"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INDUSTRY</a:t>
            </a:r>
            <a:endParaRPr lang="en-US" sz="1200" b="1">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3605712" y="2874620"/>
            <a:ext cx="2668543" cy="2215307"/>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kumimoji="0" lang="en-US" b="1" i="0" u="none" strike="noStrike" kern="1200" cap="none" spc="0" normalizeH="0" baseline="0" noProof="0" dirty="0">
                <a:ln>
                  <a:noFill/>
                </a:ln>
                <a:solidFill>
                  <a:srgbClr val="460073"/>
                </a:solidFill>
                <a:effectLst/>
                <a:uLnTx/>
                <a:uFillTx/>
                <a:latin typeface="Graphik"/>
                <a:ea typeface="+mn-ea"/>
                <a:cs typeface="+mn-cs"/>
              </a:rPr>
              <a:t>Dev</a:t>
            </a:r>
            <a:r>
              <a:rPr kumimoji="0" lang="en-US" sz="800" b="1" i="0" u="none" strike="noStrike" kern="1200" cap="none" spc="0" normalizeH="0" baseline="0" noProof="0" dirty="0">
                <a:ln>
                  <a:noFill/>
                </a:ln>
                <a:solidFill>
                  <a:srgbClr val="460073"/>
                </a:solidFill>
                <a:effectLst/>
                <a:uLnTx/>
                <a:uFillTx/>
                <a:latin typeface="Graphik"/>
                <a:ea typeface="+mn-ea"/>
                <a:cs typeface="+mn-cs"/>
              </a:rPr>
              <a:t>:  </a:t>
            </a:r>
            <a:r>
              <a:rPr lang="en-US" b="0" dirty="0">
                <a:solidFill>
                  <a:srgbClr val="000000"/>
                </a:solidFill>
                <a:latin typeface="Graphik"/>
              </a:rPr>
              <a:t>SQL, Java, C++, C</a:t>
            </a:r>
            <a:r>
              <a:rPr lang="en-US" b="0">
                <a:solidFill>
                  <a:srgbClr val="000000"/>
                </a:solidFill>
                <a:latin typeface="Graphik"/>
              </a:rPr>
              <a:t>#, Python, </a:t>
            </a:r>
            <a:r>
              <a:rPr lang="en-US" b="0" dirty="0">
                <a:solidFill>
                  <a:srgbClr val="000000"/>
                </a:solidFill>
                <a:latin typeface="Graphik"/>
              </a:rPr>
              <a:t>PHP, JS</a:t>
            </a:r>
            <a:endParaRPr kumimoji="0" lang="en-US" sz="8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lang="en-US" dirty="0">
                <a:solidFill>
                  <a:srgbClr val="460073"/>
                </a:solidFill>
                <a:latin typeface="Graphik"/>
              </a:rPr>
              <a:t>DB</a:t>
            </a:r>
            <a:r>
              <a:rPr kumimoji="0" lang="en-US" sz="800" b="1" i="0" u="none" strike="noStrike" kern="1200" cap="none" spc="0" normalizeH="0" baseline="0" noProof="0" dirty="0">
                <a:ln>
                  <a:noFill/>
                </a:ln>
                <a:solidFill>
                  <a:srgbClr val="460073"/>
                </a:solidFill>
                <a:effectLst/>
                <a:uLnTx/>
                <a:uFillTx/>
                <a:latin typeface="Graphik"/>
                <a:ea typeface="+mn-ea"/>
                <a:cs typeface="+mn-cs"/>
              </a:rPr>
              <a:t>: </a:t>
            </a:r>
            <a:r>
              <a:rPr lang="en-US" b="0" dirty="0">
                <a:solidFill>
                  <a:srgbClr val="000000"/>
                </a:solidFill>
                <a:latin typeface="Graphik"/>
              </a:rPr>
              <a:t>Oracle/</a:t>
            </a:r>
            <a:r>
              <a:rPr lang="en-US" b="0" dirty="0" err="1">
                <a:solidFill>
                  <a:srgbClr val="000000"/>
                </a:solidFill>
                <a:latin typeface="Graphik"/>
              </a:rPr>
              <a:t>SQLServer</a:t>
            </a:r>
            <a:r>
              <a:rPr lang="en-US" b="0" dirty="0">
                <a:solidFill>
                  <a:srgbClr val="000000"/>
                </a:solidFill>
                <a:latin typeface="Graphik"/>
              </a:rPr>
              <a:t>/PostgreSQL/ MySQL/MongoDB/Cassandra</a:t>
            </a:r>
            <a:endParaRPr kumimoji="0" lang="en-US" sz="8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lang="en-US" dirty="0">
                <a:solidFill>
                  <a:srgbClr val="460073"/>
                </a:solidFill>
                <a:latin typeface="Graphik"/>
              </a:rPr>
              <a:t>AI: </a:t>
            </a:r>
            <a:r>
              <a:rPr lang="en-US" b="0" dirty="0" err="1">
                <a:solidFill>
                  <a:srgbClr val="000000"/>
                </a:solidFill>
                <a:latin typeface="Graphik"/>
              </a:rPr>
              <a:t>AzureML</a:t>
            </a:r>
            <a:r>
              <a:rPr lang="en-US" b="0" dirty="0">
                <a:solidFill>
                  <a:srgbClr val="000000"/>
                </a:solidFill>
                <a:latin typeface="Graphik"/>
              </a:rPr>
              <a:t>/</a:t>
            </a:r>
            <a:r>
              <a:rPr lang="en-US" b="0" dirty="0" err="1">
                <a:solidFill>
                  <a:srgbClr val="000000"/>
                </a:solidFill>
                <a:latin typeface="Graphik"/>
              </a:rPr>
              <a:t>AzureFunctions</a:t>
            </a:r>
            <a:r>
              <a:rPr lang="en-US" b="0" dirty="0">
                <a:solidFill>
                  <a:srgbClr val="000000"/>
                </a:solidFill>
                <a:latin typeface="Graphik"/>
              </a:rPr>
              <a:t>/TensorFlow/</a:t>
            </a:r>
          </a:p>
          <a:p>
            <a:pPr marL="0" marR="0" lvl="0" indent="0" algn="l" defTabSz="914400" rtl="0" eaLnBrk="1" fontAlgn="base" latinLnBrk="0" hangingPunct="1">
              <a:lnSpc>
                <a:spcPct val="100000"/>
              </a:lnSpc>
              <a:spcBef>
                <a:spcPts val="0"/>
              </a:spcBef>
              <a:spcAft>
                <a:spcPts val="0"/>
              </a:spcAft>
              <a:buClr>
                <a:srgbClr val="A100FF"/>
              </a:buClr>
              <a:buSzTx/>
              <a:buNone/>
              <a:tabLst/>
              <a:defRPr/>
            </a:pPr>
            <a:r>
              <a:rPr lang="en-US" b="0" dirty="0">
                <a:solidFill>
                  <a:srgbClr val="000000"/>
                </a:solidFill>
                <a:latin typeface="Graphik"/>
              </a:rPr>
              <a:t>     YOLO</a:t>
            </a:r>
          </a:p>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lang="en-US" dirty="0">
                <a:solidFill>
                  <a:srgbClr val="460073"/>
                </a:solidFill>
                <a:latin typeface="Graphik"/>
              </a:rPr>
              <a:t>Others: </a:t>
            </a:r>
            <a:r>
              <a:rPr lang="en-US" b="0" dirty="0">
                <a:solidFill>
                  <a:srgbClr val="000000"/>
                </a:solidFill>
                <a:latin typeface="Graphik"/>
              </a:rPr>
              <a:t> GIT, Docker, APIS’s, Azure DevOps, Software Architecture, Team leadership, Agile methodologies</a:t>
            </a:r>
          </a:p>
          <a:p>
            <a:endParaRPr lang="en-US" dirty="0"/>
          </a:p>
          <a:p>
            <a:endParaRPr lang="en-US" dirty="0"/>
          </a:p>
          <a:p>
            <a:endParaRPr lang="en-US" dirty="0"/>
          </a:p>
        </p:txBody>
      </p:sp>
      <p:sp>
        <p:nvSpPr>
          <p:cNvPr id="48" name="Text Placeholder 13">
            <a:extLst>
              <a:ext uri="{FF2B5EF4-FFF2-40B4-BE49-F238E27FC236}">
                <a16:creationId xmlns:a16="http://schemas.microsoft.com/office/drawing/2014/main" id="{CE6DAE4F-8226-621D-1573-393F25103FEA}"/>
              </a:ext>
            </a:extLst>
          </p:cNvPr>
          <p:cNvSpPr txBox="1">
            <a:spLocks/>
          </p:cNvSpPr>
          <p:nvPr/>
        </p:nvSpPr>
        <p:spPr>
          <a:xfrm>
            <a:off x="221046" y="5117539"/>
            <a:ext cx="3106657" cy="620940"/>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spcBef>
                <a:spcPts val="600"/>
              </a:spcBef>
              <a:buFont typeface="Arial" panose="020B0604020202020204" pitchFamily="34" charset="0"/>
              <a:buChar char="•"/>
              <a:defRPr/>
            </a:pPr>
            <a:r>
              <a:rPr lang="en-US" sz="1000" dirty="0">
                <a:solidFill>
                  <a:prstClr val="black"/>
                </a:solidFill>
              </a:rPr>
              <a:t>Tecnicatura en Informatica - graduated</a:t>
            </a:r>
          </a:p>
          <a:p>
            <a:pPr marL="171450" lvl="0" indent="-171450">
              <a:spcBef>
                <a:spcPts val="600"/>
              </a:spcBef>
              <a:buFont typeface="Arial" panose="020B0604020202020204" pitchFamily="34" charset="0"/>
              <a:buChar char="•"/>
              <a:defRPr/>
            </a:pPr>
            <a:r>
              <a:rPr lang="en-US" sz="1000" dirty="0">
                <a:solidFill>
                  <a:prstClr val="black"/>
                </a:solidFill>
              </a:rPr>
              <a:t>Licenciatura en Sistemas – in progress (UNGS)</a:t>
            </a:r>
            <a:endParaRPr lang="en-US" sz="1000" dirty="0"/>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202406" y="2732286"/>
            <a:ext cx="2702016" cy="1062078"/>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spcBef>
                <a:spcPts val="600"/>
              </a:spcBef>
              <a:buFont typeface="Arial" panose="020B0604020202020204" pitchFamily="34" charset="0"/>
              <a:buChar char="•"/>
              <a:defRPr/>
            </a:pPr>
            <a:endParaRPr lang="en-US" sz="1000" dirty="0"/>
          </a:p>
          <a:p>
            <a:pPr marL="171450" indent="-171450">
              <a:buChar char="•"/>
            </a:pPr>
            <a:endParaRPr lang="en-US" sz="1000" dirty="0"/>
          </a:p>
          <a:p>
            <a:endParaRPr lang="es-AR" sz="1000" dirty="0">
              <a:latin typeface="Graphik"/>
            </a:endParaRPr>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49438" y="5806317"/>
            <a:ext cx="2702016"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English (B1)</a:t>
            </a:r>
          </a:p>
          <a:p>
            <a:r>
              <a:rPr lang="en-US" dirty="0"/>
              <a:t>Spanish (Native)</a:t>
            </a:r>
          </a:p>
          <a:p>
            <a:pPr marL="0" indent="0">
              <a:buNone/>
            </a:pPr>
            <a:endParaRPr lang="en-US" dirty="0"/>
          </a:p>
          <a:p>
            <a:endParaRPr lang="es-AR" dirty="0"/>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3597166" y="5523679"/>
            <a:ext cx="3044481"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Energy  - Banking</a:t>
            </a:r>
          </a:p>
          <a:p>
            <a:r>
              <a:rPr lang="en-US" dirty="0"/>
              <a:t>Oil &amp; Gas – Retail </a:t>
            </a:r>
          </a:p>
        </p:txBody>
      </p:sp>
      <p:sp>
        <p:nvSpPr>
          <p:cNvPr id="67" name="Text Placeholder 11">
            <a:extLst>
              <a:ext uri="{FF2B5EF4-FFF2-40B4-BE49-F238E27FC236}">
                <a16:creationId xmlns:a16="http://schemas.microsoft.com/office/drawing/2014/main" id="{C6A51E4F-7155-0013-A033-1BFC0B3D9F3D}"/>
              </a:ext>
            </a:extLst>
          </p:cNvPr>
          <p:cNvSpPr txBox="1">
            <a:spLocks/>
          </p:cNvSpPr>
          <p:nvPr/>
        </p:nvSpPr>
        <p:spPr>
          <a:xfrm>
            <a:off x="6907843" y="733213"/>
            <a:ext cx="5081751" cy="5510185"/>
          </a:xfrm>
          <a:prstGeom prst="rect">
            <a:avLst/>
          </a:prstGeom>
        </p:spPr>
        <p:txBody>
          <a:bodyPr vert="horz" lIns="0" tIns="0" rIns="0" bIns="0" rtlCol="0" anchor="t">
            <a:no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just">
              <a:spcBef>
                <a:spcPts val="100"/>
              </a:spcBef>
              <a:spcAft>
                <a:spcPts val="300"/>
              </a:spcAft>
            </a:pPr>
            <a:r>
              <a:rPr lang="en-US" sz="1000" dirty="0">
                <a:solidFill>
                  <a:srgbClr val="000000"/>
                </a:solidFill>
                <a:latin typeface="+mn-lt"/>
              </a:rPr>
              <a:t>PM &amp; Scrum @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PM &amp; Scrum</a:t>
            </a:r>
          </a:p>
          <a:p>
            <a:pPr marL="285750" indent="-285750">
              <a:spcAft>
                <a:spcPts val="300"/>
              </a:spcAft>
              <a:buFont typeface="Arial" panose="020B0604020202020204" pitchFamily="34" charset="0"/>
              <a:buChar char="•"/>
            </a:pPr>
            <a:r>
              <a:rPr lang="en-US" sz="1000" b="0" dirty="0">
                <a:solidFill>
                  <a:schemeClr val="accent6">
                    <a:lumMod val="50000"/>
                  </a:schemeClr>
                </a:solidFill>
                <a:latin typeface="+mn-lt"/>
                <a:cs typeface="Calibri" panose="020F0502020204030204" pitchFamily="34" charset="0"/>
              </a:rPr>
              <a:t>AI Team</a:t>
            </a:r>
          </a:p>
          <a:p>
            <a:pPr marL="285750" indent="-285750">
              <a:spcAft>
                <a:spcPts val="300"/>
              </a:spcAft>
              <a:buFont typeface="Arial" panose="020B0604020202020204" pitchFamily="34" charset="0"/>
              <a:buChar char="•"/>
            </a:pPr>
            <a:r>
              <a:rPr lang="en-US" sz="1000" b="0" dirty="0">
                <a:solidFill>
                  <a:schemeClr val="accent6">
                    <a:lumMod val="50000"/>
                  </a:schemeClr>
                </a:solidFill>
                <a:latin typeface="+mn-lt"/>
                <a:cs typeface="Calibri" panose="020F0502020204030204" pitchFamily="34" charset="0"/>
              </a:rPr>
              <a:t>ML, Azure, Python</a:t>
            </a:r>
            <a:endParaRPr lang="en-US" sz="1000" dirty="0">
              <a:solidFill>
                <a:schemeClr val="accent6">
                  <a:lumMod val="50000"/>
                </a:schemeClr>
              </a:solidFill>
              <a:latin typeface="+mn-lt"/>
            </a:endParaRPr>
          </a:p>
          <a:p>
            <a:pPr algn="just">
              <a:spcBef>
                <a:spcPts val="100"/>
              </a:spcBef>
              <a:spcAft>
                <a:spcPts val="300"/>
              </a:spcAft>
            </a:pPr>
            <a:r>
              <a:rPr lang="en-US" sz="1000" dirty="0">
                <a:solidFill>
                  <a:srgbClr val="000000"/>
                </a:solidFill>
                <a:latin typeface="+mn-lt"/>
              </a:rPr>
              <a:t>Technical Lead @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Technical Lead</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 Grupo Petersen</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Blue Prism </a:t>
            </a:r>
          </a:p>
          <a:p>
            <a:pPr algn="just">
              <a:spcBef>
                <a:spcPts val="100"/>
              </a:spcBef>
              <a:spcAft>
                <a:spcPts val="300"/>
              </a:spcAft>
            </a:pPr>
            <a:r>
              <a:rPr lang="en-US" sz="1000" dirty="0">
                <a:solidFill>
                  <a:srgbClr val="000000"/>
                </a:solidFill>
                <a:latin typeface="+mn-lt"/>
              </a:rPr>
              <a:t>QA @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QA</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 Prisma Medios de Pagos</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Blue Prism</a:t>
            </a:r>
          </a:p>
          <a:p>
            <a:pPr algn="just">
              <a:spcBef>
                <a:spcPts val="100"/>
              </a:spcBef>
              <a:spcAft>
                <a:spcPts val="300"/>
              </a:spcAft>
            </a:pPr>
            <a:r>
              <a:rPr lang="en-US" sz="1000" dirty="0">
                <a:solidFill>
                  <a:srgbClr val="000000"/>
                </a:solidFill>
                <a:latin typeface="+mn-lt"/>
              </a:rPr>
              <a:t>Sr. Developer @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Sr. Developer</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 Banco Galicia</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Blue Prism</a:t>
            </a:r>
          </a:p>
          <a:p>
            <a:pPr algn="just">
              <a:spcBef>
                <a:spcPts val="100"/>
              </a:spcBef>
              <a:spcAft>
                <a:spcPts val="300"/>
              </a:spcAft>
            </a:pPr>
            <a:r>
              <a:rPr lang="en-US" sz="1000" dirty="0">
                <a:solidFill>
                  <a:srgbClr val="000000"/>
                </a:solidFill>
                <a:latin typeface="+mn-lt"/>
              </a:rPr>
              <a:t>Semi Sr. Developer @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Sr. Developer</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Projects: Banco Santander, HSBC</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Blue Prism</a:t>
            </a:r>
          </a:p>
          <a:p>
            <a:pPr algn="just">
              <a:spcBef>
                <a:spcPts val="100"/>
              </a:spcBef>
              <a:spcAft>
                <a:spcPts val="300"/>
              </a:spcAft>
            </a:pPr>
            <a:r>
              <a:rPr lang="en-US" sz="1000" dirty="0">
                <a:solidFill>
                  <a:srgbClr val="000000"/>
                </a:solidFill>
                <a:latin typeface="+mn-lt"/>
              </a:rPr>
              <a:t>Backend Developer @ Medcenter,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Backend Developer</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 Medcenter</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PHP, SQL, Crystal Report</a:t>
            </a:r>
          </a:p>
          <a:p>
            <a:pPr algn="just">
              <a:spcBef>
                <a:spcPts val="100"/>
              </a:spcBef>
              <a:spcAft>
                <a:spcPts val="300"/>
              </a:spcAft>
            </a:pPr>
            <a:r>
              <a:rPr lang="en-US" sz="1000" dirty="0">
                <a:solidFill>
                  <a:srgbClr val="000000"/>
                </a:solidFill>
                <a:latin typeface="+mn-lt"/>
              </a:rPr>
              <a:t>Technical Support @ Realmedia,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Technical Support</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Projects: Coca-Cola, Disney, Mercado Libre</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OAS RealMedia</a:t>
            </a:r>
          </a:p>
        </p:txBody>
      </p:sp>
      <p:sp>
        <p:nvSpPr>
          <p:cNvPr id="68" name="Slide Number Placeholder 5">
            <a:extLst>
              <a:ext uri="{FF2B5EF4-FFF2-40B4-BE49-F238E27FC236}">
                <a16:creationId xmlns:a16="http://schemas.microsoft.com/office/drawing/2014/main" id="{40407413-FB81-C4CE-CBD5-376A257F75CC}"/>
              </a:ext>
            </a:extLst>
          </p:cNvPr>
          <p:cNvSpPr txBox="1">
            <a:spLocks/>
          </p:cNvSpPr>
          <p:nvPr/>
        </p:nvSpPr>
        <p:spPr>
          <a:xfrm>
            <a:off x="11484746" y="6490025"/>
            <a:ext cx="326254" cy="201168"/>
          </a:xfrm>
          <a:prstGeom prst="rect">
            <a:avLst/>
          </a:prstGeom>
        </p:spPr>
        <p:txBody>
          <a:bodyPr vert="horz" wrap="none" lIns="0" tIns="0" rIns="0" bIns="0" rtlCol="0" anchor="ctr">
            <a:norm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2000" b="1" kern="1200" dirty="0" smtClean="0">
                <a:solidFill>
                  <a:schemeClr val="tx1"/>
                </a:solidFill>
                <a:latin typeface="+mj-lt"/>
                <a:ea typeface="+mn-ea"/>
                <a:cs typeface="+mn-cs"/>
              </a:defRPr>
            </a:lvl1pPr>
            <a:lvl2pPr marL="0" indent="0" algn="l" defTabSz="228600" rtl="0" eaLnBrk="1" latinLnBrk="0" hangingPunct="1">
              <a:lnSpc>
                <a:spcPct val="100000"/>
              </a:lnSpc>
              <a:spcBef>
                <a:spcPts val="0"/>
              </a:spcBef>
              <a:spcAft>
                <a:spcPts val="600"/>
              </a:spcAft>
              <a:buClrTx/>
              <a:buFont typeface="Graphik" panose="020B0503030202060203" pitchFamily="34" charset="0"/>
              <a:buNone/>
              <a:defRPr lang="en-US" sz="1600" kern="1200" dirty="0">
                <a:solidFill>
                  <a:schemeClr val="tx1"/>
                </a:solidFill>
                <a:latin typeface="+mn-lt"/>
                <a:ea typeface="+mn-ea"/>
                <a:cs typeface="+mn-cs"/>
              </a:defRPr>
            </a:lvl2pPr>
            <a:lvl3pPr marL="285750" indent="-285750" algn="l" defTabSz="228600" rtl="0" eaLnBrk="1" latinLnBrk="0" hangingPunct="1">
              <a:lnSpc>
                <a:spcPct val="100000"/>
              </a:lnSpc>
              <a:spcBef>
                <a:spcPts val="0"/>
              </a:spcBef>
              <a:spcAft>
                <a:spcPts val="600"/>
              </a:spcAft>
              <a:buFont typeface="Graphik" panose="020B0604020202020204" pitchFamily="34" charset="0"/>
              <a:buChar char="•"/>
              <a:defRPr lang="en-US" sz="1600" kern="1200" dirty="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r"/>
            <a:r>
              <a:rPr lang="es-ES" sz="800" b="0">
                <a:solidFill>
                  <a:schemeClr val="bg1"/>
                </a:solidFill>
              </a:rPr>
              <a:t>4</a:t>
            </a: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dirty="0">
                <a:solidFill>
                  <a:schemeClr val="bg1"/>
                </a:solidFill>
                <a:latin typeface="+mn-lt"/>
                <a:ea typeface="+mn-ea"/>
                <a:cs typeface="+mn-cs"/>
              </a:rPr>
              <a:t>Copyright © 2024 Accenture. </a:t>
            </a:r>
            <a:r>
              <a:rPr lang="es-ES" kern="1200" dirty="0" err="1">
                <a:solidFill>
                  <a:schemeClr val="bg1"/>
                </a:solidFill>
                <a:latin typeface="+mn-lt"/>
                <a:ea typeface="+mn-ea"/>
                <a:cs typeface="+mn-cs"/>
              </a:rPr>
              <a:t>All</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rights</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reserved</a:t>
            </a:r>
            <a:r>
              <a:rPr lang="es-ES" kern="1200" dirty="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217505"/>
            <a:ext cx="5761038" cy="739775"/>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dirty="0">
                <a:solidFill>
                  <a:schemeClr val="bg1"/>
                </a:solidFill>
              </a:rPr>
              <a:t>Accenture</a:t>
            </a:r>
          </a:p>
        </p:txBody>
      </p:sp>
      <p:pic>
        <p:nvPicPr>
          <p:cNvPr id="6" name="Picture Placeholder 10">
            <a:extLst>
              <a:ext uri="{FF2B5EF4-FFF2-40B4-BE49-F238E27FC236}">
                <a16:creationId xmlns:a16="http://schemas.microsoft.com/office/drawing/2014/main" id="{01ACA14B-112E-B6B4-EBFC-0B3CBA6C7F4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34495" y="893692"/>
            <a:ext cx="806011" cy="14329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descr="A blue and white label with text&#10;&#10;Description automatically generated">
            <a:extLst>
              <a:ext uri="{FF2B5EF4-FFF2-40B4-BE49-F238E27FC236}">
                <a16:creationId xmlns:a16="http://schemas.microsoft.com/office/drawing/2014/main" id="{451DBA45-1A0D-4EC7-4852-DC4071FEF3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2793" y="1677783"/>
            <a:ext cx="522923" cy="522923"/>
          </a:xfrm>
          <a:prstGeom prst="rect">
            <a:avLst/>
          </a:prstGeom>
        </p:spPr>
      </p:pic>
    </p:spTree>
    <p:extLst>
      <p:ext uri="{BB962C8B-B14F-4D97-AF65-F5344CB8AC3E}">
        <p14:creationId xmlns:p14="http://schemas.microsoft.com/office/powerpoint/2010/main" val="37479541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ACN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1">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N2" id="{C5CBB487-2795-4FA3-82FE-53D900CF3761}" vid="{C10CF5D9-D365-43EF-8820-07B68B70E83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24e4c7a8421853a402df6e265f794394">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ca37c5a048a84fd67bc1e66e7d26fe3d"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e5dff9b-ec84-400a-8d4d-02e969566393">
      <Terms xmlns="http://schemas.microsoft.com/office/infopath/2007/PartnerControls"/>
    </lcf76f155ced4ddcb4097134ff3c332f>
    <TaxCatchAll xmlns="9e1adda6-93f2-443e-b0ef-40d6e1dc8c9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EF1254-A61C-4D02-A850-28D96412E4D3}"/>
</file>

<file path=customXml/itemProps2.xml><?xml version="1.0" encoding="utf-8"?>
<ds:datastoreItem xmlns:ds="http://schemas.openxmlformats.org/officeDocument/2006/customXml" ds:itemID="{25F190C0-2289-408C-859E-D9DE16203037}">
  <ds:schemaRefs>
    <ds:schemaRef ds:uri="http://schemas.microsoft.com/office/2006/metadata/properties"/>
    <ds:schemaRef ds:uri="http://www.w3.org/XML/1998/namespace"/>
    <ds:schemaRef ds:uri="http://schemas.microsoft.com/office/infopath/2007/PartnerControls"/>
    <ds:schemaRef ds:uri="118bdf6a-17d6-42f2-bf93-b799822b66d5"/>
    <ds:schemaRef ds:uri="http://purl.org/dc/elements/1.1/"/>
    <ds:schemaRef ds:uri="http://schemas.microsoft.com/office/2006/documentManagement/types"/>
    <ds:schemaRef ds:uri="3f7fa16c-f0a7-4e93-83e5-916308b974b7"/>
    <ds:schemaRef ds:uri="http://purl.org/dc/dcmitype/"/>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8D13FB34-5A1C-4C07-9505-15A13190B9D7}">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647</TotalTime>
  <Words>356</Words>
  <Application>Microsoft Office PowerPoint</Application>
  <PresentationFormat>Widescreen</PresentationFormat>
  <Paragraphs>59</Paragraphs>
  <Slides>1</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10" baseType="lpstr">
      <vt:lpstr>Arial</vt:lpstr>
      <vt:lpstr>Calibri</vt:lpstr>
      <vt:lpstr>Calibri Light</vt:lpstr>
      <vt:lpstr>Graphik</vt:lpstr>
      <vt:lpstr>Graphik Black</vt:lpstr>
      <vt:lpstr>GT Sectra Fine Rg</vt:lpstr>
      <vt:lpstr>Office Theme</vt:lpstr>
      <vt:lpstr>ThemeACN2</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Danibal, Sofia</dc:creator>
  <cp:lastModifiedBy>Danibal, Sofia</cp:lastModifiedBy>
  <cp:revision>7</cp:revision>
  <dcterms:created xsi:type="dcterms:W3CDTF">2022-12-16T18:40:20Z</dcterms:created>
  <dcterms:modified xsi:type="dcterms:W3CDTF">2024-03-27T12:42:00Z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MediaServiceImageTags">
    <vt:lpwstr/>
  </property>
</Properties>
</file>