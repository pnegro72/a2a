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theme/theme3.xml" ContentType="application/vnd.openxmlformats-officedocument.them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0" r:id="rId4"/>
    <p:sldMasterId id="2147483760" r:id="rId5"/>
    <p:sldMasterId id="2147483812" r:id="rId6"/>
  </p:sldMasterIdLst>
  <p:notesMasterIdLst>
    <p:notesMasterId r:id="rId8"/>
  </p:notesMasterIdLst>
  <p:handoutMasterIdLst>
    <p:handoutMasterId r:id="rId9"/>
  </p:handoutMasterIdLst>
  <p:sldIdLst>
    <p:sldId id="2076136212" r:id="rId7"/>
  </p:sldIdLst>
  <p:sldSz cx="12192000" cy="6858000"/>
  <p:notesSz cx="6858000" cy="9144000"/>
  <p:custDataLst>
    <p:tags r:id="rId1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3" pos="3772" userDrawn="1">
          <p15:clr>
            <a:srgbClr val="A4A3A4"/>
          </p15:clr>
        </p15:guide>
        <p15:guide id="6" pos="3931" userDrawn="1">
          <p15:clr>
            <a:srgbClr val="A4A3A4"/>
          </p15:clr>
        </p15:guide>
        <p15:guide id="7" orient="horz" pos="2160">
          <p15:clr>
            <a:srgbClr val="A4A3A4"/>
          </p15:clr>
        </p15:guide>
        <p15:guide id="8" pos="597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tadermann, Uta" initials="SU" lastIdx="8" clrIdx="0">
    <p:extLst>
      <p:ext uri="{19B8F6BF-5375-455C-9EA6-DF929625EA0E}">
        <p15:presenceInfo xmlns:p15="http://schemas.microsoft.com/office/powerpoint/2012/main" userId="S-1-5-21-329068152-1454471165-1417001333-4183212" providerId="AD"/>
      </p:ext>
    </p:extLst>
  </p:cmAuthor>
  <p:cmAuthor id="2" name="Habel, Till" initials="HT" lastIdx="5" clrIdx="1">
    <p:extLst>
      <p:ext uri="{19B8F6BF-5375-455C-9EA6-DF929625EA0E}">
        <p15:presenceInfo xmlns:p15="http://schemas.microsoft.com/office/powerpoint/2012/main" userId="S-1-5-21-329068152-1454471165-1417001333-76534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100FF"/>
    <a:srgbClr val="969696"/>
    <a:srgbClr val="5A5A5A"/>
    <a:srgbClr val="002266"/>
    <a:srgbClr val="FFB500"/>
    <a:srgbClr val="FFFFFF"/>
    <a:srgbClr val="000000"/>
    <a:srgbClr val="C9F3FF"/>
    <a:srgbClr val="F2F2F2"/>
    <a:srgbClr val="008CB3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85CCFB-9D44-4199-9E10-F3D17EEBBF3B}" v="48" dt="2026-04-09T13:06:44.5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pos="3840"/>
        <p:guide pos="3772"/>
        <p:guide pos="3931"/>
        <p:guide orient="horz" pos="2160"/>
        <p:guide pos="597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commentAuthors" Target="commentAuthors.xml"/><Relationship Id="rId5" Type="http://schemas.openxmlformats.org/officeDocument/2006/relationships/slideMaster" Target="slideMasters/slideMaster2.xml"/><Relationship Id="rId15" Type="http://schemas.openxmlformats.org/officeDocument/2006/relationships/tableStyles" Target="tableStyles.xml"/><Relationship Id="rId10" Type="http://schemas.openxmlformats.org/officeDocument/2006/relationships/tags" Target="tags/tag1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tomonte, Irene" userId="193e3d21-8829-404b-988f-8b0fb2e05e70" providerId="ADAL" clId="{98D2BFFD-64F1-43BB-8EDD-9B1311D46ACE}"/>
    <pc:docChg chg="undo custSel delSld modSld">
      <pc:chgData name="Altomonte, Irene" userId="193e3d21-8829-404b-988f-8b0fb2e05e70" providerId="ADAL" clId="{98D2BFFD-64F1-43BB-8EDD-9B1311D46ACE}" dt="2023-02-06T12:04:41.267" v="701" actId="114"/>
      <pc:docMkLst>
        <pc:docMk/>
      </pc:docMkLst>
      <pc:sldChg chg="modSp mod">
        <pc:chgData name="Altomonte, Irene" userId="193e3d21-8829-404b-988f-8b0fb2e05e70" providerId="ADAL" clId="{98D2BFFD-64F1-43BB-8EDD-9B1311D46ACE}" dt="2023-02-06T12:04:41.267" v="701" actId="114"/>
        <pc:sldMkLst>
          <pc:docMk/>
          <pc:sldMk cId="3747954151" sldId="2076136212"/>
        </pc:sldMkLst>
        <pc:spChg chg="mod">
          <ac:chgData name="Altomonte, Irene" userId="193e3d21-8829-404b-988f-8b0fb2e05e70" providerId="ADAL" clId="{98D2BFFD-64F1-43BB-8EDD-9B1311D46ACE}" dt="2023-02-06T11:33:16.540" v="49" actId="20577"/>
          <ac:spMkLst>
            <pc:docMk/>
            <pc:sldMk cId="3747954151" sldId="2076136212"/>
            <ac:spMk id="3" creationId="{FBD5EC0B-4D54-E441-7F31-D4C98525F636}"/>
          </ac:spMkLst>
        </pc:spChg>
        <pc:spChg chg="mod">
          <ac:chgData name="Altomonte, Irene" userId="193e3d21-8829-404b-988f-8b0fb2e05e70" providerId="ADAL" clId="{98D2BFFD-64F1-43BB-8EDD-9B1311D46ACE}" dt="2023-02-06T11:49:21.284" v="224" actId="1076"/>
          <ac:spMkLst>
            <pc:docMk/>
            <pc:sldMk cId="3747954151" sldId="2076136212"/>
            <ac:spMk id="35" creationId="{CAE6442A-7F7A-7520-E012-744876DD2E5B}"/>
          </ac:spMkLst>
        </pc:spChg>
        <pc:spChg chg="mod">
          <ac:chgData name="Altomonte, Irene" userId="193e3d21-8829-404b-988f-8b0fb2e05e70" providerId="ADAL" clId="{98D2BFFD-64F1-43BB-8EDD-9B1311D46ACE}" dt="2023-02-06T11:44:13.316" v="220" actId="20577"/>
          <ac:spMkLst>
            <pc:docMk/>
            <pc:sldMk cId="3747954151" sldId="2076136212"/>
            <ac:spMk id="47" creationId="{88916E2A-4E45-86B5-A986-94589B9AFC66}"/>
          </ac:spMkLst>
        </pc:spChg>
        <pc:spChg chg="mod">
          <ac:chgData name="Altomonte, Irene" userId="193e3d21-8829-404b-988f-8b0fb2e05e70" providerId="ADAL" clId="{98D2BFFD-64F1-43BB-8EDD-9B1311D46ACE}" dt="2023-02-06T12:03:53.183" v="700" actId="20577"/>
          <ac:spMkLst>
            <pc:docMk/>
            <pc:sldMk cId="3747954151" sldId="2076136212"/>
            <ac:spMk id="49" creationId="{67B10EEE-BF1A-4587-0DE7-065C396FC396}"/>
          </ac:spMkLst>
        </pc:spChg>
        <pc:spChg chg="mod">
          <ac:chgData name="Altomonte, Irene" userId="193e3d21-8829-404b-988f-8b0fb2e05e70" providerId="ADAL" clId="{98D2BFFD-64F1-43BB-8EDD-9B1311D46ACE}" dt="2023-02-06T12:04:41.267" v="701" actId="114"/>
          <ac:spMkLst>
            <pc:docMk/>
            <pc:sldMk cId="3747954151" sldId="2076136212"/>
            <ac:spMk id="67" creationId="{C6A51E4F-7155-0013-A033-1BFC0B3D9F3D}"/>
          </ac:spMkLst>
        </pc:spChg>
      </pc:sldChg>
      <pc:sldChg chg="modSp del mod">
        <pc:chgData name="Altomonte, Irene" userId="193e3d21-8829-404b-988f-8b0fb2e05e70" providerId="ADAL" clId="{98D2BFFD-64F1-43BB-8EDD-9B1311D46ACE}" dt="2023-02-06T12:03:35.294" v="686" actId="47"/>
        <pc:sldMkLst>
          <pc:docMk/>
          <pc:sldMk cId="3487537606" sldId="2076136215"/>
        </pc:sldMkLst>
        <pc:spChg chg="mod">
          <ac:chgData name="Altomonte, Irene" userId="193e3d21-8829-404b-988f-8b0fb2e05e70" providerId="ADAL" clId="{98D2BFFD-64F1-43BB-8EDD-9B1311D46ACE}" dt="2023-02-06T11:33:26.015" v="70" actId="20577"/>
          <ac:spMkLst>
            <pc:docMk/>
            <pc:sldMk cId="3487537606" sldId="2076136215"/>
            <ac:spMk id="2" creationId="{1CEEF2B6-12FF-1F3B-0ADF-93251083EC65}"/>
          </ac:spMkLst>
        </pc:spChg>
        <pc:spChg chg="mod">
          <ac:chgData name="Altomonte, Irene" userId="193e3d21-8829-404b-988f-8b0fb2e05e70" providerId="ADAL" clId="{98D2BFFD-64F1-43BB-8EDD-9B1311D46ACE}" dt="2023-02-06T11:33:21.414" v="52"/>
          <ac:spMkLst>
            <pc:docMk/>
            <pc:sldMk cId="3487537606" sldId="2076136215"/>
            <ac:spMk id="3" creationId="{FBD5EC0B-4D54-E441-7F31-D4C98525F636}"/>
          </ac:spMkLst>
        </pc:spChg>
        <pc:spChg chg="mod">
          <ac:chgData name="Altomonte, Irene" userId="193e3d21-8829-404b-988f-8b0fb2e05e70" providerId="ADAL" clId="{98D2BFFD-64F1-43BB-8EDD-9B1311D46ACE}" dt="2023-02-06T11:33:37.247" v="72" actId="20577"/>
          <ac:spMkLst>
            <pc:docMk/>
            <pc:sldMk cId="3487537606" sldId="2076136215"/>
            <ac:spMk id="67" creationId="{C6A51E4F-7155-0013-A033-1BFC0B3D9F3D}"/>
          </ac:spMkLst>
        </pc:spChg>
      </pc:sldChg>
    </pc:docChg>
  </pc:docChgLst>
  <pc:docChgLst>
    <pc:chgData name="Altomonte, Irene" userId="193e3d21-8829-404b-988f-8b0fb2e05e70" providerId="ADAL" clId="{00B60EAB-3C65-4EF2-A91E-FE519886233F}"/>
    <pc:docChg chg="undo custSel modSld">
      <pc:chgData name="Altomonte, Irene" userId="193e3d21-8829-404b-988f-8b0fb2e05e70" providerId="ADAL" clId="{00B60EAB-3C65-4EF2-A91E-FE519886233F}" dt="2026-04-09T13:06:44.523" v="47" actId="20577"/>
      <pc:docMkLst>
        <pc:docMk/>
      </pc:docMkLst>
      <pc:sldChg chg="modSp mod">
        <pc:chgData name="Altomonte, Irene" userId="193e3d21-8829-404b-988f-8b0fb2e05e70" providerId="ADAL" clId="{00B60EAB-3C65-4EF2-A91E-FE519886233F}" dt="2026-04-09T13:06:44.523" v="47" actId="20577"/>
        <pc:sldMkLst>
          <pc:docMk/>
          <pc:sldMk cId="3747954151" sldId="2076136212"/>
        </pc:sldMkLst>
        <pc:spChg chg="mod">
          <ac:chgData name="Altomonte, Irene" userId="193e3d21-8829-404b-988f-8b0fb2e05e70" providerId="ADAL" clId="{00B60EAB-3C65-4EF2-A91E-FE519886233F}" dt="2026-04-09T12:52:10.472" v="7" actId="20577"/>
          <ac:spMkLst>
            <pc:docMk/>
            <pc:sldMk cId="3747954151" sldId="2076136212"/>
            <ac:spMk id="3" creationId="{FBD5EC0B-4D54-E441-7F31-D4C98525F636}"/>
          </ac:spMkLst>
        </pc:spChg>
        <pc:spChg chg="mod">
          <ac:chgData name="Altomonte, Irene" userId="193e3d21-8829-404b-988f-8b0fb2e05e70" providerId="ADAL" clId="{00B60EAB-3C65-4EF2-A91E-FE519886233F}" dt="2026-04-09T13:06:44.523" v="47" actId="20577"/>
          <ac:spMkLst>
            <pc:docMk/>
            <pc:sldMk cId="3747954151" sldId="2076136212"/>
            <ac:spMk id="47" creationId="{88916E2A-4E45-86B5-A986-94589B9AFC66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BD7333-DD87-4773-BED3-E2892A4094EE}" type="datetimeFigureOut">
              <a:rPr lang="en-US" smtClean="0">
                <a:latin typeface="Arial" panose="020B0604020202020204" pitchFamily="34" charset="0"/>
              </a:rPr>
              <a:t>4/9/2026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50446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D39D084F-DC83-4EB0-8CED-52E9AA3ECA1C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AC157E0A-F321-48DC-AF94-681D4DCF344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904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57E0A-F321-48DC-AF94-681D4DCF344D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3894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Master: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233544-EAA4-455F-8C8C-F9FC7D06BFA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0998" y="1744826"/>
            <a:ext cx="6435081" cy="17145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70000"/>
              </a:lnSpc>
              <a:defRPr sz="6000" cap="all" baseline="0">
                <a:latin typeface="+mj-lt"/>
              </a:defRPr>
            </a:lvl1pPr>
          </a:lstStyle>
          <a:p>
            <a:pPr lvl="0"/>
            <a:r>
              <a:rPr lang="de-DE" err="1"/>
              <a:t>Presentation</a:t>
            </a:r>
            <a:r>
              <a:rPr lang="de-DE"/>
              <a:t> Title</a:t>
            </a:r>
            <a:endParaRPr lang="en-GB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D6C774CE-8A51-462C-A6DA-3353B65B8EA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0998" y="3486875"/>
            <a:ext cx="6435081" cy="50783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70000"/>
              </a:lnSpc>
              <a:defRPr sz="3000" cap="all" baseline="0">
                <a:solidFill>
                  <a:schemeClr val="tx1"/>
                </a:solidFill>
                <a:latin typeface="+mj-lt"/>
              </a:defRPr>
            </a:lvl1pPr>
            <a:lvl2pPr>
              <a:defRPr sz="3000">
                <a:latin typeface="Graphik Black" panose="020B0A03030202060203" pitchFamily="34" charset="0"/>
              </a:defRPr>
            </a:lvl2pPr>
            <a:lvl3pPr>
              <a:defRPr sz="3000">
                <a:latin typeface="Graphik Black" panose="020B0A03030202060203" pitchFamily="34" charset="0"/>
              </a:defRPr>
            </a:lvl3pPr>
            <a:lvl4pPr>
              <a:defRPr sz="3000">
                <a:latin typeface="Graphik Black" panose="020B0A03030202060203" pitchFamily="34" charset="0"/>
              </a:defRPr>
            </a:lvl4pPr>
            <a:lvl5pPr>
              <a:defRPr sz="3000">
                <a:latin typeface="Graphik Black" panose="020B0A03030202060203" pitchFamily="34" charset="0"/>
              </a:defRPr>
            </a:lvl5pPr>
          </a:lstStyle>
          <a:p>
            <a:pPr lvl="0"/>
            <a:r>
              <a:rPr lang="en-US"/>
              <a:t>Subtitle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39330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mplate_Engli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CDBE22B4-94C9-441A-996E-23DF1FFB52FB}"/>
              </a:ext>
            </a:extLst>
          </p:cNvPr>
          <p:cNvSpPr/>
          <p:nvPr userDrawn="1"/>
        </p:nvSpPr>
        <p:spPr>
          <a:xfrm>
            <a:off x="1" y="-1"/>
            <a:ext cx="6392222" cy="20594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99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1CC0BF-8C69-48FA-9821-905B5B8FAEB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73617" y="626110"/>
            <a:ext cx="1442719" cy="1335411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Footer Placeholder 7">
            <a:extLst>
              <a:ext uri="{FF2B5EF4-FFF2-40B4-BE49-F238E27FC236}">
                <a16:creationId xmlns:a16="http://schemas.microsoft.com/office/drawing/2014/main" id="{B8AF3E59-7034-4140-8A44-78141E815021}"/>
              </a:ext>
            </a:extLst>
          </p:cNvPr>
          <p:cNvSpPr txBox="1">
            <a:spLocks/>
          </p:cNvSpPr>
          <p:nvPr userDrawn="1"/>
        </p:nvSpPr>
        <p:spPr>
          <a:xfrm>
            <a:off x="145063" y="6589084"/>
            <a:ext cx="3164896" cy="211912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8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Copyright © 2022 Accenture. All rights reserved.</a:t>
            </a: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0D66BAD1-5A09-4097-906B-2A706FC0E505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569965" y="-2228"/>
            <a:ext cx="1946341" cy="1673225"/>
          </a:xfrm>
          <a:custGeom>
            <a:avLst/>
            <a:gdLst>
              <a:gd name="connsiteX0" fmla="*/ 0 w 2211700"/>
              <a:gd name="connsiteY0" fmla="*/ 0 h 1901348"/>
              <a:gd name="connsiteX1" fmla="*/ 960881 w 2211700"/>
              <a:gd name="connsiteY1" fmla="*/ 0 h 1901348"/>
              <a:gd name="connsiteX2" fmla="*/ 2211700 w 2211700"/>
              <a:gd name="connsiteY2" fmla="*/ 506353 h 1901348"/>
              <a:gd name="connsiteX3" fmla="*/ 2211700 w 2211700"/>
              <a:gd name="connsiteY3" fmla="*/ 1006015 h 1901348"/>
              <a:gd name="connsiteX4" fmla="*/ 0 w 2211700"/>
              <a:gd name="connsiteY4" fmla="*/ 1901348 h 1901348"/>
              <a:gd name="connsiteX5" fmla="*/ 0 w 2211700"/>
              <a:gd name="connsiteY5" fmla="*/ 1401686 h 1901348"/>
              <a:gd name="connsiteX6" fmla="*/ 1595366 w 2211700"/>
              <a:gd name="connsiteY6" fmla="*/ 754915 h 1901348"/>
              <a:gd name="connsiteX7" fmla="*/ 0 w 2211700"/>
              <a:gd name="connsiteY7" fmla="*/ 110681 h 1901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11700" h="1901348">
                <a:moveTo>
                  <a:pt x="0" y="0"/>
                </a:moveTo>
                <a:lnTo>
                  <a:pt x="960881" y="0"/>
                </a:lnTo>
                <a:lnTo>
                  <a:pt x="2211700" y="506353"/>
                </a:lnTo>
                <a:lnTo>
                  <a:pt x="2211700" y="1006015"/>
                </a:lnTo>
                <a:lnTo>
                  <a:pt x="0" y="1901348"/>
                </a:lnTo>
                <a:lnTo>
                  <a:pt x="0" y="1401686"/>
                </a:lnTo>
                <a:lnTo>
                  <a:pt x="1595366" y="754915"/>
                </a:lnTo>
                <a:lnTo>
                  <a:pt x="0" y="110681"/>
                </a:lnTo>
                <a:close/>
              </a:path>
            </a:pathLst>
          </a:custGeom>
          <a:solidFill>
            <a:srgbClr val="CC99FF"/>
          </a:solidFill>
          <a:ln>
            <a:noFill/>
          </a:ln>
        </p:spPr>
        <p:txBody>
          <a:bodyPr vert="horz" wrap="square" lIns="91383" tIns="45691" rIns="91383" bIns="45691" numCol="1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38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7" name="Rectangle 12">
            <a:extLst>
              <a:ext uri="{FF2B5EF4-FFF2-40B4-BE49-F238E27FC236}">
                <a16:creationId xmlns:a16="http://schemas.microsoft.com/office/drawing/2014/main" id="{1418F404-19B5-4B57-A040-19AD40173BF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98529" y="2018682"/>
            <a:ext cx="2679306" cy="33150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AREAS OF EXPERTISE</a:t>
            </a:r>
          </a:p>
        </p:txBody>
      </p:sp>
      <p:sp>
        <p:nvSpPr>
          <p:cNvPr id="38" name="Rectangle 12">
            <a:extLst>
              <a:ext uri="{FF2B5EF4-FFF2-40B4-BE49-F238E27FC236}">
                <a16:creationId xmlns:a16="http://schemas.microsoft.com/office/drawing/2014/main" id="{13DDC02B-51EE-44E0-BEDD-AE88AE5888A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392222" y="10184"/>
            <a:ext cx="2364246" cy="29366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26983" rIns="26983" bIns="26983" anchor="t">
            <a:sp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SELECTED EXPERIENCE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Graphik Super" panose="020B0B03030202060203" pitchFamily="34" charset="0"/>
              <a:ea typeface="+mn-ea"/>
              <a:cs typeface="+mn-cs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891B2A9-4B3C-4A70-9C20-306568572CF4}"/>
              </a:ext>
            </a:extLst>
          </p:cNvPr>
          <p:cNvSpPr/>
          <p:nvPr userDrawn="1"/>
        </p:nvSpPr>
        <p:spPr>
          <a:xfrm>
            <a:off x="165383" y="2059463"/>
            <a:ext cx="26677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0" lang="en-US" sz="1200" b="1" i="0" u="none" strike="noStrike" kern="1200" cap="none" spc="0" normalizeH="0" baseline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PROFESSIONAL BACKGROUND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7A9885D-A32A-4F6C-952D-566AFC7BC7BC}"/>
              </a:ext>
            </a:extLst>
          </p:cNvPr>
          <p:cNvCxnSpPr>
            <a:cxnSpLocks/>
          </p:cNvCxnSpPr>
          <p:nvPr userDrawn="1"/>
        </p:nvCxnSpPr>
        <p:spPr>
          <a:xfrm>
            <a:off x="122196" y="2132513"/>
            <a:ext cx="13251" cy="4358228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 Placeholder 31">
            <a:extLst>
              <a:ext uri="{FF2B5EF4-FFF2-40B4-BE49-F238E27FC236}">
                <a16:creationId xmlns:a16="http://schemas.microsoft.com/office/drawing/2014/main" id="{F3D691ED-AD26-4C5B-A0B8-F0E39B64E481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68187" y="57004"/>
            <a:ext cx="6392222" cy="471774"/>
          </a:xfrm>
        </p:spPr>
        <p:txBody>
          <a:bodyPr/>
          <a:lstStyle>
            <a:lvl1pPr marL="0" indent="0">
              <a:buNone/>
              <a:defRPr sz="3600" b="1">
                <a:solidFill>
                  <a:srgbClr val="7030A0"/>
                </a:solidFill>
                <a:latin typeface="Graphik" panose="020B0503030202060203" pitchFamily="34" charset="0"/>
              </a:defRPr>
            </a:lvl1pPr>
            <a:lvl2pPr marL="457200" indent="0">
              <a:buNone/>
              <a:defRPr kumimoji="0" lang="en-US" sz="2799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2pPr>
            <a:lvl3pPr marL="914400" indent="0">
              <a:buNone/>
              <a:defRPr>
                <a:latin typeface="Graphik" panose="020B0503030202060203" pitchFamily="34" charset="0"/>
              </a:defRPr>
            </a:lvl3pPr>
            <a:lvl4pPr marL="1371600" indent="0">
              <a:buNone/>
              <a:defRPr>
                <a:latin typeface="Graphik" panose="020B0503030202060203" pitchFamily="34" charset="0"/>
              </a:defRPr>
            </a:lvl4pPr>
            <a:lvl5pPr marL="1828800" indent="0">
              <a:buNone/>
              <a:defRPr>
                <a:latin typeface="Graphik" panose="020B0503030202060203" pitchFamily="34" charset="0"/>
              </a:defRPr>
            </a:lvl5pPr>
          </a:lstStyle>
          <a:p>
            <a:pPr lvl="0"/>
            <a:r>
              <a:rPr lang="en-US"/>
              <a:t>Name Last Name</a:t>
            </a:r>
          </a:p>
        </p:txBody>
      </p:sp>
      <p:sp>
        <p:nvSpPr>
          <p:cNvPr id="46" name="Text Placeholder 31">
            <a:extLst>
              <a:ext uri="{FF2B5EF4-FFF2-40B4-BE49-F238E27FC236}">
                <a16:creationId xmlns:a16="http://schemas.microsoft.com/office/drawing/2014/main" id="{0DC117CF-F328-48B8-9236-47C84E0A3FA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952042" y="557359"/>
            <a:ext cx="4589689" cy="365871"/>
          </a:xfrm>
        </p:spPr>
        <p:txBody>
          <a:bodyPr>
            <a:normAutofit/>
          </a:bodyPr>
          <a:lstStyle>
            <a:lvl1pPr marL="0" indent="0">
              <a:buNone/>
              <a:defRPr kumimoji="0" lang="en-US" sz="2400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1pPr>
            <a:lvl2pPr marL="457200" indent="0">
              <a:buNone/>
              <a:defRPr kumimoji="0" lang="en-US" sz="2799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2pPr>
            <a:lvl3pPr marL="914400" indent="0">
              <a:buNone/>
              <a:defRPr>
                <a:latin typeface="Graphik" panose="020B0503030202060203" pitchFamily="34" charset="0"/>
              </a:defRPr>
            </a:lvl3pPr>
            <a:lvl4pPr marL="1371600" indent="0">
              <a:buNone/>
              <a:defRPr>
                <a:latin typeface="Graphik" panose="020B0503030202060203" pitchFamily="34" charset="0"/>
              </a:defRPr>
            </a:lvl4pPr>
            <a:lvl5pPr marL="1828800" indent="0">
              <a:buNone/>
              <a:defRPr>
                <a:latin typeface="Graphik" panose="020B0503030202060203" pitchFamily="34" charset="0"/>
              </a:defRPr>
            </a:lvl5pPr>
          </a:lstStyle>
          <a:p>
            <a:pPr lvl="0"/>
            <a:r>
              <a:rPr lang="en-US"/>
              <a:t>Role</a:t>
            </a:r>
          </a:p>
        </p:txBody>
      </p:sp>
      <p:sp>
        <p:nvSpPr>
          <p:cNvPr id="47" name="Text Placeholder 31">
            <a:extLst>
              <a:ext uri="{FF2B5EF4-FFF2-40B4-BE49-F238E27FC236}">
                <a16:creationId xmlns:a16="http://schemas.microsoft.com/office/drawing/2014/main" id="{FC7E85F2-52A4-4511-88B0-F2C73442A444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968147" y="1327893"/>
            <a:ext cx="4573583" cy="277493"/>
          </a:xfrm>
        </p:spPr>
        <p:txBody>
          <a:bodyPr anchor="ctr">
            <a:noAutofit/>
          </a:bodyPr>
          <a:lstStyle>
            <a:lvl1pPr marL="0" indent="0">
              <a:buNone/>
              <a:defRPr kumimoji="0" lang="en-US" sz="1200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defRPr>
            </a:lvl1pPr>
            <a:lvl2pPr marL="457200" indent="0">
              <a:buNone/>
              <a:defRPr kumimoji="0" lang="en-US" sz="2799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2pPr>
            <a:lvl3pPr marL="914400" indent="0">
              <a:buNone/>
              <a:defRPr>
                <a:latin typeface="Graphik" panose="020B0503030202060203" pitchFamily="34" charset="0"/>
              </a:defRPr>
            </a:lvl3pPr>
            <a:lvl4pPr marL="1371600" indent="0">
              <a:buNone/>
              <a:defRPr>
                <a:latin typeface="Graphik" panose="020B0503030202060203" pitchFamily="34" charset="0"/>
              </a:defRPr>
            </a:lvl4pPr>
            <a:lvl5pPr marL="1828800" indent="0">
              <a:buNone/>
              <a:defRPr>
                <a:latin typeface="Graphik" panose="020B0503030202060203" pitchFamily="34" charset="0"/>
              </a:defRPr>
            </a:lvl5pPr>
          </a:lstStyle>
          <a:p>
            <a:pPr lvl="0"/>
            <a:r>
              <a:rPr lang="en-US"/>
              <a:t>Email address</a:t>
            </a:r>
          </a:p>
        </p:txBody>
      </p:sp>
      <p:sp>
        <p:nvSpPr>
          <p:cNvPr id="48" name="Text Placeholder 31">
            <a:extLst>
              <a:ext uri="{FF2B5EF4-FFF2-40B4-BE49-F238E27FC236}">
                <a16:creationId xmlns:a16="http://schemas.microsoft.com/office/drawing/2014/main" id="{FC8802FF-03E3-4495-BE0C-83F054507732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1952042" y="1654042"/>
            <a:ext cx="4573583" cy="307480"/>
          </a:xfrm>
        </p:spPr>
        <p:txBody>
          <a:bodyPr anchor="ctr">
            <a:noAutofit/>
          </a:bodyPr>
          <a:lstStyle>
            <a:lvl1pPr marL="0" indent="0">
              <a:buNone/>
              <a:defRPr kumimoji="0" lang="en-US" sz="1200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defRPr>
            </a:lvl1pPr>
            <a:lvl2pPr marL="457200" indent="0">
              <a:buNone/>
              <a:defRPr kumimoji="0" lang="en-US" sz="2799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2pPr>
            <a:lvl3pPr marL="914400" indent="0">
              <a:buNone/>
              <a:defRPr>
                <a:latin typeface="Graphik" panose="020B0503030202060203" pitchFamily="34" charset="0"/>
              </a:defRPr>
            </a:lvl3pPr>
            <a:lvl4pPr marL="1371600" indent="0">
              <a:buNone/>
              <a:defRPr>
                <a:latin typeface="Graphik" panose="020B0503030202060203" pitchFamily="34" charset="0"/>
              </a:defRPr>
            </a:lvl4pPr>
            <a:lvl5pPr marL="1828800" indent="0">
              <a:buNone/>
              <a:defRPr>
                <a:latin typeface="Graphik" panose="020B0503030202060203" pitchFamily="34" charset="0"/>
              </a:defRPr>
            </a:lvl5pPr>
          </a:lstStyle>
          <a:p>
            <a:pPr lvl="0"/>
            <a:r>
              <a:rPr lang="en-US"/>
              <a:t>Home location: City, Country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7D6F9E4-2287-45A1-9D25-09DDA8C090D7}"/>
              </a:ext>
            </a:extLst>
          </p:cNvPr>
          <p:cNvSpPr>
            <a:spLocks noGrp="1"/>
          </p:cNvSpPr>
          <p:nvPr userDrawn="1">
            <p:ph type="body" sz="quarter" idx="18"/>
          </p:nvPr>
        </p:nvSpPr>
        <p:spPr>
          <a:xfrm>
            <a:off x="6565375" y="406400"/>
            <a:ext cx="5504429" cy="6050539"/>
          </a:xfrm>
        </p:spPr>
        <p:txBody>
          <a:bodyPr/>
          <a:lstStyle>
            <a:lvl1pPr>
              <a:defRPr sz="1200" b="1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9" name="Text Placeholder 56">
            <a:extLst>
              <a:ext uri="{FF2B5EF4-FFF2-40B4-BE49-F238E27FC236}">
                <a16:creationId xmlns:a16="http://schemas.microsoft.com/office/drawing/2014/main" id="{908FC9C2-4A4A-4293-B184-158C9D2DD04B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1952041" y="974294"/>
            <a:ext cx="4589689" cy="302535"/>
          </a:xfrm>
        </p:spPr>
        <p:txBody>
          <a:bodyPr anchor="ctr"/>
          <a:lstStyle>
            <a:lvl1pPr>
              <a:defRPr kumimoji="0" lang="en-US" sz="1200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defRPr>
            </a:lvl1pPr>
          </a:lstStyle>
          <a:p>
            <a:r>
              <a:rPr lang="es-ES" err="1"/>
              <a:t>Major</a:t>
            </a:r>
            <a:r>
              <a:rPr lang="es-ES"/>
              <a:t> </a:t>
            </a:r>
            <a:endParaRPr lang="en-US"/>
          </a:p>
        </p:txBody>
      </p:sp>
      <p:sp>
        <p:nvSpPr>
          <p:cNvPr id="51" name="Rectangle 12">
            <a:extLst>
              <a:ext uri="{FF2B5EF4-FFF2-40B4-BE49-F238E27FC236}">
                <a16:creationId xmlns:a16="http://schemas.microsoft.com/office/drawing/2014/main" id="{DF81F04B-AB69-4A8B-A7F9-39A43C1B7AE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2490" y="4586627"/>
            <a:ext cx="2176694" cy="211912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0" rIns="26983" bIns="26983" anchor="t">
            <a:sp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AR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SPECIALIZATIONS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raphik Super" panose="020B0B03030202060203" pitchFamily="34" charset="0"/>
              <a:ea typeface="+mn-ea"/>
              <a:cs typeface="+mn-cs"/>
            </a:endParaRPr>
          </a:p>
        </p:txBody>
      </p:sp>
      <p:sp>
        <p:nvSpPr>
          <p:cNvPr id="54" name="Rectangle 12">
            <a:extLst>
              <a:ext uri="{FF2B5EF4-FFF2-40B4-BE49-F238E27FC236}">
                <a16:creationId xmlns:a16="http://schemas.microsoft.com/office/drawing/2014/main" id="{6C494296-126C-42D3-943D-AC2F5E54E59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09620" y="5530107"/>
            <a:ext cx="2176694" cy="29366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26983" rIns="26983" bIns="26983" anchor="t">
            <a:sp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INDUSTRY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D7924A8-2A02-43C8-85AF-AC1F770B25F9}"/>
              </a:ext>
            </a:extLst>
          </p:cNvPr>
          <p:cNvCxnSpPr>
            <a:cxnSpLocks/>
          </p:cNvCxnSpPr>
          <p:nvPr userDrawn="1"/>
        </p:nvCxnSpPr>
        <p:spPr>
          <a:xfrm>
            <a:off x="3047449" y="2138280"/>
            <a:ext cx="13251" cy="4358228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DAE5B2F-A695-4635-BE85-22746FB8F6C3}"/>
              </a:ext>
            </a:extLst>
          </p:cNvPr>
          <p:cNvCxnSpPr>
            <a:cxnSpLocks/>
          </p:cNvCxnSpPr>
          <p:nvPr userDrawn="1"/>
        </p:nvCxnSpPr>
        <p:spPr>
          <a:xfrm>
            <a:off x="6359445" y="2129629"/>
            <a:ext cx="13251" cy="4358228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12">
            <a:extLst>
              <a:ext uri="{FF2B5EF4-FFF2-40B4-BE49-F238E27FC236}">
                <a16:creationId xmlns:a16="http://schemas.microsoft.com/office/drawing/2014/main" id="{E06497E9-679F-430D-9081-1240D8516FF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09620" y="2321774"/>
            <a:ext cx="3238780" cy="266415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0" rIns="26983" bIns="26983" anchor="t">
            <a:sp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AR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HARD/SOFT SKILLS &amp; TOOLS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raphik Super" panose="020B0B03030202060203" pitchFamily="34" charset="0"/>
              <a:ea typeface="+mn-ea"/>
              <a:cs typeface="+mn-cs"/>
            </a:endParaRPr>
          </a:p>
        </p:txBody>
      </p:sp>
      <p:sp>
        <p:nvSpPr>
          <p:cNvPr id="32" name="Rectangle 12">
            <a:extLst>
              <a:ext uri="{FF2B5EF4-FFF2-40B4-BE49-F238E27FC236}">
                <a16:creationId xmlns:a16="http://schemas.microsoft.com/office/drawing/2014/main" id="{47D7F098-D91A-436B-8577-8921654BC31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2490" y="5530106"/>
            <a:ext cx="2176694" cy="29366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26983" rIns="26983" bIns="26983" anchor="t">
            <a:sp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AR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LANGUAGES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raphik Super" panose="020B0B03030202060203" pitchFamily="34" charset="0"/>
              <a:ea typeface="+mn-ea"/>
              <a:cs typeface="+mn-cs"/>
            </a:endParaRPr>
          </a:p>
        </p:txBody>
      </p:sp>
      <p:sp>
        <p:nvSpPr>
          <p:cNvPr id="34" name="Rectangle 12">
            <a:extLst>
              <a:ext uri="{FF2B5EF4-FFF2-40B4-BE49-F238E27FC236}">
                <a16:creationId xmlns:a16="http://schemas.microsoft.com/office/drawing/2014/main" id="{F31576D1-FEDB-405C-8BC0-6F0C36D9A61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2490" y="3429729"/>
            <a:ext cx="2176694" cy="29366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26983" rIns="26983" bIns="26983" anchor="t">
            <a:sp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AR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EDUCATION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raphik Super" panose="020B0B03030202060203" pitchFamily="34" charset="0"/>
              <a:ea typeface="+mn-ea"/>
              <a:cs typeface="+mn-cs"/>
            </a:endParaRPr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5DBFF989-E3B8-4558-88C8-758F498BE42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670863" y="5963920"/>
            <a:ext cx="979538" cy="837076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0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mplate_Españ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CDBE22B4-94C9-441A-996E-23DF1FFB52FB}"/>
              </a:ext>
            </a:extLst>
          </p:cNvPr>
          <p:cNvSpPr/>
          <p:nvPr userDrawn="1"/>
        </p:nvSpPr>
        <p:spPr>
          <a:xfrm>
            <a:off x="3791" y="-46505"/>
            <a:ext cx="12184418" cy="19390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599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1CC0BF-8C69-48FA-9821-905B5B8FAE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42938" y="88223"/>
            <a:ext cx="1336675" cy="1673225"/>
          </a:xfrm>
        </p:spPr>
        <p:txBody>
          <a:bodyPr/>
          <a:lstStyle>
            <a:lvl1pPr>
              <a:defRPr/>
            </a:lvl1pPr>
          </a:lstStyle>
          <a:p>
            <a:r>
              <a:rPr lang="es-CO" noProof="0"/>
              <a:t>Clic para adjuntar la imagen</a:t>
            </a:r>
          </a:p>
        </p:txBody>
      </p:sp>
      <p:sp>
        <p:nvSpPr>
          <p:cNvPr id="15" name="Footer Placeholder 7">
            <a:extLst>
              <a:ext uri="{FF2B5EF4-FFF2-40B4-BE49-F238E27FC236}">
                <a16:creationId xmlns:a16="http://schemas.microsoft.com/office/drawing/2014/main" id="{B8AF3E59-7034-4140-8A44-78141E815021}"/>
              </a:ext>
            </a:extLst>
          </p:cNvPr>
          <p:cNvSpPr txBox="1">
            <a:spLocks/>
          </p:cNvSpPr>
          <p:nvPr userDrawn="1"/>
        </p:nvSpPr>
        <p:spPr>
          <a:xfrm>
            <a:off x="384558" y="6517088"/>
            <a:ext cx="5711445" cy="206246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8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Copyright © 2020 Accenture. All rights reserved.</a:t>
            </a:r>
          </a:p>
        </p:txBody>
      </p:sp>
      <p:sp>
        <p:nvSpPr>
          <p:cNvPr id="16" name="Slide Number Placeholder 9">
            <a:extLst>
              <a:ext uri="{FF2B5EF4-FFF2-40B4-BE49-F238E27FC236}">
                <a16:creationId xmlns:a16="http://schemas.microsoft.com/office/drawing/2014/main" id="{AEE8CA5D-8B85-43BD-926A-533776C7D0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312" y="6490741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 kumimoji="0" lang="en-US" sz="1000" b="0" i="0" u="none" strike="noStrike" kern="1200" cap="none" spc="0" normalizeH="0" baseline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0D66BAD1-5A09-4097-906B-2A706FC0E505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394130" y="-36778"/>
            <a:ext cx="1946341" cy="1673225"/>
          </a:xfrm>
          <a:custGeom>
            <a:avLst/>
            <a:gdLst>
              <a:gd name="connsiteX0" fmla="*/ 0 w 2211700"/>
              <a:gd name="connsiteY0" fmla="*/ 0 h 1901348"/>
              <a:gd name="connsiteX1" fmla="*/ 960881 w 2211700"/>
              <a:gd name="connsiteY1" fmla="*/ 0 h 1901348"/>
              <a:gd name="connsiteX2" fmla="*/ 2211700 w 2211700"/>
              <a:gd name="connsiteY2" fmla="*/ 506353 h 1901348"/>
              <a:gd name="connsiteX3" fmla="*/ 2211700 w 2211700"/>
              <a:gd name="connsiteY3" fmla="*/ 1006015 h 1901348"/>
              <a:gd name="connsiteX4" fmla="*/ 0 w 2211700"/>
              <a:gd name="connsiteY4" fmla="*/ 1901348 h 1901348"/>
              <a:gd name="connsiteX5" fmla="*/ 0 w 2211700"/>
              <a:gd name="connsiteY5" fmla="*/ 1401686 h 1901348"/>
              <a:gd name="connsiteX6" fmla="*/ 1595366 w 2211700"/>
              <a:gd name="connsiteY6" fmla="*/ 754915 h 1901348"/>
              <a:gd name="connsiteX7" fmla="*/ 0 w 2211700"/>
              <a:gd name="connsiteY7" fmla="*/ 110681 h 1901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11700" h="1901348">
                <a:moveTo>
                  <a:pt x="0" y="0"/>
                </a:moveTo>
                <a:lnTo>
                  <a:pt x="960881" y="0"/>
                </a:lnTo>
                <a:lnTo>
                  <a:pt x="2211700" y="506353"/>
                </a:lnTo>
                <a:lnTo>
                  <a:pt x="2211700" y="1006015"/>
                </a:lnTo>
                <a:lnTo>
                  <a:pt x="0" y="1901348"/>
                </a:lnTo>
                <a:lnTo>
                  <a:pt x="0" y="1401686"/>
                </a:lnTo>
                <a:lnTo>
                  <a:pt x="1595366" y="754915"/>
                </a:lnTo>
                <a:lnTo>
                  <a:pt x="0" y="110681"/>
                </a:lnTo>
                <a:close/>
              </a:path>
            </a:pathLst>
          </a:custGeom>
          <a:solidFill>
            <a:srgbClr val="CC99FF"/>
          </a:solidFill>
          <a:ln>
            <a:noFill/>
          </a:ln>
        </p:spPr>
        <p:txBody>
          <a:bodyPr vert="horz" wrap="square" lIns="91383" tIns="45691" rIns="91383" bIns="45691" numCol="1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38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7" name="Rectangle 12">
            <a:extLst>
              <a:ext uri="{FF2B5EF4-FFF2-40B4-BE49-F238E27FC236}">
                <a16:creationId xmlns:a16="http://schemas.microsoft.com/office/drawing/2014/main" id="{1418F404-19B5-4B57-A040-19AD40173BF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45244" y="2132513"/>
            <a:ext cx="2679306" cy="33150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200" b="1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ÁREAS DE CONOCIMIENTO</a:t>
            </a:r>
          </a:p>
        </p:txBody>
      </p:sp>
      <p:sp>
        <p:nvSpPr>
          <p:cNvPr id="38" name="Rectangle 12">
            <a:extLst>
              <a:ext uri="{FF2B5EF4-FFF2-40B4-BE49-F238E27FC236}">
                <a16:creationId xmlns:a16="http://schemas.microsoft.com/office/drawing/2014/main" id="{13DDC02B-51EE-44E0-BEDD-AE88AE5888A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252944" y="2132513"/>
            <a:ext cx="5408559" cy="29366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26983" rIns="26983" bIns="26983" anchor="t">
            <a:sp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200" b="1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EXPERIENCIA SELECCIONADA</a:t>
            </a: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Graphik Super" panose="020B0B03030202060203" pitchFamily="34" charset="0"/>
              <a:ea typeface="+mn-ea"/>
              <a:cs typeface="+mn-cs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891B2A9-4B3C-4A70-9C20-306568572CF4}"/>
              </a:ext>
            </a:extLst>
          </p:cNvPr>
          <p:cNvSpPr/>
          <p:nvPr userDrawn="1"/>
        </p:nvSpPr>
        <p:spPr>
          <a:xfrm>
            <a:off x="248824" y="2132513"/>
            <a:ext cx="195438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0" lang="es-CO" sz="1200" b="1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PERFIL PROFESIONAL 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7A9885D-A32A-4F6C-952D-566AFC7BC7BC}"/>
              </a:ext>
            </a:extLst>
          </p:cNvPr>
          <p:cNvCxnSpPr>
            <a:cxnSpLocks/>
          </p:cNvCxnSpPr>
          <p:nvPr userDrawn="1"/>
        </p:nvCxnSpPr>
        <p:spPr>
          <a:xfrm>
            <a:off x="237237" y="2237951"/>
            <a:ext cx="0" cy="3319272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F3C22190-B227-49DD-8F11-48D76E075E94}"/>
              </a:ext>
            </a:extLst>
          </p:cNvPr>
          <p:cNvCxnSpPr>
            <a:cxnSpLocks/>
          </p:cNvCxnSpPr>
          <p:nvPr userDrawn="1"/>
        </p:nvCxnSpPr>
        <p:spPr>
          <a:xfrm>
            <a:off x="3079482" y="2237953"/>
            <a:ext cx="0" cy="4068000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27EE7479-6552-4B10-8999-F9FFF684DA70}"/>
              </a:ext>
            </a:extLst>
          </p:cNvPr>
          <p:cNvCxnSpPr>
            <a:cxnSpLocks/>
          </p:cNvCxnSpPr>
          <p:nvPr userDrawn="1"/>
        </p:nvCxnSpPr>
        <p:spPr>
          <a:xfrm flipH="1">
            <a:off x="5311323" y="2265418"/>
            <a:ext cx="1" cy="4068000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 Placeholder 31">
            <a:extLst>
              <a:ext uri="{FF2B5EF4-FFF2-40B4-BE49-F238E27FC236}">
                <a16:creationId xmlns:a16="http://schemas.microsoft.com/office/drawing/2014/main" id="{F3D691ED-AD26-4C5B-A0B8-F0E39B64E481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369005" y="59040"/>
            <a:ext cx="6541532" cy="471774"/>
          </a:xfrm>
        </p:spPr>
        <p:txBody>
          <a:bodyPr/>
          <a:lstStyle>
            <a:lvl1pPr marL="0" indent="0">
              <a:buNone/>
              <a:defRPr sz="3600" b="1">
                <a:solidFill>
                  <a:srgbClr val="7030A0"/>
                </a:solidFill>
                <a:latin typeface="Graphik" panose="020B0503030202060203" pitchFamily="34" charset="0"/>
              </a:defRPr>
            </a:lvl1pPr>
            <a:lvl2pPr marL="457200" indent="0">
              <a:buNone/>
              <a:defRPr kumimoji="0" lang="en-US" sz="2799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2pPr>
            <a:lvl3pPr marL="914400" indent="0">
              <a:buNone/>
              <a:defRPr>
                <a:latin typeface="Graphik" panose="020B0503030202060203" pitchFamily="34" charset="0"/>
              </a:defRPr>
            </a:lvl3pPr>
            <a:lvl4pPr marL="1371600" indent="0">
              <a:buNone/>
              <a:defRPr>
                <a:latin typeface="Graphik" panose="020B0503030202060203" pitchFamily="34" charset="0"/>
              </a:defRPr>
            </a:lvl4pPr>
            <a:lvl5pPr marL="1828800" indent="0">
              <a:buNone/>
              <a:defRPr>
                <a:latin typeface="Graphik" panose="020B0503030202060203" pitchFamily="34" charset="0"/>
              </a:defRPr>
            </a:lvl5pPr>
          </a:lstStyle>
          <a:p>
            <a:pPr lvl="0"/>
            <a:r>
              <a:rPr lang="es-CO" noProof="0"/>
              <a:t>Nombre Apellido</a:t>
            </a:r>
          </a:p>
        </p:txBody>
      </p:sp>
      <p:sp>
        <p:nvSpPr>
          <p:cNvPr id="46" name="Text Placeholder 31">
            <a:extLst>
              <a:ext uri="{FF2B5EF4-FFF2-40B4-BE49-F238E27FC236}">
                <a16:creationId xmlns:a16="http://schemas.microsoft.com/office/drawing/2014/main" id="{0DC117CF-F328-48B8-9236-47C84E0A3FA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369005" y="504446"/>
            <a:ext cx="6541532" cy="317045"/>
          </a:xfrm>
        </p:spPr>
        <p:txBody>
          <a:bodyPr>
            <a:normAutofit/>
          </a:bodyPr>
          <a:lstStyle>
            <a:lvl1pPr marL="0" indent="0">
              <a:buNone/>
              <a:defRPr kumimoji="0" lang="en-US" sz="2400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1pPr>
            <a:lvl2pPr marL="457200" indent="0">
              <a:buNone/>
              <a:defRPr kumimoji="0" lang="en-US" sz="2799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2pPr>
            <a:lvl3pPr marL="914400" indent="0">
              <a:buNone/>
              <a:defRPr>
                <a:latin typeface="Graphik" panose="020B0503030202060203" pitchFamily="34" charset="0"/>
              </a:defRPr>
            </a:lvl3pPr>
            <a:lvl4pPr marL="1371600" indent="0">
              <a:buNone/>
              <a:defRPr>
                <a:latin typeface="Graphik" panose="020B0503030202060203" pitchFamily="34" charset="0"/>
              </a:defRPr>
            </a:lvl4pPr>
            <a:lvl5pPr marL="1828800" indent="0">
              <a:buNone/>
              <a:defRPr>
                <a:latin typeface="Graphik" panose="020B0503030202060203" pitchFamily="34" charset="0"/>
              </a:defRPr>
            </a:lvl5pPr>
          </a:lstStyle>
          <a:p>
            <a:pPr lvl="0"/>
            <a:r>
              <a:rPr lang="es-CO" noProof="0"/>
              <a:t>Rol</a:t>
            </a:r>
          </a:p>
        </p:txBody>
      </p:sp>
      <p:sp>
        <p:nvSpPr>
          <p:cNvPr id="47" name="Text Placeholder 31">
            <a:extLst>
              <a:ext uri="{FF2B5EF4-FFF2-40B4-BE49-F238E27FC236}">
                <a16:creationId xmlns:a16="http://schemas.microsoft.com/office/drawing/2014/main" id="{FC7E85F2-52A4-4511-88B0-F2C73442A444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2369005" y="1202219"/>
            <a:ext cx="6541532" cy="310896"/>
          </a:xfrm>
        </p:spPr>
        <p:txBody>
          <a:bodyPr anchor="ctr">
            <a:noAutofit/>
          </a:bodyPr>
          <a:lstStyle>
            <a:lvl1pPr marL="0" indent="0">
              <a:buNone/>
              <a:defRPr kumimoji="0" lang="en-US" sz="1200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defRPr>
            </a:lvl1pPr>
            <a:lvl2pPr marL="457200" indent="0">
              <a:buNone/>
              <a:defRPr kumimoji="0" lang="en-US" sz="2799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2pPr>
            <a:lvl3pPr marL="914400" indent="0">
              <a:buNone/>
              <a:defRPr>
                <a:latin typeface="Graphik" panose="020B0503030202060203" pitchFamily="34" charset="0"/>
              </a:defRPr>
            </a:lvl3pPr>
            <a:lvl4pPr marL="1371600" indent="0">
              <a:buNone/>
              <a:defRPr>
                <a:latin typeface="Graphik" panose="020B0503030202060203" pitchFamily="34" charset="0"/>
              </a:defRPr>
            </a:lvl4pPr>
            <a:lvl5pPr marL="1828800" indent="0">
              <a:buNone/>
              <a:defRPr>
                <a:latin typeface="Graphik" panose="020B0503030202060203" pitchFamily="34" charset="0"/>
              </a:defRPr>
            </a:lvl5pPr>
          </a:lstStyle>
          <a:p>
            <a:pPr lvl="0"/>
            <a:r>
              <a:rPr lang="es-CO" noProof="0"/>
              <a:t>Email address</a:t>
            </a:r>
          </a:p>
        </p:txBody>
      </p:sp>
      <p:sp>
        <p:nvSpPr>
          <p:cNvPr id="48" name="Text Placeholder 31">
            <a:extLst>
              <a:ext uri="{FF2B5EF4-FFF2-40B4-BE49-F238E27FC236}">
                <a16:creationId xmlns:a16="http://schemas.microsoft.com/office/drawing/2014/main" id="{FC8802FF-03E3-4495-BE0C-83F054507732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2369005" y="1517216"/>
            <a:ext cx="6541532" cy="310896"/>
          </a:xfrm>
        </p:spPr>
        <p:txBody>
          <a:bodyPr anchor="ctr">
            <a:noAutofit/>
          </a:bodyPr>
          <a:lstStyle>
            <a:lvl1pPr marL="0" indent="0">
              <a:buNone/>
              <a:defRPr kumimoji="0" lang="en-US" sz="1200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defRPr>
            </a:lvl1pPr>
            <a:lvl2pPr marL="457200" indent="0">
              <a:buNone/>
              <a:defRPr kumimoji="0" lang="en-US" sz="2799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2pPr>
            <a:lvl3pPr marL="914400" indent="0">
              <a:buNone/>
              <a:defRPr>
                <a:latin typeface="Graphik" panose="020B0503030202060203" pitchFamily="34" charset="0"/>
              </a:defRPr>
            </a:lvl3pPr>
            <a:lvl4pPr marL="1371600" indent="0">
              <a:buNone/>
              <a:defRPr>
                <a:latin typeface="Graphik" panose="020B0503030202060203" pitchFamily="34" charset="0"/>
              </a:defRPr>
            </a:lvl4pPr>
            <a:lvl5pPr marL="1828800" indent="0">
              <a:buNone/>
              <a:defRPr>
                <a:latin typeface="Graphik" panose="020B0503030202060203" pitchFamily="34" charset="0"/>
              </a:defRPr>
            </a:lvl5pPr>
          </a:lstStyle>
          <a:p>
            <a:pPr lvl="0"/>
            <a:r>
              <a:rPr lang="es-CO" noProof="0"/>
              <a:t>Home location: City, Country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E78606-7DF7-4ECE-BFD6-9805E216A984}"/>
              </a:ext>
            </a:extLst>
          </p:cNvPr>
          <p:cNvSpPr>
            <a:spLocks noGrp="1"/>
          </p:cNvSpPr>
          <p:nvPr userDrawn="1">
            <p:ph type="body" sz="quarter" idx="16"/>
          </p:nvPr>
        </p:nvSpPr>
        <p:spPr>
          <a:xfrm>
            <a:off x="341211" y="2421646"/>
            <a:ext cx="2586918" cy="2983301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CO" noProof="0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24ABDA-AF82-4D3F-B9B8-924763598D47}"/>
              </a:ext>
            </a:extLst>
          </p:cNvPr>
          <p:cNvSpPr>
            <a:spLocks noGrp="1"/>
          </p:cNvSpPr>
          <p:nvPr userDrawn="1">
            <p:ph type="body" sz="quarter" idx="17"/>
          </p:nvPr>
        </p:nvSpPr>
        <p:spPr>
          <a:xfrm>
            <a:off x="3231099" y="2739487"/>
            <a:ext cx="2012108" cy="1132124"/>
          </a:xfrm>
        </p:spPr>
        <p:txBody>
          <a:bodyPr/>
          <a:lstStyle>
            <a:lvl1pPr marL="171450" indent="-171450">
              <a:buFont typeface="Arial" panose="020B0604020202020204" pitchFamily="34" charset="0"/>
              <a:buChar char="•"/>
              <a:defRPr sz="1200">
                <a:latin typeface="Graphik" panose="020B0503030202060203" pitchFamily="34" charset="0"/>
              </a:defRPr>
            </a:lvl1pPr>
          </a:lstStyle>
          <a:p>
            <a:pPr lvl="0"/>
            <a:r>
              <a:rPr lang="es-CO" noProof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7D6F9E4-2287-45A1-9D25-09DDA8C090D7}"/>
              </a:ext>
            </a:extLst>
          </p:cNvPr>
          <p:cNvSpPr>
            <a:spLocks noGrp="1"/>
          </p:cNvSpPr>
          <p:nvPr userDrawn="1">
            <p:ph type="body" sz="quarter" idx="18"/>
          </p:nvPr>
        </p:nvSpPr>
        <p:spPr>
          <a:xfrm>
            <a:off x="5427750" y="2437520"/>
            <a:ext cx="6524747" cy="3916033"/>
          </a:xfrm>
        </p:spPr>
        <p:txBody>
          <a:bodyPr/>
          <a:lstStyle>
            <a:lvl1pPr>
              <a:defRPr sz="1200" b="1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CO" noProof="0"/>
              <a:t>Click to edit Master text styles</a:t>
            </a:r>
          </a:p>
          <a:p>
            <a:pPr lvl="1"/>
            <a:r>
              <a:rPr lang="es-CO" noProof="0"/>
              <a:t>Second level</a:t>
            </a:r>
          </a:p>
        </p:txBody>
      </p:sp>
      <p:sp>
        <p:nvSpPr>
          <p:cNvPr id="49" name="Text Placeholder 56">
            <a:extLst>
              <a:ext uri="{FF2B5EF4-FFF2-40B4-BE49-F238E27FC236}">
                <a16:creationId xmlns:a16="http://schemas.microsoft.com/office/drawing/2014/main" id="{908FC9C2-4A4A-4293-B184-158C9D2DD04B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2369005" y="887223"/>
            <a:ext cx="6541532" cy="310896"/>
          </a:xfrm>
        </p:spPr>
        <p:txBody>
          <a:bodyPr anchor="ctr"/>
          <a:lstStyle>
            <a:lvl1pPr>
              <a:defRPr kumimoji="0" lang="en-US" sz="1200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defRPr>
            </a:lvl1pPr>
          </a:lstStyle>
          <a:p>
            <a:r>
              <a:rPr lang="es-CO" noProof="0"/>
              <a:t>Major </a:t>
            </a:r>
          </a:p>
        </p:txBody>
      </p:sp>
      <p:sp>
        <p:nvSpPr>
          <p:cNvPr id="51" name="Rectangle 12">
            <a:extLst>
              <a:ext uri="{FF2B5EF4-FFF2-40B4-BE49-F238E27FC236}">
                <a16:creationId xmlns:a16="http://schemas.microsoft.com/office/drawing/2014/main" id="{DF81F04B-AB69-4A8B-A7F9-39A43C1B7AE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66510" y="2421103"/>
            <a:ext cx="2176694" cy="211912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0" rIns="26983" bIns="26983" anchor="t" anchorCtr="0">
            <a:no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FUNCIONAL</a:t>
            </a:r>
          </a:p>
        </p:txBody>
      </p:sp>
      <p:sp>
        <p:nvSpPr>
          <p:cNvPr id="26" name="Text Placeholder 8">
            <a:extLst>
              <a:ext uri="{FF2B5EF4-FFF2-40B4-BE49-F238E27FC236}">
                <a16:creationId xmlns:a16="http://schemas.microsoft.com/office/drawing/2014/main" id="{7DCDD220-FD2A-412B-830F-C6A5F46C86D4}"/>
              </a:ext>
            </a:extLst>
          </p:cNvPr>
          <p:cNvSpPr>
            <a:spLocks noGrp="1"/>
          </p:cNvSpPr>
          <p:nvPr userDrawn="1">
            <p:ph type="body" sz="quarter" idx="20"/>
          </p:nvPr>
        </p:nvSpPr>
        <p:spPr>
          <a:xfrm>
            <a:off x="3255677" y="4900148"/>
            <a:ext cx="2012108" cy="1132124"/>
          </a:xfrm>
        </p:spPr>
        <p:txBody>
          <a:bodyPr/>
          <a:lstStyle>
            <a:lvl1pPr marL="171450" indent="-171450">
              <a:buFont typeface="Arial" panose="020B0604020202020204" pitchFamily="34" charset="0"/>
              <a:buChar char="•"/>
              <a:defRPr sz="1200">
                <a:latin typeface="Graphik" panose="020B050303020206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Rectangle 12">
            <a:extLst>
              <a:ext uri="{FF2B5EF4-FFF2-40B4-BE49-F238E27FC236}">
                <a16:creationId xmlns:a16="http://schemas.microsoft.com/office/drawing/2014/main" id="{5A637F3C-BD10-4E01-B648-8CE5AFBAFDD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66510" y="4553767"/>
            <a:ext cx="2176694" cy="29366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26983" rIns="26983" bIns="26983" anchor="t">
            <a:sp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INDUSTRIA</a:t>
            </a:r>
          </a:p>
        </p:txBody>
      </p:sp>
    </p:spTree>
    <p:extLst>
      <p:ext uri="{BB962C8B-B14F-4D97-AF65-F5344CB8AC3E}">
        <p14:creationId xmlns:p14="http://schemas.microsoft.com/office/powerpoint/2010/main" val="23819265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hape, background pattern&#10;&#10;Description automatically generated">
            <a:extLst>
              <a:ext uri="{FF2B5EF4-FFF2-40B4-BE49-F238E27FC236}">
                <a16:creationId xmlns:a16="http://schemas.microsoft.com/office/drawing/2014/main" id="{79E0B481-9E2B-407E-9ADA-E67AAEFC289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24184" y="1253518"/>
            <a:ext cx="4165600" cy="4572000"/>
          </a:xfrm>
          <a:prstGeom prst="rect">
            <a:avLst/>
          </a:prstGeom>
        </p:spPr>
      </p:pic>
      <p:pic>
        <p:nvPicPr>
          <p:cNvPr id="6" name="Graphic 7">
            <a:extLst>
              <a:ext uri="{FF2B5EF4-FFF2-40B4-BE49-F238E27FC236}">
                <a16:creationId xmlns:a16="http://schemas.microsoft.com/office/drawing/2014/main" id="{2DD3BE25-2391-4F9A-B346-0A143EB60B5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2216" y="556663"/>
            <a:ext cx="1686444" cy="44573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0007D88-2012-4019-9DA3-C6BF5D140B74}"/>
              </a:ext>
            </a:extLst>
          </p:cNvPr>
          <p:cNvSpPr/>
          <p:nvPr userDrawn="1"/>
        </p:nvSpPr>
        <p:spPr>
          <a:xfrm>
            <a:off x="7873034" y="6074817"/>
            <a:ext cx="3816750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2000" b="0" i="0">
                <a:latin typeface="Graphik" panose="020B0503030202060203" pitchFamily="34" charset="77"/>
              </a:rPr>
              <a:t>Accenture Applied Intelligence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FE8FC5-AA00-4A5A-99FA-F9A41C0D094A}"/>
              </a:ext>
            </a:extLst>
          </p:cNvPr>
          <p:cNvSpPr txBox="1">
            <a:spLocks/>
          </p:cNvSpPr>
          <p:nvPr userDrawn="1"/>
        </p:nvSpPr>
        <p:spPr>
          <a:xfrm>
            <a:off x="145063" y="6589084"/>
            <a:ext cx="3164896" cy="211912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8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Copyright © 2022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46427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lutation-GTS cente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5624" y="2318273"/>
            <a:ext cx="7040753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F21F7E-CEFA-4A8F-862E-8631C40CEA2C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/>
              <a:t>Format Background… &gt; Picture or texture fill &gt; Set to one of the dark or mid gradient options</a:t>
            </a:r>
            <a:endParaRPr lang="en-US" noProof="0"/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494AA491-F1F8-4D38-B722-DB2F38B198B8}"/>
              </a:ext>
            </a:extLst>
          </p:cNvPr>
          <p:cNvSpPr>
            <a:spLocks noChangeAspect="1"/>
          </p:cNvSpPr>
          <p:nvPr/>
        </p:nvSpPr>
        <p:spPr bwMode="black">
          <a:xfrm>
            <a:off x="5779386" y="5382386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8962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C35EA4"/>
          </p15:clr>
        </p15:guide>
        <p15:guide id="2" pos="3840">
          <p15:clr>
            <a:srgbClr val="C35EA4"/>
          </p15:clr>
        </p15:guide>
        <p15:guide id="3" orient="horz" pos="3608">
          <p15:clr>
            <a:srgbClr val="C35E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lutation-Logo cente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5624" y="2318273"/>
            <a:ext cx="7040753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104FBB-E799-42A8-A4FA-483DC489523D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/>
              <a:t>Format Background… &gt; Picture or texture fill &gt; Set to one of the dark or mid gradient options</a:t>
            </a:r>
            <a:endParaRPr lang="en-US" noProof="0"/>
          </a:p>
        </p:txBody>
      </p:sp>
      <p:grpSp>
        <p:nvGrpSpPr>
          <p:cNvPr id="12" name="Logo_WH" descr="Accenture logo in white">
            <a:extLst>
              <a:ext uri="{FF2B5EF4-FFF2-40B4-BE49-F238E27FC236}">
                <a16:creationId xmlns:a16="http://schemas.microsoft.com/office/drawing/2014/main" id="{0D82E30B-4E95-4B73-9014-71990AE21DBE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5154167" y="5374201"/>
            <a:ext cx="1883664" cy="496247"/>
            <a:chOff x="1561" y="187"/>
            <a:chExt cx="4536" cy="1195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008CD909-AC78-4980-BB04-8608F18CDC22}"/>
                </a:ext>
              </a:extLst>
            </p:cNvPr>
            <p:cNvSpPr>
              <a:spLocks/>
            </p:cNvSpPr>
            <p:nvPr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8B5D8E88-5919-40A0-A4A4-2E6587AD6874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845534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3698">
          <p15:clr>
            <a:srgbClr val="C35EA4"/>
          </p15:clr>
        </p15:guide>
        <p15:guide id="2" pos="3840">
          <p15:clr>
            <a:srgbClr val="C35EA4"/>
          </p15:clr>
        </p15:guide>
        <p15:guide id="3" orient="horz" pos="2160">
          <p15:clr>
            <a:srgbClr val="C35E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lutation-GTS Keylin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C7882D0-879F-974F-B35F-EE91948B7F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2DF26BFD-3D15-48EA-A458-43E2274B93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 72pt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2051974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C35E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lutation-GTS left-image bkgn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3E7551B-7F86-46D2-A90B-DF5CC30BDF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 72pt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  <p:sp>
        <p:nvSpPr>
          <p:cNvPr id="6" name="GTS_WH" descr="Accenture Greater Than symbol in white">
            <a:extLst>
              <a:ext uri="{FF2B5EF4-FFF2-40B4-BE49-F238E27FC236}">
                <a16:creationId xmlns:a16="http://schemas.microsoft.com/office/drawing/2014/main" id="{5820492B-C4D2-42F2-B2B8-CB1CE70F894B}"/>
              </a:ext>
            </a:extLst>
          </p:cNvPr>
          <p:cNvSpPr>
            <a:spLocks noChangeAspect="1"/>
          </p:cNvSpPr>
          <p:nvPr/>
        </p:nvSpPr>
        <p:spPr bwMode="black">
          <a:xfrm>
            <a:off x="380999" y="5607812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7341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C35E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67CB869-86C7-4B5D-B21D-C7104400ECFC}"/>
              </a:ext>
            </a:extLst>
          </p:cNvPr>
          <p:cNvSpPr/>
          <p:nvPr/>
        </p:nvSpPr>
        <p:spPr bwMode="blackGray"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5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7101C55-360F-4A30-88C9-2A386C411E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5282245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5527522"/>
            <a:ext cx="3102015" cy="784378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0772B66-01D8-4BE7-AE8E-C64CA1CF26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1429154"/>
            <a:ext cx="5152292" cy="225571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BC9F1450-A172-44DF-9DE8-E648764972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871190"/>
            <a:ext cx="5152292" cy="1092846"/>
          </a:xfrm>
        </p:spPr>
        <p:txBody>
          <a:bodyPr vert="horz" lIns="0" tIns="0" rIns="0" bIns="0" rtlCol="0">
            <a:noAutofit/>
          </a:bodyPr>
          <a:lstStyle>
            <a:lvl1pPr marL="0" indent="0" algn="l">
              <a:lnSpc>
                <a:spcPct val="90000"/>
              </a:lnSpc>
              <a:buNone/>
              <a:defRPr lang="en-US" sz="2400" b="0" i="0" kern="1200" spc="0" dirty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Palatino Linotype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24pt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1D1C16-1E67-46BA-A7F0-31738E52069F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732880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A764EB37-3299-4AEF-9398-9D9C84AB73F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21878" y="1336294"/>
            <a:ext cx="7948244" cy="2255710"/>
          </a:xfrm>
        </p:spPr>
        <p:txBody>
          <a:bodyPr anchor="b"/>
          <a:lstStyle>
            <a:lvl1pPr algn="ctr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5" name="Date Placeholder 10">
            <a:extLst>
              <a:ext uri="{FF2B5EF4-FFF2-40B4-BE49-F238E27FC236}">
                <a16:creationId xmlns:a16="http://schemas.microsoft.com/office/drawing/2014/main" id="{C1D8BA10-E028-4E4B-A19C-12B864B010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44992" y="4501939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ctr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09D55F2-CAE5-4C0F-8D54-A28CECDB93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44992" y="4747217"/>
            <a:ext cx="3102015" cy="245276"/>
          </a:xfrm>
        </p:spPr>
        <p:txBody>
          <a:bodyPr/>
          <a:lstStyle>
            <a:lvl1pPr marL="0" indent="0" algn="ctr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AA97401-81EE-4280-A94C-955E96B0059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21879" y="3866920"/>
            <a:ext cx="7948244" cy="633734"/>
          </a:xfrm>
        </p:spPr>
        <p:txBody>
          <a:bodyPr vert="horz" lIns="0" tIns="0" rIns="0" bIns="0"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Palatino Linotype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GB"/>
              <a:t>Place subtitle here in Palatino Linotype 24pt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DC0C86-80A9-481C-A2D5-6F509B89192B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8" name="GTS_WH" descr="Accenture Greater Than symbol in white">
            <a:extLst>
              <a:ext uri="{FF2B5EF4-FFF2-40B4-BE49-F238E27FC236}">
                <a16:creationId xmlns:a16="http://schemas.microsoft.com/office/drawing/2014/main" id="{C703F910-26EC-4B07-B522-B28DEB82C3EA}"/>
              </a:ext>
            </a:extLst>
          </p:cNvPr>
          <p:cNvSpPr>
            <a:spLocks noChangeAspect="1"/>
          </p:cNvSpPr>
          <p:nvPr/>
        </p:nvSpPr>
        <p:spPr bwMode="black">
          <a:xfrm>
            <a:off x="5779386" y="5382386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2332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3605">
          <p15:clr>
            <a:srgbClr val="C35EA4"/>
          </p15:clr>
        </p15:guide>
        <p15:guide id="2" pos="3840">
          <p15:clr>
            <a:srgbClr val="C35E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E55EA4F-E473-41EF-9E00-3D69D5F1AE6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21878" y="1336294"/>
            <a:ext cx="7948244" cy="2255710"/>
          </a:xfrm>
        </p:spPr>
        <p:txBody>
          <a:bodyPr anchor="b"/>
          <a:lstStyle>
            <a:lvl1pPr algn="ctr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6" name="Date Placeholder 10">
            <a:extLst>
              <a:ext uri="{FF2B5EF4-FFF2-40B4-BE49-F238E27FC236}">
                <a16:creationId xmlns:a16="http://schemas.microsoft.com/office/drawing/2014/main" id="{0AF5D71E-5FA3-4080-B28F-B3110AB34D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44992" y="4501939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ctr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51481AAC-1471-4278-A104-D559B82B52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44992" y="4747217"/>
            <a:ext cx="3102015" cy="245276"/>
          </a:xfrm>
        </p:spPr>
        <p:txBody>
          <a:bodyPr/>
          <a:lstStyle>
            <a:lvl1pPr marL="0" indent="0" algn="ctr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BEB3B30-172A-47BC-8F00-43F601E1F8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21879" y="3866920"/>
            <a:ext cx="7948244" cy="633734"/>
          </a:xfrm>
        </p:spPr>
        <p:txBody>
          <a:bodyPr vert="horz" lIns="0" tIns="0" rIns="0" bIns="0"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Palatino Linotype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GB"/>
              <a:t>Place subtitle here in Palatino Linotype 24pt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481612-058D-4A52-B93E-53E75F305C81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8" name="Logo_WH" descr="Accenture logo in white">
            <a:extLst>
              <a:ext uri="{FF2B5EF4-FFF2-40B4-BE49-F238E27FC236}">
                <a16:creationId xmlns:a16="http://schemas.microsoft.com/office/drawing/2014/main" id="{C6212C50-BB96-4C0C-BC89-2B3C8082149D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5154167" y="5374201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5A65B91D-87CB-4DC8-B4B1-CE82A8E5C6F8}"/>
                </a:ext>
              </a:extLst>
            </p:cNvPr>
            <p:cNvSpPr>
              <a:spLocks/>
            </p:cNvSpPr>
            <p:nvPr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E102C68A-98DA-4EBB-AAFF-D0C6E56ADE14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856051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3696">
          <p15:clr>
            <a:srgbClr val="C35EA4"/>
          </p15:clr>
        </p15:guide>
        <p15:guide id="2" pos="3840">
          <p15:clr>
            <a:srgbClr val="C35E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rgbClr val="E6DCFF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6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DFBD97-7A23-4453-9DFC-F825350AF9B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8" name="Logo_WH" descr="Accenture logo in white">
            <a:extLst>
              <a:ext uri="{FF2B5EF4-FFF2-40B4-BE49-F238E27FC236}">
                <a16:creationId xmlns:a16="http://schemas.microsoft.com/office/drawing/2014/main" id="{1A7501AC-E717-4CB3-89D9-DEE7B06E1876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9153213" y="5815652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E84F1646-52FE-4716-AED1-FE252A8E05E4}"/>
                </a:ext>
              </a:extLst>
            </p:cNvPr>
            <p:cNvSpPr>
              <a:spLocks/>
            </p:cNvSpPr>
            <p:nvPr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15FBA828-A6EE-4CDC-A2F1-52C5DC0E3C3F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328484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5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0449E654-6B6A-44E6-852C-967C3EDDCA2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18288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24pt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white">
          <a:xfrm>
            <a:off x="381001" y="4190668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9" name="GTS_WH" descr="Accenture Greater Than symbol in white">
            <a:extLst>
              <a:ext uri="{FF2B5EF4-FFF2-40B4-BE49-F238E27FC236}">
                <a16:creationId xmlns:a16="http://schemas.microsoft.com/office/drawing/2014/main" id="{08C622A3-6AC3-418E-A8AE-75B117754CFC}"/>
              </a:ext>
            </a:extLst>
          </p:cNvPr>
          <p:cNvSpPr>
            <a:spLocks noChangeAspect="1"/>
          </p:cNvSpPr>
          <p:nvPr/>
        </p:nvSpPr>
        <p:spPr bwMode="white">
          <a:xfrm>
            <a:off x="381001" y="5607811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0865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6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12688DA9-25EC-4AC3-AD0E-0CC139E1167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1" y="4206240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9279EB0A-2DCA-4410-A834-F9A425FF96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24pt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464481-354D-44BF-B8B2-E0AFA2830FDC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9" name="Logo_WH" descr="Accenture logo in white">
            <a:extLst>
              <a:ext uri="{FF2B5EF4-FFF2-40B4-BE49-F238E27FC236}">
                <a16:creationId xmlns:a16="http://schemas.microsoft.com/office/drawing/2014/main" id="{BA79480B-BE6F-49EC-829D-D8AF858ABFD8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381001" y="5815652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80D6DAB6-FE72-4647-9B94-83468BA6B4AE}"/>
                </a:ext>
              </a:extLst>
            </p:cNvPr>
            <p:cNvSpPr>
              <a:spLocks/>
            </p:cNvSpPr>
            <p:nvPr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6961114-35B1-4F8E-96CC-0CA3D18133FD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942920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7 Acquisition+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A84A5767-82AC-46A2-88DD-C31D51E1CB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5715000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24pt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13" name="Picture Placeholder 11" descr="Image placeholder for client logo">
            <a:extLst>
              <a:ext uri="{FF2B5EF4-FFF2-40B4-BE49-F238E27FC236}">
                <a16:creationId xmlns:a16="http://schemas.microsoft.com/office/drawing/2014/main" id="{9B6BF12D-A981-4F4E-B8F1-FF12DC840F2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1001" y="5326815"/>
            <a:ext cx="1884233" cy="985085"/>
          </a:xfrm>
        </p:spPr>
        <p:txBody>
          <a:bodyPr anchor="ctr"/>
          <a:lstStyle>
            <a:lvl1pPr algn="ctr">
              <a:buFont typeface="Arial" panose="020B0604020202020204" pitchFamily="34" charset="0"/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659D61A8-47A5-47C2-A85A-BCCCBE83C91F}"/>
              </a:ext>
            </a:extLst>
          </p:cNvPr>
          <p:cNvSpPr>
            <a:spLocks noChangeAspect="1"/>
          </p:cNvSpPr>
          <p:nvPr/>
        </p:nvSpPr>
        <p:spPr bwMode="auto">
          <a:xfrm>
            <a:off x="381001" y="381001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0293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818ECE-32D7-4F71-A6CA-1144DA38ED6C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grpSp>
        <p:nvGrpSpPr>
          <p:cNvPr id="8" name="Logo_BL" descr="Accenture logo in black and purple">
            <a:extLst>
              <a:ext uri="{FF2B5EF4-FFF2-40B4-BE49-F238E27FC236}">
                <a16:creationId xmlns:a16="http://schemas.microsoft.com/office/drawing/2014/main" id="{35D3F8C8-B2E5-431B-9639-9F05530860E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147183" y="5815542"/>
            <a:ext cx="1883664" cy="496357"/>
            <a:chOff x="2387" y="1701"/>
            <a:chExt cx="4535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9AD7BAC9-11D9-4846-95CD-5C2B8271475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1CAEDE4E-DAF3-4FBC-BAEB-E0C26C20EB9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487342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2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0449E654-6B6A-44E6-852C-967C3EDDCA2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bg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24pt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white">
          <a:xfrm>
            <a:off x="381001" y="420473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pic>
        <p:nvPicPr>
          <p:cNvPr id="10" name="Graphic 9" descr="Accenture Greater Than symbol in purple">
            <a:extLst>
              <a:ext uri="{FF2B5EF4-FFF2-40B4-BE49-F238E27FC236}">
                <a16:creationId xmlns:a16="http://schemas.microsoft.com/office/drawing/2014/main" id="{299A6723-3F53-4981-840E-D1D62874F6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2636" y="5607811"/>
            <a:ext cx="641502" cy="704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7538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3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38B557E5-FD3E-49D7-8F2D-F2CFBA8CA1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384048"/>
            <a:ext cx="5715000" cy="2478024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434840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206240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grpSp>
        <p:nvGrpSpPr>
          <p:cNvPr id="10" name="Logo_BL" descr="Accenture logo in black and purple">
            <a:extLst>
              <a:ext uri="{FF2B5EF4-FFF2-40B4-BE49-F238E27FC236}">
                <a16:creationId xmlns:a16="http://schemas.microsoft.com/office/drawing/2014/main" id="{854C139D-5D17-4D1A-87BD-07B345E2E51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81001" y="5815543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6073E091-2A74-4D4D-8C42-D39E8FD65A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DB984E3-DACF-4D7C-B5E4-08F21BF138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216765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4 Acquisi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631B51-29F3-4C51-AE6C-41E7796F9933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12" name="Picture Placeholder 11" descr="Image placeholder for client logo">
            <a:extLst>
              <a:ext uri="{FF2B5EF4-FFF2-40B4-BE49-F238E27FC236}">
                <a16:creationId xmlns:a16="http://schemas.microsoft.com/office/drawing/2014/main" id="{75547ED6-CAEB-47AC-A74D-49C552BD6F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58417" y="771526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grpSp>
        <p:nvGrpSpPr>
          <p:cNvPr id="9" name="Logo_BL" descr="Accenture logo in black and purple">
            <a:extLst>
              <a:ext uri="{FF2B5EF4-FFF2-40B4-BE49-F238E27FC236}">
                <a16:creationId xmlns:a16="http://schemas.microsoft.com/office/drawing/2014/main" id="{1C5BF709-3623-4620-9FF0-B8F8076A8BE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147183" y="5815542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C7B64CB8-485B-4A84-AF6D-C9EF295514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74AE1E9A-205A-4C25-A6CD-8452DDD2990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889905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5 Acquisi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733891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4734391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4979668"/>
            <a:ext cx="4114799" cy="548640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631B51-29F3-4C51-AE6C-41E7796F9933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12" name="Picture Placeholder 11" descr="Image placeholder for client logo">
            <a:extLst>
              <a:ext uri="{FF2B5EF4-FFF2-40B4-BE49-F238E27FC236}">
                <a16:creationId xmlns:a16="http://schemas.microsoft.com/office/drawing/2014/main" id="{75547ED6-CAEB-47AC-A74D-49C552BD6F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58417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grpSp>
        <p:nvGrpSpPr>
          <p:cNvPr id="9" name="Logo_BL" descr="Accenture logo in black and purple">
            <a:extLst>
              <a:ext uri="{FF2B5EF4-FFF2-40B4-BE49-F238E27FC236}">
                <a16:creationId xmlns:a16="http://schemas.microsoft.com/office/drawing/2014/main" id="{8D3E8DD1-C700-46AC-AA94-9072B0F3175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149093" y="5815543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799A1684-BC33-4579-B840-616EB6D11E8E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A5AD5E73-6E1C-44F8-9F73-9F3D4F6DF76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777422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6 Acquisition+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38B557E5-FD3E-49D7-8F2D-F2CFBA8CA1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384048"/>
            <a:ext cx="5715000" cy="2478024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434840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206240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Picture Placeholder 11" descr="Image placeholder for client logo">
            <a:extLst>
              <a:ext uri="{FF2B5EF4-FFF2-40B4-BE49-F238E27FC236}">
                <a16:creationId xmlns:a16="http://schemas.microsoft.com/office/drawing/2014/main" id="{FFB79963-9269-41F8-B968-34FCB68C87F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926766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grpSp>
        <p:nvGrpSpPr>
          <p:cNvPr id="10" name="Logo_BL" descr="Accenture logo in black and purple">
            <a:extLst>
              <a:ext uri="{FF2B5EF4-FFF2-40B4-BE49-F238E27FC236}">
                <a16:creationId xmlns:a16="http://schemas.microsoft.com/office/drawing/2014/main" id="{854C139D-5D17-4D1A-87BD-07B345E2E51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81001" y="5815543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6073E091-2A74-4D4D-8C42-D39E8FD65A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DB984E3-DACF-4D7C-B5E4-08F21BF138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551854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7 Acquisition+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A715308A-2B7A-4485-A51C-F3F23FC4264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5715000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pic>
        <p:nvPicPr>
          <p:cNvPr id="5" name="Graphic 4" descr="Accenture Greater Than symbol in purple">
            <a:extLst>
              <a:ext uri="{FF2B5EF4-FFF2-40B4-BE49-F238E27FC236}">
                <a16:creationId xmlns:a16="http://schemas.microsoft.com/office/drawing/2014/main" id="{8DD1DFCC-5489-470C-84F4-93032F0960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2636" y="382725"/>
            <a:ext cx="641502" cy="704088"/>
          </a:xfrm>
          <a:prstGeom prst="rect">
            <a:avLst/>
          </a:prstGeom>
        </p:spPr>
      </p:pic>
      <p:sp>
        <p:nvSpPr>
          <p:cNvPr id="13" name="Picture Placeholder 11" descr="Image placeholder for client logo">
            <a:extLst>
              <a:ext uri="{FF2B5EF4-FFF2-40B4-BE49-F238E27FC236}">
                <a16:creationId xmlns:a16="http://schemas.microsoft.com/office/drawing/2014/main" id="{05B9195C-3F7A-4A18-80FA-FB81E2ECDE0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1001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0186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Divider with Image - Gradient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ccenture Gradient Dark">
            <a:extLst>
              <a:ext uri="{FF2B5EF4-FFF2-40B4-BE49-F238E27FC236}">
                <a16:creationId xmlns:a16="http://schemas.microsoft.com/office/drawing/2014/main" id="{86F62995-A1F7-47A0-AD35-CBADA972398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8"/>
          <a:stretch/>
        </p:blipFill>
        <p:spPr bwMode="invGray">
          <a:xfrm>
            <a:off x="1185" y="0"/>
            <a:ext cx="12189630" cy="685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961CA96-71E3-F941-B41E-52928AB9110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10099"/>
            <a:ext cx="4953000" cy="147421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24pt</a:t>
            </a:r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381000"/>
            <a:ext cx="4953000" cy="5703315"/>
          </a:xfrm>
          <a:noFill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4B2379EA-B598-42DD-B03E-5C4FC1D468F3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B0387B-1E9C-4EB7-9BA3-83AB796E35C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s-ES"/>
              <a:t>Copyright © 2020 Accenture. All rights reserved.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BB825C-3912-400B-A9ED-F17A355964B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953407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Divider with Image - Gradient Co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ccenture Gradient Mid&#10;">
            <a:extLst>
              <a:ext uri="{FF2B5EF4-FFF2-40B4-BE49-F238E27FC236}">
                <a16:creationId xmlns:a16="http://schemas.microsoft.com/office/drawing/2014/main" id="{D34847E9-71CB-4177-8BB3-C4EDB8A3E2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381000"/>
            <a:ext cx="4953000" cy="5703315"/>
          </a:xfrm>
          <a:noFill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D88312-3597-964E-9B24-8371E2C8567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10099"/>
            <a:ext cx="4953000" cy="1701801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24pt</a:t>
            </a: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EC3F0890-0DED-4AD1-9A02-BD56F8554B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4" name="GTS_WH" descr="Accenture Greater Than symbol in white">
            <a:extLst>
              <a:ext uri="{FF2B5EF4-FFF2-40B4-BE49-F238E27FC236}">
                <a16:creationId xmlns:a16="http://schemas.microsoft.com/office/drawing/2014/main" id="{3FC0722F-C643-4988-96E8-F00519CB3A00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969A96-ECEE-46C8-AC65-A99027BA920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129392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 - Numbered, Gradient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ccenture Gradient Mid">
            <a:extLst>
              <a:ext uri="{FF2B5EF4-FFF2-40B4-BE49-F238E27FC236}">
                <a16:creationId xmlns:a16="http://schemas.microsoft.com/office/drawing/2014/main" id="{CB16898D-3DD4-439C-B43F-558C1FDD364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0" y="0"/>
            <a:ext cx="12192000" cy="342899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4015D5F-F315-4E58-856E-56BC8490AECE}"/>
              </a:ext>
            </a:extLst>
          </p:cNvPr>
          <p:cNvSpPr/>
          <p:nvPr/>
        </p:nvSpPr>
        <p:spPr bwMode="white">
          <a:xfrm>
            <a:off x="0" y="3428999"/>
            <a:ext cx="12192000" cy="3429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3889828"/>
            <a:ext cx="6186713" cy="2422072"/>
          </a:xfrm>
        </p:spPr>
        <p:txBody>
          <a:bodyPr anchor="t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3E56B88-63DE-42F5-AE08-5F9069ED683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143001" y="835805"/>
            <a:ext cx="6186712" cy="2194487"/>
          </a:xfrm>
        </p:spPr>
        <p:txBody>
          <a:bodyPr anchor="ctr"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None/>
              <a:defRPr lang="en-US" sz="16600" b="1" kern="1200" dirty="0">
                <a:ln w="38100">
                  <a:noFill/>
                </a:ln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#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4CC28DDD-91C9-FB49-B057-796687C8B0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55427" y="3889827"/>
            <a:ext cx="2993573" cy="2422071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24pt</a:t>
            </a:r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C230B8D6-1525-4D29-A117-F22A9C16F0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6" name="GTS_WH" descr="Accenture Greater Than symbol in white">
            <a:extLst>
              <a:ext uri="{FF2B5EF4-FFF2-40B4-BE49-F238E27FC236}">
                <a16:creationId xmlns:a16="http://schemas.microsoft.com/office/drawing/2014/main" id="{C5173724-68B6-47CD-B850-71B1407EEAA1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04ADF7-CE17-4A46-8A63-A366F9BB14A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315318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1" y="2182000"/>
            <a:ext cx="3267012" cy="269933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  <a:lvl2pPr marL="0" indent="0">
              <a:buNone/>
              <a:defRPr sz="1800"/>
            </a:lvl2pPr>
            <a:lvl3pPr marL="228600">
              <a:buFont typeface="Arial" panose="020B0604020202020204" pitchFamily="34" charset="0"/>
              <a:buChar char="•"/>
              <a:defRPr sz="1800"/>
            </a:lvl3pPr>
            <a:lvl4pPr marL="457200">
              <a:buFont typeface="Arial" panose="020B0604020202020204" pitchFamily="34" charset="0"/>
              <a:buChar char="–"/>
              <a:defRPr sz="1600"/>
            </a:lvl4pPr>
            <a:lvl5pPr marL="685800"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GB"/>
              <a:t>Place agenda summary here in Palatino Linotype 24pt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2" y="1371601"/>
            <a:ext cx="3267011" cy="810399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Agenda title</a:t>
            </a:r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1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57" name="Text Placeholder 17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1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59" name="Text Placeholder 17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1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1" name="Text Placeholder 17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1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3" name="Text Placeholder 17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1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5" name="Text Placeholder 17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1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1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9" name="Text Placeholder 17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1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29" name="Text Placeholder 17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2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2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2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2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2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2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2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2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</a:extLst>
          </p:cNvPr>
          <p:cNvCxnSpPr/>
          <p:nvPr/>
        </p:nvCxnSpPr>
        <p:spPr>
          <a:xfrm>
            <a:off x="4045241" y="1371600"/>
            <a:ext cx="0" cy="4719487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 Placeholder 17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59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7" name="Text Placeholder 17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59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8" name="Text Placeholder 17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59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9" name="Text Placeholder 17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59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0" name="Text Placeholder 17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59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1" name="Text Placeholder 17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59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2" name="Text Placeholder 17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59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3" name="Text Placeholder 17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59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4" name="Text Placeholder 17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0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5" name="Text Placeholder 17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0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6" name="Text Placeholder 17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0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7" name="Text Placeholder 17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0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8" name="Text Placeholder 1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0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9" name="Text Placeholder 17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0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0" name="Text Placeholder 17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0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1" name="Text Placeholder 17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0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C1BE3C-F523-44EE-B6D4-7175CE08E157}"/>
              </a:ext>
            </a:extLst>
          </p:cNvPr>
          <p:cNvSpPr>
            <a:spLocks noGrp="1"/>
          </p:cNvSpPr>
          <p:nvPr>
            <p:ph type="ftr" sz="quarter" idx="56"/>
          </p:nvPr>
        </p:nvSpPr>
        <p:spPr/>
        <p:txBody>
          <a:bodyPr/>
          <a:lstStyle/>
          <a:p>
            <a:r>
              <a:rPr lang="es-ES"/>
              <a:t>Copyright © 2020 Accenture. All rights reserved.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796CD18-ADDA-4A64-BDD0-F5A8D01FDD49}"/>
              </a:ext>
            </a:extLst>
          </p:cNvPr>
          <p:cNvSpPr>
            <a:spLocks noGrp="1"/>
          </p:cNvSpPr>
          <p:nvPr>
            <p:ph type="sldNum" sz="quarter" idx="57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15163083"/>
      </p:ext>
    </p:extLst>
  </p:cSld>
  <p:clrMapOvr>
    <a:masterClrMapping/>
  </p:clrMapOvr>
  <p:hf hd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6DB689C-7DB3-4046-A1BF-E63F8EF784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87C97B1E-CB9E-4CBC-A6F1-1D4F2E4ECB3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0"/>
            <a:ext cx="11430000" cy="4940300"/>
          </a:xfrm>
        </p:spPr>
        <p:txBody>
          <a:bodyPr/>
          <a:lstStyle>
            <a:lvl1pPr marL="228600" indent="-228600">
              <a:buFont typeface="Arial" panose="020B0604020202020204" pitchFamily="34" charset="0"/>
              <a:buChar char="•"/>
              <a:defRPr/>
            </a:lvl1pPr>
            <a:lvl2pPr marL="457200">
              <a:defRPr/>
            </a:lvl2pPr>
            <a:lvl3pPr marL="685800">
              <a:defRPr/>
            </a:lvl3pPr>
            <a:lvl4pPr marL="914400">
              <a:defRPr/>
            </a:lvl4pPr>
            <a:lvl5pPr marL="1143000">
              <a:defRPr/>
            </a:lvl5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E4E1CDE7-C850-4F14-8D26-8BD1EE3D6D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BEF25E-6F09-4B47-806E-462D7622D1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89129826"/>
      </p:ext>
    </p:extLst>
  </p:cSld>
  <p:clrMapOvr>
    <a:masterClrMapping/>
  </p:clrMapOvr>
  <p:hf hd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ng Headline and 1 Column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6D4EA4B-84F0-4EB3-B6B4-6EAB903D2C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6DFCE48E-1DF3-48D6-BD43-BA3B9CE95A0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1"/>
            <a:ext cx="11430000" cy="4940300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3646097A-7916-4EBE-A526-09FCBD84F6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5EFDEB3F-4743-43EA-A121-ED3CB6054C7F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E8CB08-3B2A-44E5-8975-B69F3969CD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080397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subtitl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A49B96C-8E74-4C8B-BDE4-9B82801CA0E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949194"/>
            <a:ext cx="11430000" cy="4362706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</a:lstStyle>
          <a:p>
            <a:pPr lvl="0"/>
            <a:r>
              <a:rPr lang="en-GB"/>
              <a:t>Place subtitle here in Palatino Linotype 20pt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06E1154F-E5DD-468F-85D1-17FC4F4386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699EEA-1839-42AE-A096-1905CABA2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86405932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931">
          <p15:clr>
            <a:srgbClr val="547EBF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s 2 - Headline + GT Sect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0" y="3004457"/>
            <a:ext cx="5524500" cy="2865991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  <a:lvl2pPr marL="228600" indent="-228600">
              <a:buFont typeface="Arial" panose="020B0604020202020204" pitchFamily="34" charset="0"/>
              <a:buChar char="•"/>
              <a:defRPr sz="1800"/>
            </a:lvl2pPr>
            <a:lvl3pPr marL="457200">
              <a:buFont typeface="Arial" panose="020B0503030202060203" pitchFamily="34" charset="0"/>
              <a:buChar char="–"/>
              <a:defRPr sz="1800"/>
            </a:lvl3pPr>
            <a:lvl4pPr marL="685800">
              <a:buFont typeface="Arial" panose="020B0604020202020204" pitchFamily="34" charset="0"/>
              <a:buChar char="•"/>
              <a:defRPr sz="1600"/>
            </a:lvl4pPr>
            <a:lvl5pPr marL="914400">
              <a:buFont typeface="Arial" panose="020B0503030202060203" pitchFamily="34" charset="0"/>
              <a:buChar char="–"/>
              <a:defRPr sz="1600"/>
            </a:lvl5pPr>
          </a:lstStyle>
          <a:p>
            <a:pPr lvl="0"/>
            <a:r>
              <a:rPr lang="en-GB"/>
              <a:t>Place subtitle here in Palatino Linotype 24pt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CC1513EB-EC9B-9B42-BA12-BC659505A76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6499" y="1371601"/>
            <a:ext cx="5524500" cy="450242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Place text here 20pt</a:t>
            </a:r>
          </a:p>
          <a:p>
            <a:pPr lvl="1"/>
            <a:r>
              <a:rPr lang="en-US"/>
              <a:t>Second level 20pt</a:t>
            </a:r>
          </a:p>
          <a:p>
            <a:pPr lvl="2"/>
            <a:r>
              <a:rPr lang="en-US"/>
              <a:t>Third level 20pt</a:t>
            </a:r>
          </a:p>
          <a:p>
            <a:pPr lvl="3"/>
            <a:r>
              <a:rPr lang="en-US"/>
              <a:t>Fourth level 18pt</a:t>
            </a:r>
          </a:p>
          <a:p>
            <a:pPr lvl="4"/>
            <a:r>
              <a:rPr lang="en-US"/>
              <a:t>Fifth level 18pt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1371601"/>
            <a:ext cx="5524499" cy="1632856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0A51E00B-3AD2-4131-A1AF-2681835517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5BAA4F-3169-4083-866F-71669DE395C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11088843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20">
          <p15:clr>
            <a:srgbClr val="C35EA4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987552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1371600"/>
            <a:ext cx="5524499" cy="493776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1371600"/>
            <a:ext cx="5524499" cy="493776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DF77ADC1-6931-47B6-AF28-D1C74D5BB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BB8772-B000-40EC-8AE7-3AA41499E64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80506533"/>
      </p:ext>
    </p:extLst>
  </p:cSld>
  <p:clrMapOvr>
    <a:masterClrMapping/>
  </p:clrMapOvr>
  <p:hf hd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sub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8830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1947672"/>
            <a:ext cx="5524499" cy="43616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1947672"/>
            <a:ext cx="5524499" cy="43616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DF77ADC1-6931-47B6-AF28-D1C74D5BB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A356218-065E-4505-9831-1D03292456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</a:lstStyle>
          <a:p>
            <a:pPr lvl="0"/>
            <a:r>
              <a:rPr lang="en-GB"/>
              <a:t>Place subtitle here in Palatino Linotype 20pt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363034-F9EC-4A95-91E0-2E801974931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06133301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subtitle and 2 Headings/Co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8830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1949194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EDE1E44A-D007-46D2-9E20-283025607FF2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286499" y="1949194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2772154"/>
            <a:ext cx="5524499" cy="3101872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2772154"/>
            <a:ext cx="5524499" cy="3101872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DF77ADC1-6931-47B6-AF28-D1C74D5BB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A356218-065E-4505-9831-1D03292456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</a:lstStyle>
          <a:p>
            <a:pPr lvl="0"/>
            <a:r>
              <a:rPr lang="en-GB"/>
              <a:t>Place subtitle here in Palatino Linotype 20pt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A5F1A8-92F0-48CE-B27D-E2B7EE762F1A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3873400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08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3837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BA4C27-1C65-4465-A8B1-ACE92701B4D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1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318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DB26F5FE-8482-4C00-99C1-3FC3BEEE82C8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4318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503030202060203" pitchFamily="34" charset="0"/>
              <a:buNone/>
              <a:tabLst/>
            </a:pPr>
            <a:r>
              <a:rPr lang="en-US"/>
              <a:t>Sixth level 12pt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4318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255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CBA38EFA-DE92-462D-AAF3-DE465A478568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8255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503030202060203" pitchFamily="34" charset="0"/>
              <a:buNone/>
              <a:tabLst/>
            </a:pPr>
            <a:r>
              <a:rPr lang="en-US"/>
              <a:t>Sixth level 12pt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255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E974BDB1-DA1D-43EC-81BC-66135DB7B8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</a:lstStyle>
          <a:p>
            <a:pPr lvl="0"/>
            <a:r>
              <a:rPr lang="en-GB"/>
              <a:t>Place subtitle here in Palatino Linotype 20pt</a:t>
            </a:r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FE860E3B-7BAE-4917-8F29-26AFBD0E72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7D7C41-6360-43FF-A192-982014655EFE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96975865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2571749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2571749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33337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33337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28650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28650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973701C-90E3-449B-A44A-0C66B0945601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92392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D6CB018D-34A3-4417-AE76-9BB3793F0332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92392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3BDC2B1A-D3A0-C04B-AEDB-0389C637EF1A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381000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0F6CE73-9C88-264F-A7F2-A3D2B2D1938B}"/>
              </a:ext>
            </a:extLst>
          </p:cNvPr>
          <p:cNvSpPr>
            <a:spLocks noGrp="1"/>
          </p:cNvSpPr>
          <p:nvPr>
            <p:ph sz="half" idx="29" hasCustomPrompt="1"/>
          </p:nvPr>
        </p:nvSpPr>
        <p:spPr>
          <a:xfrm>
            <a:off x="3333751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5F289FE6-F2A2-784D-9D31-047C10F04CDF}"/>
              </a:ext>
            </a:extLst>
          </p:cNvPr>
          <p:cNvSpPr>
            <a:spLocks noGrp="1"/>
          </p:cNvSpPr>
          <p:nvPr>
            <p:ph sz="half" idx="30" hasCustomPrompt="1"/>
          </p:nvPr>
        </p:nvSpPr>
        <p:spPr>
          <a:xfrm>
            <a:off x="6286500" y="3145138"/>
            <a:ext cx="2571749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A079B5C1-1D0F-8F40-A376-4AE3B49D1B5A}"/>
              </a:ext>
            </a:extLst>
          </p:cNvPr>
          <p:cNvSpPr>
            <a:spLocks noGrp="1"/>
          </p:cNvSpPr>
          <p:nvPr>
            <p:ph sz="half" idx="31" hasCustomPrompt="1"/>
          </p:nvPr>
        </p:nvSpPr>
        <p:spPr>
          <a:xfrm>
            <a:off x="9239251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3" name="Footer Placeholder 3">
            <a:extLst>
              <a:ext uri="{FF2B5EF4-FFF2-40B4-BE49-F238E27FC236}">
                <a16:creationId xmlns:a16="http://schemas.microsoft.com/office/drawing/2014/main" id="{83000718-AD47-4F1E-8F71-56356C9406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01BF3E00-F066-4583-A5B1-87DD19666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3837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5650FA89-A64B-4802-B6DF-D1844A8430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</a:lstStyle>
          <a:p>
            <a:pPr lvl="0"/>
            <a:r>
              <a:rPr lang="en-GB"/>
              <a:t>Place subtitle here in Palatino Linotype 20pt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D5B1DD8-C71C-4D65-A58A-0A9A86DCED84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92064258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698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5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798829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BD757F29-5B8C-430C-B53D-FA44B1887B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13771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4C854DFB-B17D-45CF-98C3-3882DBE2C32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898899"/>
            <a:ext cx="1985504" cy="1971541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C5D125FD-0D25-4E65-82F5-4E18FE84E47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3943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1" name="Text Placeholder 21">
            <a:extLst>
              <a:ext uri="{FF2B5EF4-FFF2-40B4-BE49-F238E27FC236}">
                <a16:creationId xmlns:a16="http://schemas.microsoft.com/office/drawing/2014/main" id="{5B124AA5-6419-4552-97B5-242DA08BE73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0145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A378CD97-B880-4BCB-AD71-A7C1C1C848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6347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2CB6C29-05E0-4B43-A2EB-22FEB969E56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825496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13EDE11-CE40-4943-AE63-A3B14CB3C037}"/>
              </a:ext>
            </a:extLst>
          </p:cNvPr>
          <p:cNvCxnSpPr>
            <a:cxnSpLocks/>
          </p:cNvCxnSpPr>
          <p:nvPr/>
        </p:nvCxnSpPr>
        <p:spPr>
          <a:xfrm>
            <a:off x="114156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67ED40C-58DA-45F1-8E80-6A74976C6E1E}"/>
              </a:ext>
            </a:extLst>
          </p:cNvPr>
          <p:cNvCxnSpPr/>
          <p:nvPr/>
        </p:nvCxnSpPr>
        <p:spPr>
          <a:xfrm>
            <a:off x="350358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91A22B2-C08A-41DA-ACB1-5B59B4CDA8DE}"/>
              </a:ext>
            </a:extLst>
          </p:cNvPr>
          <p:cNvCxnSpPr/>
          <p:nvPr/>
        </p:nvCxnSpPr>
        <p:spPr>
          <a:xfrm>
            <a:off x="586560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7D3E374-86AB-4A80-81AD-B09F07C51B80}"/>
              </a:ext>
            </a:extLst>
          </p:cNvPr>
          <p:cNvCxnSpPr/>
          <p:nvPr/>
        </p:nvCxnSpPr>
        <p:spPr>
          <a:xfrm>
            <a:off x="822762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3A5244A-D0CA-43CB-A0DB-296A219EDC9D}"/>
              </a:ext>
            </a:extLst>
          </p:cNvPr>
          <p:cNvCxnSpPr>
            <a:cxnSpLocks/>
          </p:cNvCxnSpPr>
          <p:nvPr/>
        </p:nvCxnSpPr>
        <p:spPr>
          <a:xfrm>
            <a:off x="10589648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13">
            <a:extLst>
              <a:ext uri="{FF2B5EF4-FFF2-40B4-BE49-F238E27FC236}">
                <a16:creationId xmlns:a16="http://schemas.microsoft.com/office/drawing/2014/main" id="{EABD27E6-4547-45B3-9AC5-1EF508AE88E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3075791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0" name="Picture Placeholder 13">
            <a:extLst>
              <a:ext uri="{FF2B5EF4-FFF2-40B4-BE49-F238E27FC236}">
                <a16:creationId xmlns:a16="http://schemas.microsoft.com/office/drawing/2014/main" id="{31C34651-25FA-45DD-86DF-BB58EBE9AA8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437811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B32375EE-E449-4B59-B987-5D6EBFBDF31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799831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EE1692D5-4CE6-4990-8769-B146983B947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161852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3" name="Footer Placeholder 3">
            <a:extLst>
              <a:ext uri="{FF2B5EF4-FFF2-40B4-BE49-F238E27FC236}">
                <a16:creationId xmlns:a16="http://schemas.microsoft.com/office/drawing/2014/main" id="{57676F53-2AF5-4F44-9119-3C3347D1DA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B8D97977-AAE6-4533-93CA-ADE704E9F4A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</a:lstStyle>
          <a:p>
            <a:pPr lvl="0"/>
            <a:r>
              <a:rPr lang="en-GB"/>
              <a:t>Place subtitle here in Palatino Linotype 20pt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D3E087-C0E5-4045-83EC-D0F38053E0B8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43615838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Team 4-Box Shad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4655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25DB0B2A-9775-46B0-9A40-F75EBFA4B45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817351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F83F6B5F-EAE7-44DA-BD77-6D66865CEB92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480047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AD8EF41C-E978-4139-80A4-73605C41EA35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9142743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54653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solidFill>
                  <a:schemeClr val="accent2"/>
                </a:solidFill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817350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80047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1" name="Text Placeholder 21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42742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9310CF55-0D9B-41F8-8D1E-8BA74BC232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4481D5-3713-4165-990F-CD2E7B955A03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22710604"/>
      </p:ext>
    </p:extLst>
  </p:cSld>
  <p:clrMapOvr>
    <a:masterClrMapping/>
  </p:clrMapOvr>
  <p:hf hd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Team 6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1000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lIns="91440" tIns="0"/>
          <a:lstStyle>
            <a:lvl1pPr marL="0" indent="0">
              <a:buNone/>
              <a:defRPr sz="1800" b="0"/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356104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31208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06312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56520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1416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6BEB5A56-DED2-134F-B0DE-11936982FF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926552"/>
            <a:ext cx="1554480" cy="1943893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8" name="Text Placeholder 21">
            <a:extLst>
              <a:ext uri="{FF2B5EF4-FFF2-40B4-BE49-F238E27FC236}">
                <a16:creationId xmlns:a16="http://schemas.microsoft.com/office/drawing/2014/main" id="{923321BD-6745-7944-910F-B8C8E4AC31D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53236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2A6C4DC7-1806-A74D-B434-61FF385F82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9057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0" name="Text Placeholder 21">
            <a:extLst>
              <a:ext uri="{FF2B5EF4-FFF2-40B4-BE49-F238E27FC236}">
                <a16:creationId xmlns:a16="http://schemas.microsoft.com/office/drawing/2014/main" id="{053D7F26-6DC1-034C-B572-B4BFE718C79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04878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2" name="Text Placeholder 21">
            <a:extLst>
              <a:ext uri="{FF2B5EF4-FFF2-40B4-BE49-F238E27FC236}">
                <a16:creationId xmlns:a16="http://schemas.microsoft.com/office/drawing/2014/main" id="{E075A489-B7B7-CE40-B061-D8A36AFCC81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80699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5" name="Text Placeholder 21">
            <a:extLst>
              <a:ext uri="{FF2B5EF4-FFF2-40B4-BE49-F238E27FC236}">
                <a16:creationId xmlns:a16="http://schemas.microsoft.com/office/drawing/2014/main" id="{FF2BF483-5EDC-9242-AD58-57E84F538C8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56520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D665DCA-734C-4077-92CB-D7A9FCD67D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3D474A-8A06-4078-BEBB-EBDCDD30231B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27" name="Picture Placeholder 4">
            <a:extLst>
              <a:ext uri="{FF2B5EF4-FFF2-40B4-BE49-F238E27FC236}">
                <a16:creationId xmlns:a16="http://schemas.microsoft.com/office/drawing/2014/main" id="{9FEF6117-B6D9-4841-8EFA-DF78BCFA9C0B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77415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90B0A6BB-BC70-4436-B334-35CF914D177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356104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EA23CA56-3568-4982-84E5-176DE32541C2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331208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7E019EA7-B58E-4B17-A663-2E8CCD701589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306312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9A57066F-5BF5-43F7-A9DA-1788B5511DA7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281416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5" name="Picture Placeholder 4">
            <a:extLst>
              <a:ext uri="{FF2B5EF4-FFF2-40B4-BE49-F238E27FC236}">
                <a16:creationId xmlns:a16="http://schemas.microsoft.com/office/drawing/2014/main" id="{EA5F90EC-FB85-4041-85C1-409768D3A0C0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0256520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238911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ng Headline-Team 6-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1000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lIns="91440"/>
          <a:lstStyle>
            <a:lvl1pPr marL="0" indent="0">
              <a:buNone/>
              <a:defRPr sz="1800" b="0">
                <a:solidFill>
                  <a:schemeClr val="bg1"/>
                </a:solidFill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356104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31208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06312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56520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926552"/>
            <a:ext cx="1554480" cy="1943892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53236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1416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9057" y="3926552"/>
            <a:ext cx="1554480" cy="195196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1" name="Text Placeholder 21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04878" y="3926552"/>
            <a:ext cx="1554480" cy="195196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2" name="Text Placeholder 21">
            <a:extLst>
              <a:ext uri="{FF2B5EF4-FFF2-40B4-BE49-F238E27FC236}">
                <a16:creationId xmlns:a16="http://schemas.microsoft.com/office/drawing/2014/main" id="{6DA3268F-5CC4-7E4D-879D-3A3F1FBF6B5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80699" y="3926552"/>
            <a:ext cx="1554480" cy="19519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3" name="Text Placeholder 21">
            <a:extLst>
              <a:ext uri="{FF2B5EF4-FFF2-40B4-BE49-F238E27FC236}">
                <a16:creationId xmlns:a16="http://schemas.microsoft.com/office/drawing/2014/main" id="{855592D2-902A-1146-B433-6648BEC8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56520" y="3926552"/>
            <a:ext cx="1554480" cy="194389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9" name="Footer Placeholder 3">
            <a:extLst>
              <a:ext uri="{FF2B5EF4-FFF2-40B4-BE49-F238E27FC236}">
                <a16:creationId xmlns:a16="http://schemas.microsoft.com/office/drawing/2014/main" id="{F748F9AD-5F56-42EC-9922-780EBA4436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2" name="GTS_WH" descr="Accenture Greater Than symbol in white">
            <a:extLst>
              <a:ext uri="{FF2B5EF4-FFF2-40B4-BE49-F238E27FC236}">
                <a16:creationId xmlns:a16="http://schemas.microsoft.com/office/drawing/2014/main" id="{B49891DC-D80E-4D1B-961E-1B567E0E4535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8FB076-B311-496F-8C11-2C54B06FBB3D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28" name="Picture Placeholder 4">
            <a:extLst>
              <a:ext uri="{FF2B5EF4-FFF2-40B4-BE49-F238E27FC236}">
                <a16:creationId xmlns:a16="http://schemas.microsoft.com/office/drawing/2014/main" id="{199DF3DD-2E34-4D79-8E11-12CE813E73FA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81000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5" name="Picture Placeholder 4">
            <a:extLst>
              <a:ext uri="{FF2B5EF4-FFF2-40B4-BE49-F238E27FC236}">
                <a16:creationId xmlns:a16="http://schemas.microsoft.com/office/drawing/2014/main" id="{6FCD1A94-A214-4264-842C-B5DA710C1F37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356104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7" name="Picture Placeholder 4">
            <a:extLst>
              <a:ext uri="{FF2B5EF4-FFF2-40B4-BE49-F238E27FC236}">
                <a16:creationId xmlns:a16="http://schemas.microsoft.com/office/drawing/2014/main" id="{895C1CB4-E517-4380-8170-E8C0CA787FBA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331208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6AFBE91E-BB56-4FAF-ADEB-859CA86F829F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306312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15D78B8A-7ECF-44EE-A95F-FBD072A68894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281416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F2F64C30-F694-4DC6-AAED-5ECA99ECCF51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0256520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633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Team 8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371931-42F0-694A-9918-74F36725749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81000" y="1295233"/>
            <a:ext cx="3540355" cy="501666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Place text here, use indent to access other levels 20pt</a:t>
            </a:r>
          </a:p>
          <a:p>
            <a:pPr lvl="1"/>
            <a:r>
              <a:rPr lang="en-GB"/>
              <a:t>Second level 20pt</a:t>
            </a:r>
          </a:p>
          <a:p>
            <a:pPr lvl="2"/>
            <a:r>
              <a:rPr lang="en-GB"/>
              <a:t>Third level 20pt</a:t>
            </a:r>
          </a:p>
          <a:p>
            <a:pPr lvl="3"/>
            <a:r>
              <a:rPr lang="en-GB"/>
              <a:t>Fourth level 18pt</a:t>
            </a:r>
          </a:p>
          <a:p>
            <a:pPr lvl="4"/>
            <a:r>
              <a:rPr lang="en-GB"/>
              <a:t>Fifth level 18pt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45" name="Picture Placeholder 13">
            <a:extLst>
              <a:ext uri="{FF2B5EF4-FFF2-40B4-BE49-F238E27FC236}">
                <a16:creationId xmlns:a16="http://schemas.microsoft.com/office/drawing/2014/main" id="{CD7EAAF9-7102-4351-9F35-C40B3F3819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25820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CC40CB3D-DFEA-4056-B2DA-887E7C86324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298231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F8BABECB-6F2D-4068-AEE6-A603DAA72EF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43053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914A31DD-59CB-48C9-9C28-954E6B85C62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70642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57" name="Text Placeholder 21">
            <a:extLst>
              <a:ext uri="{FF2B5EF4-FFF2-40B4-BE49-F238E27FC236}">
                <a16:creationId xmlns:a16="http://schemas.microsoft.com/office/drawing/2014/main" id="{224BCF40-5B7A-4471-B077-3EEE956ADC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5822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58" name="Text Placeholder 21">
            <a:extLst>
              <a:ext uri="{FF2B5EF4-FFF2-40B4-BE49-F238E27FC236}">
                <a16:creationId xmlns:a16="http://schemas.microsoft.com/office/drawing/2014/main" id="{68E899C2-D12C-4214-88A5-B7A6E1BCDCE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98233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59" name="Text Placeholder 21">
            <a:extLst>
              <a:ext uri="{FF2B5EF4-FFF2-40B4-BE49-F238E27FC236}">
                <a16:creationId xmlns:a16="http://schemas.microsoft.com/office/drawing/2014/main" id="{66A0D763-27FE-421C-A5D9-19A08FC2D8D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70644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78" name="Text Placeholder 21">
            <a:extLst>
              <a:ext uri="{FF2B5EF4-FFF2-40B4-BE49-F238E27FC236}">
                <a16:creationId xmlns:a16="http://schemas.microsoft.com/office/drawing/2014/main" id="{43E52046-A5DE-47E3-A9A3-ADD4F6DB823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43055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BA696AEF-3D6B-2E4A-853E-8A8760E58D09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4325822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3" name="Picture Placeholder 13">
            <a:extLst>
              <a:ext uri="{FF2B5EF4-FFF2-40B4-BE49-F238E27FC236}">
                <a16:creationId xmlns:a16="http://schemas.microsoft.com/office/drawing/2014/main" id="{05B98E7F-7333-A04B-94D4-281325401EF4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6298233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4" name="Picture Placeholder 13">
            <a:extLst>
              <a:ext uri="{FF2B5EF4-FFF2-40B4-BE49-F238E27FC236}">
                <a16:creationId xmlns:a16="http://schemas.microsoft.com/office/drawing/2014/main" id="{B99C455B-37CC-4E44-8046-56AF81C16361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10243053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5" name="Picture Placeholder 13">
            <a:extLst>
              <a:ext uri="{FF2B5EF4-FFF2-40B4-BE49-F238E27FC236}">
                <a16:creationId xmlns:a16="http://schemas.microsoft.com/office/drawing/2014/main" id="{AAA6B0A5-6A50-1640-8F39-F8AC766655FE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8270644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0" name="Text Placeholder 21">
            <a:extLst>
              <a:ext uri="{FF2B5EF4-FFF2-40B4-BE49-F238E27FC236}">
                <a16:creationId xmlns:a16="http://schemas.microsoft.com/office/drawing/2014/main" id="{CDFBCAAC-9CA0-5A4E-8684-A49AAB0BA65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325822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41" name="Text Placeholder 21">
            <a:extLst>
              <a:ext uri="{FF2B5EF4-FFF2-40B4-BE49-F238E27FC236}">
                <a16:creationId xmlns:a16="http://schemas.microsoft.com/office/drawing/2014/main" id="{0C025F6B-BD75-0A4C-87E1-147D69F7C5B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298233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42" name="Text Placeholder 21">
            <a:extLst>
              <a:ext uri="{FF2B5EF4-FFF2-40B4-BE49-F238E27FC236}">
                <a16:creationId xmlns:a16="http://schemas.microsoft.com/office/drawing/2014/main" id="{A9CB5A73-2496-3841-A61A-1965B0A6AD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270644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43" name="Text Placeholder 21">
            <a:extLst>
              <a:ext uri="{FF2B5EF4-FFF2-40B4-BE49-F238E27FC236}">
                <a16:creationId xmlns:a16="http://schemas.microsoft.com/office/drawing/2014/main" id="{886F547A-67CA-C749-B9EA-AA1142C3154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0243055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50" name="Footer Placeholder 3">
            <a:extLst>
              <a:ext uri="{FF2B5EF4-FFF2-40B4-BE49-F238E27FC236}">
                <a16:creationId xmlns:a16="http://schemas.microsoft.com/office/drawing/2014/main" id="{A671D4FB-2F86-4AF3-89D0-D61D543789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1014D8-C563-4003-8EBC-A9F6EE68BA63}"/>
              </a:ext>
            </a:extLst>
          </p:cNvPr>
          <p:cNvSpPr>
            <a:spLocks noGrp="1"/>
          </p:cNvSpPr>
          <p:nvPr>
            <p:ph type="sldNum" sz="quarter" idx="5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31" name="Picture Placeholder 4">
            <a:extLst>
              <a:ext uri="{FF2B5EF4-FFF2-40B4-BE49-F238E27FC236}">
                <a16:creationId xmlns:a16="http://schemas.microsoft.com/office/drawing/2014/main" id="{1559D4A6-A7D1-4EAE-87E5-EB8A4B73E546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>
          <a:xfrm>
            <a:off x="4325822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564E037C-8888-4DE6-88C4-A629CBF5F3A9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6298233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1" name="Picture Placeholder 4">
            <a:extLst>
              <a:ext uri="{FF2B5EF4-FFF2-40B4-BE49-F238E27FC236}">
                <a16:creationId xmlns:a16="http://schemas.microsoft.com/office/drawing/2014/main" id="{1DD1D133-7281-4297-B58B-4683B9743A55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8270644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2" name="Picture Placeholder 4">
            <a:extLst>
              <a:ext uri="{FF2B5EF4-FFF2-40B4-BE49-F238E27FC236}">
                <a16:creationId xmlns:a16="http://schemas.microsoft.com/office/drawing/2014/main" id="{4D49677A-CABE-49CD-A2EE-9EC21E15DF23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10243055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3" name="Picture Placeholder 4">
            <a:extLst>
              <a:ext uri="{FF2B5EF4-FFF2-40B4-BE49-F238E27FC236}">
                <a16:creationId xmlns:a16="http://schemas.microsoft.com/office/drawing/2014/main" id="{E46B730A-2104-4381-A7F8-6A08201D7F97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4325822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0" name="Picture Placeholder 4">
            <a:extLst>
              <a:ext uri="{FF2B5EF4-FFF2-40B4-BE49-F238E27FC236}">
                <a16:creationId xmlns:a16="http://schemas.microsoft.com/office/drawing/2014/main" id="{15BD8921-64C2-47AC-9DE2-E4DFFCBF7C64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6298233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1" name="Picture Placeholder 4">
            <a:extLst>
              <a:ext uri="{FF2B5EF4-FFF2-40B4-BE49-F238E27FC236}">
                <a16:creationId xmlns:a16="http://schemas.microsoft.com/office/drawing/2014/main" id="{3EF9A07C-1758-4B3E-A1CD-67412E56BBFE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8270644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2" name="Picture Placeholder 4">
            <a:extLst>
              <a:ext uri="{FF2B5EF4-FFF2-40B4-BE49-F238E27FC236}">
                <a16:creationId xmlns:a16="http://schemas.microsoft.com/office/drawing/2014/main" id="{25D8A2F3-A845-4271-8B71-45408EF9F6C1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10243053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965441"/>
      </p:ext>
    </p:extLst>
  </p:cSld>
  <p:clrMapOvr>
    <a:masterClrMapping/>
  </p:clrMapOvr>
  <p:hf hd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hort Headline and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AA6D93-92FF-400D-8AF3-C5AC33611540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1"/>
            <a:ext cx="6096000" cy="6857999"/>
          </a:xfrm>
          <a:solidFill>
            <a:schemeClr val="bg1">
              <a:lumMod val="95000"/>
            </a:schemeClr>
          </a:solidFill>
        </p:spPr>
        <p:txBody>
          <a:bodyPr tIns="548640" anchor="t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Drag picture to placeholder or click icon to add, then ‘Send to Back’</a:t>
            </a:r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BB929FF-38D9-4792-A56F-C1810627FF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96067A3-9F0D-44FB-B267-D94DE70856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AF384B1D-1AA1-4DD2-A317-08008594FF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796047A-AB81-403A-B649-52C6F7827E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1000" y="3267634"/>
            <a:ext cx="5330952" cy="3044265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  <a:lvl2pPr marL="228600" indent="-228600">
              <a:buFont typeface="Arial" panose="020B0604020202020204" pitchFamily="34" charset="0"/>
              <a:buChar char="•"/>
              <a:defRPr sz="1800"/>
            </a:lvl2pPr>
            <a:lvl3pPr marL="457200">
              <a:buFont typeface="Arial" panose="020B0503030202060203" pitchFamily="34" charset="0"/>
              <a:buChar char="–"/>
              <a:defRPr sz="1800"/>
            </a:lvl3pPr>
            <a:lvl4pPr marL="685800">
              <a:buFont typeface="Arial" panose="020B0604020202020204" pitchFamily="34" charset="0"/>
              <a:buChar char="•"/>
              <a:defRPr sz="1600"/>
            </a:lvl4pPr>
            <a:lvl5pPr marL="914400">
              <a:buFont typeface="Arial" panose="020B0503030202060203" pitchFamily="34" charset="0"/>
              <a:buChar char="–"/>
              <a:defRPr sz="1600"/>
            </a:lvl5pPr>
          </a:lstStyle>
          <a:p>
            <a:pPr lvl="0"/>
            <a:r>
              <a:rPr lang="en-GB"/>
              <a:t>Place subtitle here in Palatino Linotype 24pt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A2778-1AEF-4134-970E-9AB430A5206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96896995"/>
      </p:ext>
    </p:extLst>
  </p:cSld>
  <p:clrMapOvr>
    <a:masterClrMapping/>
  </p:clrMapOvr>
  <p:hf hd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hort Headline and Image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-1"/>
            <a:ext cx="6096024" cy="6309361"/>
          </a:xfrm>
          <a:solidFill>
            <a:schemeClr val="tx1">
              <a:lumMod val="95000"/>
            </a:schemeClr>
          </a:solidFill>
        </p:spPr>
        <p:txBody>
          <a:bodyPr lIns="0" tIns="210312" anchor="t"/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</a:extLst>
          </p:cNvPr>
          <p:cNvSpPr/>
          <p:nvPr/>
        </p:nvSpPr>
        <p:spPr bwMode="white">
          <a:xfrm>
            <a:off x="0" y="6309360"/>
            <a:ext cx="12192000" cy="5486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3B30F4D9-6AB9-4693-B1C3-C7BE8D81EC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6999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E567C369-8A33-4851-8646-E53D6E8D8C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C42B8317-AACA-4DC7-AD68-8986DF6299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80047" y="3264586"/>
            <a:ext cx="5330952" cy="3047313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228600" indent="-228600"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2pPr>
            <a:lvl3pPr marL="457200">
              <a:buFont typeface="Arial" panose="020B0503030202060203" pitchFamily="34" charset="0"/>
              <a:buChar char="–"/>
              <a:defRPr sz="1800">
                <a:solidFill>
                  <a:schemeClr val="tx1"/>
                </a:solidFill>
              </a:defRPr>
            </a:lvl3pPr>
            <a:lvl4pPr marL="685800"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4pPr>
            <a:lvl5pPr marL="914400">
              <a:buFont typeface="Arial" panose="020B0503030202060203" pitchFamily="34" charset="0"/>
              <a:buChar char="–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Place subtitle here in Palatino Linotype 24pt, indent for other levels</a:t>
            </a:r>
            <a:endParaRPr lang="en-US"/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12" name="GTS_WH" descr="Accenture Greater Than symbol in white">
            <a:extLst>
              <a:ext uri="{FF2B5EF4-FFF2-40B4-BE49-F238E27FC236}">
                <a16:creationId xmlns:a16="http://schemas.microsoft.com/office/drawing/2014/main" id="{9742AFA2-2F86-4FC9-AB33-FE5A8DC3B4C5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F1D8E5-ED70-409D-A4B1-635A02DFE5A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164944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19">
            <a:extLst>
              <a:ext uri="{FF2B5EF4-FFF2-40B4-BE49-F238E27FC236}">
                <a16:creationId xmlns:a16="http://schemas.microsoft.com/office/drawing/2014/main" id="{9128CE8F-D41A-47B9-921B-C6C1790F8F2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26839" y="943234"/>
            <a:ext cx="4191000" cy="497681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858001" y="744434"/>
            <a:ext cx="4190998" cy="4976446"/>
          </a:xfrm>
          <a:solidFill>
            <a:schemeClr val="bg1">
              <a:lumMod val="95000"/>
            </a:schemeClr>
          </a:solidFill>
          <a:effectLst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593669"/>
            <a:ext cx="4952999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quote or key message here 54pt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2D868995-C37B-451B-AE1C-89DE71F213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A06E6C-6576-4BA5-948F-BD9FE24FA05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97695045"/>
      </p:ext>
    </p:extLst>
  </p:cSld>
  <p:clrMapOvr>
    <a:masterClrMapping/>
  </p:clrMapOvr>
  <p:hf hd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+ image (alternativ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858001" y="744434"/>
            <a:ext cx="4190998" cy="4976446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593669"/>
            <a:ext cx="4952999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quote or key message here 54pt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2D868995-C37B-451B-AE1C-89DE71F213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D217B10-543D-46E3-A5E7-CA1C578F6F6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1116094"/>
      </p:ext>
    </p:extLst>
  </p:cSld>
  <p:clrMapOvr>
    <a:masterClrMapping/>
  </p:clrMapOvr>
  <p:hf hd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istics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FF1C6BE-E6FE-4BD6-8477-A09403EEE56E}"/>
              </a:ext>
            </a:extLst>
          </p:cNvPr>
          <p:cNvSpPr/>
          <p:nvPr/>
        </p:nvSpPr>
        <p:spPr bwMode="white">
          <a:xfrm>
            <a:off x="-10" y="-3"/>
            <a:ext cx="6096008" cy="63119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2" name="Text Placeholder 32">
            <a:extLst>
              <a:ext uri="{FF2B5EF4-FFF2-40B4-BE49-F238E27FC236}">
                <a16:creationId xmlns:a16="http://schemas.microsoft.com/office/drawing/2014/main" id="{AC315915-FC9E-0942-980E-6C0E99FEA8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0986" y="1490071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92" y="0"/>
            <a:ext cx="6096008" cy="6311900"/>
          </a:xfrm>
          <a:solidFill>
            <a:schemeClr val="bg1">
              <a:lumMod val="95000"/>
            </a:schemeClr>
          </a:solidFill>
        </p:spPr>
        <p:txBody>
          <a:bodyPr tIns="45720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D7539E0-EC97-4984-8CDD-85CC949BB7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9C8D0A-C37D-4D9A-9703-8A0AFB18570C}"/>
              </a:ext>
            </a:extLst>
          </p:cNvPr>
          <p:cNvCxnSpPr>
            <a:cxnSpLocks/>
          </p:cNvCxnSpPr>
          <p:nvPr/>
        </p:nvCxnSpPr>
        <p:spPr>
          <a:xfrm>
            <a:off x="0" y="3155950"/>
            <a:ext cx="6096008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8992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1001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8992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E5BBCC-C957-48B6-99B6-EF1F3E80F622}"/>
              </a:ext>
            </a:extLst>
          </p:cNvPr>
          <p:cNvCxnSpPr>
            <a:cxnSpLocks/>
          </p:cNvCxnSpPr>
          <p:nvPr/>
        </p:nvCxnSpPr>
        <p:spPr>
          <a:xfrm>
            <a:off x="3047998" y="-2"/>
            <a:ext cx="0" cy="6311902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394EF33C-E010-4503-AC38-BB48E62572E9}"/>
              </a:ext>
            </a:extLst>
          </p:cNvPr>
          <p:cNvSpPr/>
          <p:nvPr/>
        </p:nvSpPr>
        <p:spPr bwMode="white">
          <a:xfrm>
            <a:off x="0" y="6311900"/>
            <a:ext cx="12192000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32">
            <a:extLst>
              <a:ext uri="{FF2B5EF4-FFF2-40B4-BE49-F238E27FC236}">
                <a16:creationId xmlns:a16="http://schemas.microsoft.com/office/drawing/2014/main" id="{15FC8104-48E6-B248-8FB6-974B5ABAE65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28992" y="1490071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 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4" name="Text Placeholder 32">
            <a:extLst>
              <a:ext uri="{FF2B5EF4-FFF2-40B4-BE49-F238E27FC236}">
                <a16:creationId xmlns:a16="http://schemas.microsoft.com/office/drawing/2014/main" id="{27C860B3-C7A0-E840-9D83-305F7392029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0986" y="4646021"/>
            <a:ext cx="2285996" cy="1665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0559DD1F-A98C-F14E-95DC-32EC947751E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8992" y="4646020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1" name="Footer Placeholder 3">
            <a:extLst>
              <a:ext uri="{FF2B5EF4-FFF2-40B4-BE49-F238E27FC236}">
                <a16:creationId xmlns:a16="http://schemas.microsoft.com/office/drawing/2014/main" id="{3B3ABE64-A2B2-4267-83DE-C2D349057B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bg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pic>
        <p:nvPicPr>
          <p:cNvPr id="19" name="Picture 18" descr="Accenture Greater Than symbol in white">
            <a:extLst>
              <a:ext uri="{FF2B5EF4-FFF2-40B4-BE49-F238E27FC236}">
                <a16:creationId xmlns:a16="http://schemas.microsoft.com/office/drawing/2014/main" id="{E8781F80-F3D9-42F9-B6EE-F6DC303E05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black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2A306F6-3D4B-4153-AFB5-695424B80AC9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684659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istics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</a:extLst>
          </p:cNvPr>
          <p:cNvSpPr/>
          <p:nvPr/>
        </p:nvSpPr>
        <p:spPr bwMode="white">
          <a:xfrm>
            <a:off x="0" y="6311900"/>
            <a:ext cx="12192000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3630-789F-425F-8AB1-96EFF4EA1E46}"/>
              </a:ext>
            </a:extLst>
          </p:cNvPr>
          <p:cNvSpPr/>
          <p:nvPr/>
        </p:nvSpPr>
        <p:spPr bwMode="white">
          <a:xfrm>
            <a:off x="9144056" y="3155948"/>
            <a:ext cx="3047944" cy="31559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F949-3472-4EBC-9DC1-05EC807C9FC0}"/>
              </a:ext>
            </a:extLst>
          </p:cNvPr>
          <p:cNvSpPr/>
          <p:nvPr/>
        </p:nvSpPr>
        <p:spPr bwMode="white">
          <a:xfrm>
            <a:off x="3048000" y="3155948"/>
            <a:ext cx="3047968" cy="31559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76" y="-1"/>
            <a:ext cx="3048024" cy="3151189"/>
          </a:xfrm>
          <a:solidFill>
            <a:schemeClr val="bg1">
              <a:lumMod val="95000"/>
            </a:schemeClr>
          </a:solidFill>
        </p:spPr>
        <p:txBody>
          <a:bodyPr t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</a:t>
            </a:r>
          </a:p>
          <a:p>
            <a:r>
              <a:rPr lang="en-GB"/>
              <a:t>or click icon to add</a:t>
            </a:r>
            <a:endParaRPr lang="en-US"/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5007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7" name="Text Placeholder 32">
            <a:extLst>
              <a:ext uri="{FF2B5EF4-FFF2-40B4-BE49-F238E27FC236}">
                <a16:creationId xmlns:a16="http://schemas.microsoft.com/office/drawing/2014/main" id="{705CC01D-6D66-4B27-8D0E-E2205E002C2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25005" y="1490071"/>
            <a:ext cx="2285995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8988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9" name="Text Placeholder 32">
            <a:extLst>
              <a:ext uri="{FF2B5EF4-FFF2-40B4-BE49-F238E27FC236}">
                <a16:creationId xmlns:a16="http://schemas.microsoft.com/office/drawing/2014/main" id="{D36C84D9-D180-4ECA-9C39-AB74A8A3E6B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28986" y="4647836"/>
            <a:ext cx="2285995" cy="1284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6996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1" name="Text Placeholder 32">
            <a:extLst>
              <a:ext uri="{FF2B5EF4-FFF2-40B4-BE49-F238E27FC236}">
                <a16:creationId xmlns:a16="http://schemas.microsoft.com/office/drawing/2014/main" id="{2ACA6616-E51D-4660-96C1-738E6693FAD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76994" y="4647835"/>
            <a:ext cx="2285995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1" name="Picture Placeholder 35">
            <a:extLst>
              <a:ext uri="{FF2B5EF4-FFF2-40B4-BE49-F238E27FC236}">
                <a16:creationId xmlns:a16="http://schemas.microsoft.com/office/drawing/2014/main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0" y="3155942"/>
            <a:ext cx="3048000" cy="3155958"/>
          </a:xfrm>
          <a:solidFill>
            <a:schemeClr val="bg1">
              <a:lumMod val="95000"/>
            </a:schemeClr>
          </a:solidFill>
        </p:spPr>
        <p:txBody>
          <a:bodyPr vert="horz" lIns="0" tIns="274320" rIns="0" bIns="0" rtlCol="0" anchor="t">
            <a:noAutofit/>
          </a:bodyPr>
          <a:lstStyle>
            <a:lvl1pPr marL="0" indent="0" algn="ctr">
              <a:buNone/>
              <a:defRPr lang="en-US" sz="1400" dirty="0"/>
            </a:lvl1pPr>
          </a:lstStyle>
          <a:p>
            <a:pPr marL="228600" lvl="0" indent="-228600" algn="ctr"/>
            <a:r>
              <a:rPr lang="en-GB"/>
              <a:t>Drag picture to placeholder </a:t>
            </a:r>
          </a:p>
          <a:p>
            <a:pPr marL="228600" lvl="0" indent="-228600" algn="ctr"/>
            <a:r>
              <a:rPr lang="en-GB"/>
              <a:t>or click icon to add</a:t>
            </a:r>
            <a:endParaRPr lang="en-US"/>
          </a:p>
        </p:txBody>
      </p:sp>
      <p:sp>
        <p:nvSpPr>
          <p:cNvPr id="24" name="Text Placeholder 26">
            <a:extLst>
              <a:ext uri="{FF2B5EF4-FFF2-40B4-BE49-F238E27FC236}">
                <a16:creationId xmlns:a16="http://schemas.microsoft.com/office/drawing/2014/main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1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07ADCD97-A8C0-487C-9E6C-6CD77C3BE05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524999" y="4647836"/>
            <a:ext cx="2285995" cy="1662794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2" name="Footer Placeholder 3">
            <a:extLst>
              <a:ext uri="{FF2B5EF4-FFF2-40B4-BE49-F238E27FC236}">
                <a16:creationId xmlns:a16="http://schemas.microsoft.com/office/drawing/2014/main" id="{272DDB3A-459D-40AA-A5E7-DDCDD2DEA3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bg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pic>
        <p:nvPicPr>
          <p:cNvPr id="23" name="Picture 22" descr="Accenture Greater Than symbol in white">
            <a:extLst>
              <a:ext uri="{FF2B5EF4-FFF2-40B4-BE49-F238E27FC236}">
                <a16:creationId xmlns:a16="http://schemas.microsoft.com/office/drawing/2014/main" id="{78774BCE-242F-4FF9-9C01-D01B97743A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black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1B33BA-8B14-4BE4-8987-4DD490763486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B14DCF5-5ED0-4270-8AF9-09AB7E3D7E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0998"/>
            <a:ext cx="5330952" cy="2395728"/>
          </a:xfrm>
        </p:spPr>
        <p:txBody>
          <a:bodyPr anchor="ctr"/>
          <a:lstStyle/>
          <a:p>
            <a:r>
              <a:rPr lang="en-GB"/>
              <a:t>Place headline here 36pt, min 30pt)</a:t>
            </a:r>
          </a:p>
        </p:txBody>
      </p:sp>
    </p:spTree>
    <p:extLst>
      <p:ext uri="{BB962C8B-B14F-4D97-AF65-F5344CB8AC3E}">
        <p14:creationId xmlns:p14="http://schemas.microsoft.com/office/powerpoint/2010/main" val="30374285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ey Message Gradient Dark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ccenture Gradient Dark">
            <a:extLst>
              <a:ext uri="{FF2B5EF4-FFF2-40B4-BE49-F238E27FC236}">
                <a16:creationId xmlns:a16="http://schemas.microsoft.com/office/drawing/2014/main" id="{AB47B586-CFEE-4C32-8227-001B5A89C3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key message here 54pt</a:t>
            </a: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9310B6FD-F7E2-4120-A2CE-22852AAA9F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2FF57A0A-C5DD-42B6-8DD3-E5EA041C72D5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31A683-09B8-4B7C-917B-D192D06BBAE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748330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ey Message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key message here 54pt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CECBE8-C9DE-46DF-9582-7DB75BEDF4F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Format Background… &gt; Solid fill &gt; Change to Dark Purple (Accent 3), Mid Purple (Accent 2) or Core Purple (Accent 1)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8D9D8DCD-E7C3-4F1A-8A48-31319650AC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B0B0C095-6C73-4899-AD8E-8F75768CF51A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AFE70C-67B2-45BA-88F7-45C14692FC2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307164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Bleed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5AD31DD4-2506-4E03-897C-F4C8C020F0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39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headline here 54pt</a:t>
            </a:r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2A2CFACC-0767-48E1-9FD9-763E5025E7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7" name="GTS_WH" descr="Accenture Greater Than symbol in white">
            <a:extLst>
              <a:ext uri="{FF2B5EF4-FFF2-40B4-BE49-F238E27FC236}">
                <a16:creationId xmlns:a16="http://schemas.microsoft.com/office/drawing/2014/main" id="{AE479463-B4C9-4B9A-BE8B-62B5B9CF0075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5BAA91-4288-4230-8881-E1D51DEBF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979415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8546ADE-103C-4652-A344-9C0C8C49EC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480EAEA1-D575-4107-8AFC-0CAE2D4FB3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0A237C-DB73-401B-BD5B-B8B9133233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85558837"/>
      </p:ext>
    </p:extLst>
  </p:cSld>
  <p:clrMapOvr>
    <a:masterClrMapping/>
  </p:clrMapOvr>
  <p:hf hdr="0" dt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</a:lstStyle>
          <a:p>
            <a:pPr lvl="0"/>
            <a:r>
              <a:rPr lang="en-GB"/>
              <a:t>Place subtitle here in Palatino Linotype 20pt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D81D62B4-50F4-4143-BFCC-F5508365C8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7CFBA7-F1B1-4FF3-932C-7525FBDA5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20815285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6BF2C1-BAA9-4BAD-9934-C110D73032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030600-A2B3-4AAD-808D-56DA9B7733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97021285"/>
      </p:ext>
    </p:extLst>
  </p:cSld>
  <p:clrMapOvr>
    <a:masterClrMapping/>
  </p:clrMapOvr>
  <p:hf hdr="0" dt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Icons Library Layout">
    <p:bg>
      <p:bgPr>
        <a:solidFill>
          <a:schemeClr val="tx2">
            <a:lumMod val="40000"/>
            <a:lumOff val="60000"/>
            <a:alpha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Link">
            <a:hlinkClick r:id="" action="ppaction://noaction"/>
          </p:cNvPr>
          <p:cNvSpPr/>
          <p:nvPr/>
        </p:nvSpPr>
        <p:spPr>
          <a:xfrm>
            <a:off x="10882946" y="105450"/>
            <a:ext cx="1188720" cy="274320"/>
          </a:xfrm>
          <a:prstGeom prst="rect">
            <a:avLst/>
          </a:prstGeom>
          <a:solidFill>
            <a:schemeClr val="bg1">
              <a:alpha val="0"/>
            </a:schemeClr>
          </a:solidFill>
          <a:ln w="12700" cmpd="sng">
            <a:noFill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0">
                <a:solidFill>
                  <a:schemeClr val="tx2"/>
                </a:solidFill>
                <a:latin typeface="+mn-lt"/>
                <a:ea typeface="Roboto Medium" panose="02000000000000000000" pitchFamily="2" charset="0"/>
                <a:cs typeface="Arial" panose="020B0604020202020204" pitchFamily="34" charset="0"/>
              </a:rPr>
              <a:t>△ </a:t>
            </a:r>
            <a:r>
              <a:rPr lang="en-US" sz="1050" b="0" u="sng">
                <a:solidFill>
                  <a:schemeClr val="tx2"/>
                </a:solidFill>
                <a:latin typeface="+mn-lt"/>
                <a:ea typeface="Roboto Medium" panose="02000000000000000000" pitchFamily="2" charset="0"/>
                <a:cs typeface="Arial" panose="020B0604020202020204" pitchFamily="34" charset="0"/>
              </a:rPr>
              <a:t>Back to index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3635411" y="105450"/>
            <a:ext cx="6400800" cy="0"/>
          </a:xfrm>
          <a:prstGeom prst="line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3635411" y="379770"/>
            <a:ext cx="6400800" cy="0"/>
          </a:xfrm>
          <a:prstGeom prst="line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9"/>
          <p:cNvSpPr txBox="1">
            <a:spLocks/>
          </p:cNvSpPr>
          <p:nvPr/>
        </p:nvSpPr>
        <p:spPr>
          <a:xfrm>
            <a:off x="3635411" y="174557"/>
            <a:ext cx="6400800" cy="136107"/>
          </a:xfrm>
          <a:prstGeom prst="rect">
            <a:avLst/>
          </a:prstGeom>
          <a:ln w="12700">
            <a:noFill/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lIns="0" tIns="0" rIns="0" bIns="0" anchor="ctr">
            <a:spAutoFit/>
          </a:bodyPr>
          <a:lstStyle>
            <a:lvl1pPr marL="0" indent="0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1pPr>
            <a:lvl2pPr marL="179388" indent="-179388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358775" indent="-179388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538163" indent="-179388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717550" indent="-179388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Arial" pitchFamily="34" charset="0"/>
              <a:buChar char="‒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U" sz="1000" b="1">
                <a:solidFill>
                  <a:schemeClr val="tx2"/>
                </a:solidFill>
                <a:latin typeface="+mj-lt"/>
              </a:rPr>
              <a:t>ONLY CHOOSE AN ICON THAT VERY CLEARLY MATCHES THE TEXT IT WILL ACCOMPANY</a:t>
            </a:r>
            <a:endParaRPr lang="en-AU" sz="900">
              <a:solidFill>
                <a:schemeClr val="tx2"/>
              </a:solidFill>
              <a:latin typeface="+mj-lt"/>
            </a:endParaRPr>
          </a:p>
        </p:txBody>
      </p:sp>
      <p:cxnSp>
        <p:nvCxnSpPr>
          <p:cNvPr id="17" name="Straight Connector 16"/>
          <p:cNvCxnSpPr/>
          <p:nvPr/>
        </p:nvCxnSpPr>
        <p:spPr>
          <a:xfrm>
            <a:off x="357328" y="4627141"/>
            <a:ext cx="11473293" cy="0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357328" y="2597056"/>
            <a:ext cx="11473293" cy="0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1996370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10191581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8552539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5274454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6913497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3635412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5" name="Group 24"/>
          <p:cNvGrpSpPr/>
          <p:nvPr/>
        </p:nvGrpSpPr>
        <p:grpSpPr>
          <a:xfrm>
            <a:off x="1996370" y="2712307"/>
            <a:ext cx="8195211" cy="1799583"/>
            <a:chOff x="1995590" y="682378"/>
            <a:chExt cx="8192010" cy="1800000"/>
          </a:xfrm>
        </p:grpSpPr>
        <p:cxnSp>
          <p:nvCxnSpPr>
            <p:cNvPr id="33" name="Straight Connector 32"/>
            <p:cNvCxnSpPr/>
            <p:nvPr/>
          </p:nvCxnSpPr>
          <p:spPr>
            <a:xfrm>
              <a:off x="1995590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10187600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8549198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5272394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6910796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3633992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/>
          <p:cNvGrpSpPr/>
          <p:nvPr/>
        </p:nvGrpSpPr>
        <p:grpSpPr>
          <a:xfrm>
            <a:off x="1996370" y="4742394"/>
            <a:ext cx="8195211" cy="1799583"/>
            <a:chOff x="1995590" y="682378"/>
            <a:chExt cx="8192010" cy="1800000"/>
          </a:xfrm>
        </p:grpSpPr>
        <p:cxnSp>
          <p:nvCxnSpPr>
            <p:cNvPr id="27" name="Straight Connector 26"/>
            <p:cNvCxnSpPr/>
            <p:nvPr/>
          </p:nvCxnSpPr>
          <p:spPr>
            <a:xfrm>
              <a:off x="1995590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10187600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8549198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5272394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6910796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3633992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Text Placeholder 4">
            <a:extLst>
              <a:ext uri="{FF2B5EF4-FFF2-40B4-BE49-F238E27FC236}">
                <a16:creationId xmlns:a16="http://schemas.microsoft.com/office/drawing/2014/main" id="{E4BC60B0-B1D6-4061-83BA-885AC97C4B0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57328" y="105451"/>
            <a:ext cx="3278082" cy="314608"/>
          </a:xfrm>
          <a:ln>
            <a:noFill/>
          </a:ln>
        </p:spPr>
        <p:txBody>
          <a:bodyPr wrap="square" lIns="0" tIns="0" rIns="0" bIns="0"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lang="en-AU" sz="2000" b="1" i="0" kern="1200" cap="all" baseline="0" dirty="0">
                <a:solidFill>
                  <a:schemeClr val="tx2"/>
                </a:solidFill>
                <a:latin typeface="+mj-lt"/>
                <a:ea typeface="Roboto" panose="02000000000000000000" pitchFamily="2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 algn="l" rtl="0" eaLnBrk="1" fontAlgn="base" hangingPunct="1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/>
              <a:t>CATEGORY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7811356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8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hape, background pattern&#10;&#10;Description automatically generated">
            <a:extLst>
              <a:ext uri="{FF2B5EF4-FFF2-40B4-BE49-F238E27FC236}">
                <a16:creationId xmlns:a16="http://schemas.microsoft.com/office/drawing/2014/main" id="{79E0B481-9E2B-407E-9ADA-E67AAEFC289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24184" y="1253518"/>
            <a:ext cx="4165600" cy="4572000"/>
          </a:xfrm>
          <a:prstGeom prst="rect">
            <a:avLst/>
          </a:prstGeom>
        </p:spPr>
      </p:pic>
      <p:pic>
        <p:nvPicPr>
          <p:cNvPr id="6" name="Graphic 7">
            <a:extLst>
              <a:ext uri="{FF2B5EF4-FFF2-40B4-BE49-F238E27FC236}">
                <a16:creationId xmlns:a16="http://schemas.microsoft.com/office/drawing/2014/main" id="{2DD3BE25-2391-4F9A-B346-0A143EB60B5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2216" y="556663"/>
            <a:ext cx="1686444" cy="44573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0007D88-2012-4019-9DA3-C6BF5D140B74}"/>
              </a:ext>
            </a:extLst>
          </p:cNvPr>
          <p:cNvSpPr/>
          <p:nvPr userDrawn="1"/>
        </p:nvSpPr>
        <p:spPr>
          <a:xfrm>
            <a:off x="7873034" y="6074817"/>
            <a:ext cx="3816750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2000" b="0" i="0">
                <a:latin typeface="Graphik" panose="020B0503030202060203" pitchFamily="34" charset="77"/>
              </a:rPr>
              <a:t>Accenture Applied Intelligence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FE8FC5-AA00-4A5A-99FA-F9A41C0D094A}"/>
              </a:ext>
            </a:extLst>
          </p:cNvPr>
          <p:cNvSpPr txBox="1">
            <a:spLocks/>
          </p:cNvSpPr>
          <p:nvPr userDrawn="1"/>
        </p:nvSpPr>
        <p:spPr>
          <a:xfrm>
            <a:off x="145063" y="6589084"/>
            <a:ext cx="3164896" cy="211912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8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Copyright © 2022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80237541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mplate_Engli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CDBE22B4-94C9-441A-996E-23DF1FFB52FB}"/>
              </a:ext>
            </a:extLst>
          </p:cNvPr>
          <p:cNvSpPr/>
          <p:nvPr userDrawn="1"/>
        </p:nvSpPr>
        <p:spPr>
          <a:xfrm>
            <a:off x="1" y="-1"/>
            <a:ext cx="6392222" cy="20594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99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1CC0BF-8C69-48FA-9821-905B5B8FAEB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73617" y="626110"/>
            <a:ext cx="1442719" cy="1335411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Footer Placeholder 7">
            <a:extLst>
              <a:ext uri="{FF2B5EF4-FFF2-40B4-BE49-F238E27FC236}">
                <a16:creationId xmlns:a16="http://schemas.microsoft.com/office/drawing/2014/main" id="{B8AF3E59-7034-4140-8A44-78141E815021}"/>
              </a:ext>
            </a:extLst>
          </p:cNvPr>
          <p:cNvSpPr txBox="1">
            <a:spLocks/>
          </p:cNvSpPr>
          <p:nvPr userDrawn="1"/>
        </p:nvSpPr>
        <p:spPr>
          <a:xfrm>
            <a:off x="145063" y="6589084"/>
            <a:ext cx="3164896" cy="211912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8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Copyright © 2022 Accenture. All rights reserved.</a:t>
            </a: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0D66BAD1-5A09-4097-906B-2A706FC0E505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569965" y="-2228"/>
            <a:ext cx="1946341" cy="1673225"/>
          </a:xfrm>
          <a:custGeom>
            <a:avLst/>
            <a:gdLst>
              <a:gd name="connsiteX0" fmla="*/ 0 w 2211700"/>
              <a:gd name="connsiteY0" fmla="*/ 0 h 1901348"/>
              <a:gd name="connsiteX1" fmla="*/ 960881 w 2211700"/>
              <a:gd name="connsiteY1" fmla="*/ 0 h 1901348"/>
              <a:gd name="connsiteX2" fmla="*/ 2211700 w 2211700"/>
              <a:gd name="connsiteY2" fmla="*/ 506353 h 1901348"/>
              <a:gd name="connsiteX3" fmla="*/ 2211700 w 2211700"/>
              <a:gd name="connsiteY3" fmla="*/ 1006015 h 1901348"/>
              <a:gd name="connsiteX4" fmla="*/ 0 w 2211700"/>
              <a:gd name="connsiteY4" fmla="*/ 1901348 h 1901348"/>
              <a:gd name="connsiteX5" fmla="*/ 0 w 2211700"/>
              <a:gd name="connsiteY5" fmla="*/ 1401686 h 1901348"/>
              <a:gd name="connsiteX6" fmla="*/ 1595366 w 2211700"/>
              <a:gd name="connsiteY6" fmla="*/ 754915 h 1901348"/>
              <a:gd name="connsiteX7" fmla="*/ 0 w 2211700"/>
              <a:gd name="connsiteY7" fmla="*/ 110681 h 1901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11700" h="1901348">
                <a:moveTo>
                  <a:pt x="0" y="0"/>
                </a:moveTo>
                <a:lnTo>
                  <a:pt x="960881" y="0"/>
                </a:lnTo>
                <a:lnTo>
                  <a:pt x="2211700" y="506353"/>
                </a:lnTo>
                <a:lnTo>
                  <a:pt x="2211700" y="1006015"/>
                </a:lnTo>
                <a:lnTo>
                  <a:pt x="0" y="1901348"/>
                </a:lnTo>
                <a:lnTo>
                  <a:pt x="0" y="1401686"/>
                </a:lnTo>
                <a:lnTo>
                  <a:pt x="1595366" y="754915"/>
                </a:lnTo>
                <a:lnTo>
                  <a:pt x="0" y="110681"/>
                </a:lnTo>
                <a:close/>
              </a:path>
            </a:pathLst>
          </a:custGeom>
          <a:solidFill>
            <a:srgbClr val="CC99FF"/>
          </a:solidFill>
          <a:ln>
            <a:noFill/>
          </a:ln>
        </p:spPr>
        <p:txBody>
          <a:bodyPr vert="horz" wrap="square" lIns="91383" tIns="45691" rIns="91383" bIns="45691" numCol="1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38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7" name="Rectangle 12">
            <a:extLst>
              <a:ext uri="{FF2B5EF4-FFF2-40B4-BE49-F238E27FC236}">
                <a16:creationId xmlns:a16="http://schemas.microsoft.com/office/drawing/2014/main" id="{1418F404-19B5-4B57-A040-19AD40173BF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98529" y="2018682"/>
            <a:ext cx="2679306" cy="33150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AREAS OF EXPERTISE</a:t>
            </a:r>
          </a:p>
        </p:txBody>
      </p:sp>
      <p:sp>
        <p:nvSpPr>
          <p:cNvPr id="38" name="Rectangle 12">
            <a:extLst>
              <a:ext uri="{FF2B5EF4-FFF2-40B4-BE49-F238E27FC236}">
                <a16:creationId xmlns:a16="http://schemas.microsoft.com/office/drawing/2014/main" id="{13DDC02B-51EE-44E0-BEDD-AE88AE5888A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392222" y="10184"/>
            <a:ext cx="2364246" cy="29366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26983" rIns="26983" bIns="26983" anchor="t">
            <a:sp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SELECTED EXPERIENCE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Graphik Super" panose="020B0B03030202060203" pitchFamily="34" charset="0"/>
              <a:ea typeface="+mn-ea"/>
              <a:cs typeface="+mn-cs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891B2A9-4B3C-4A70-9C20-306568572CF4}"/>
              </a:ext>
            </a:extLst>
          </p:cNvPr>
          <p:cNvSpPr/>
          <p:nvPr userDrawn="1"/>
        </p:nvSpPr>
        <p:spPr>
          <a:xfrm>
            <a:off x="165383" y="2059463"/>
            <a:ext cx="26677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0" lang="en-US" sz="1200" b="1" i="0" u="none" strike="noStrike" kern="1200" cap="none" spc="0" normalizeH="0" baseline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PROFESSIONAL BACKGROUND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7A9885D-A32A-4F6C-952D-566AFC7BC7BC}"/>
              </a:ext>
            </a:extLst>
          </p:cNvPr>
          <p:cNvCxnSpPr>
            <a:cxnSpLocks/>
          </p:cNvCxnSpPr>
          <p:nvPr userDrawn="1"/>
        </p:nvCxnSpPr>
        <p:spPr>
          <a:xfrm>
            <a:off x="122196" y="2132513"/>
            <a:ext cx="13251" cy="4358228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 Placeholder 31">
            <a:extLst>
              <a:ext uri="{FF2B5EF4-FFF2-40B4-BE49-F238E27FC236}">
                <a16:creationId xmlns:a16="http://schemas.microsoft.com/office/drawing/2014/main" id="{F3D691ED-AD26-4C5B-A0B8-F0E39B64E481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68187" y="57004"/>
            <a:ext cx="6392222" cy="471774"/>
          </a:xfrm>
        </p:spPr>
        <p:txBody>
          <a:bodyPr/>
          <a:lstStyle>
            <a:lvl1pPr marL="0" indent="0">
              <a:buNone/>
              <a:defRPr sz="3600" b="1">
                <a:solidFill>
                  <a:srgbClr val="7030A0"/>
                </a:solidFill>
                <a:latin typeface="Graphik" panose="020B0503030202060203" pitchFamily="34" charset="0"/>
              </a:defRPr>
            </a:lvl1pPr>
            <a:lvl2pPr marL="457200" indent="0">
              <a:buNone/>
              <a:defRPr kumimoji="0" lang="en-US" sz="2799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2pPr>
            <a:lvl3pPr marL="914400" indent="0">
              <a:buNone/>
              <a:defRPr>
                <a:latin typeface="Graphik" panose="020B0503030202060203" pitchFamily="34" charset="0"/>
              </a:defRPr>
            </a:lvl3pPr>
            <a:lvl4pPr marL="1371600" indent="0">
              <a:buNone/>
              <a:defRPr>
                <a:latin typeface="Graphik" panose="020B0503030202060203" pitchFamily="34" charset="0"/>
              </a:defRPr>
            </a:lvl4pPr>
            <a:lvl5pPr marL="1828800" indent="0">
              <a:buNone/>
              <a:defRPr>
                <a:latin typeface="Graphik" panose="020B0503030202060203" pitchFamily="34" charset="0"/>
              </a:defRPr>
            </a:lvl5pPr>
          </a:lstStyle>
          <a:p>
            <a:pPr lvl="0"/>
            <a:r>
              <a:rPr lang="en-US"/>
              <a:t>Name Last Name</a:t>
            </a:r>
          </a:p>
        </p:txBody>
      </p:sp>
      <p:sp>
        <p:nvSpPr>
          <p:cNvPr id="46" name="Text Placeholder 31">
            <a:extLst>
              <a:ext uri="{FF2B5EF4-FFF2-40B4-BE49-F238E27FC236}">
                <a16:creationId xmlns:a16="http://schemas.microsoft.com/office/drawing/2014/main" id="{0DC117CF-F328-48B8-9236-47C84E0A3FA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952042" y="557359"/>
            <a:ext cx="4589689" cy="365871"/>
          </a:xfrm>
        </p:spPr>
        <p:txBody>
          <a:bodyPr>
            <a:normAutofit/>
          </a:bodyPr>
          <a:lstStyle>
            <a:lvl1pPr marL="0" indent="0">
              <a:buNone/>
              <a:defRPr kumimoji="0" lang="en-US" sz="2400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1pPr>
            <a:lvl2pPr marL="457200" indent="0">
              <a:buNone/>
              <a:defRPr kumimoji="0" lang="en-US" sz="2799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2pPr>
            <a:lvl3pPr marL="914400" indent="0">
              <a:buNone/>
              <a:defRPr>
                <a:latin typeface="Graphik" panose="020B0503030202060203" pitchFamily="34" charset="0"/>
              </a:defRPr>
            </a:lvl3pPr>
            <a:lvl4pPr marL="1371600" indent="0">
              <a:buNone/>
              <a:defRPr>
                <a:latin typeface="Graphik" panose="020B0503030202060203" pitchFamily="34" charset="0"/>
              </a:defRPr>
            </a:lvl4pPr>
            <a:lvl5pPr marL="1828800" indent="0">
              <a:buNone/>
              <a:defRPr>
                <a:latin typeface="Graphik" panose="020B0503030202060203" pitchFamily="34" charset="0"/>
              </a:defRPr>
            </a:lvl5pPr>
          </a:lstStyle>
          <a:p>
            <a:pPr lvl="0"/>
            <a:r>
              <a:rPr lang="en-US"/>
              <a:t>Role</a:t>
            </a:r>
          </a:p>
        </p:txBody>
      </p:sp>
      <p:sp>
        <p:nvSpPr>
          <p:cNvPr id="47" name="Text Placeholder 31">
            <a:extLst>
              <a:ext uri="{FF2B5EF4-FFF2-40B4-BE49-F238E27FC236}">
                <a16:creationId xmlns:a16="http://schemas.microsoft.com/office/drawing/2014/main" id="{FC7E85F2-52A4-4511-88B0-F2C73442A444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968147" y="1327893"/>
            <a:ext cx="4573583" cy="277493"/>
          </a:xfrm>
        </p:spPr>
        <p:txBody>
          <a:bodyPr anchor="ctr">
            <a:noAutofit/>
          </a:bodyPr>
          <a:lstStyle>
            <a:lvl1pPr marL="0" indent="0">
              <a:buNone/>
              <a:defRPr kumimoji="0" lang="en-US" sz="1200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defRPr>
            </a:lvl1pPr>
            <a:lvl2pPr marL="457200" indent="0">
              <a:buNone/>
              <a:defRPr kumimoji="0" lang="en-US" sz="2799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2pPr>
            <a:lvl3pPr marL="914400" indent="0">
              <a:buNone/>
              <a:defRPr>
                <a:latin typeface="Graphik" panose="020B0503030202060203" pitchFamily="34" charset="0"/>
              </a:defRPr>
            </a:lvl3pPr>
            <a:lvl4pPr marL="1371600" indent="0">
              <a:buNone/>
              <a:defRPr>
                <a:latin typeface="Graphik" panose="020B0503030202060203" pitchFamily="34" charset="0"/>
              </a:defRPr>
            </a:lvl4pPr>
            <a:lvl5pPr marL="1828800" indent="0">
              <a:buNone/>
              <a:defRPr>
                <a:latin typeface="Graphik" panose="020B0503030202060203" pitchFamily="34" charset="0"/>
              </a:defRPr>
            </a:lvl5pPr>
          </a:lstStyle>
          <a:p>
            <a:pPr lvl="0"/>
            <a:r>
              <a:rPr lang="en-US"/>
              <a:t>Email address</a:t>
            </a:r>
          </a:p>
        </p:txBody>
      </p:sp>
      <p:sp>
        <p:nvSpPr>
          <p:cNvPr id="48" name="Text Placeholder 31">
            <a:extLst>
              <a:ext uri="{FF2B5EF4-FFF2-40B4-BE49-F238E27FC236}">
                <a16:creationId xmlns:a16="http://schemas.microsoft.com/office/drawing/2014/main" id="{FC8802FF-03E3-4495-BE0C-83F054507732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1952042" y="1654042"/>
            <a:ext cx="4573583" cy="307480"/>
          </a:xfrm>
        </p:spPr>
        <p:txBody>
          <a:bodyPr anchor="ctr">
            <a:noAutofit/>
          </a:bodyPr>
          <a:lstStyle>
            <a:lvl1pPr marL="0" indent="0">
              <a:buNone/>
              <a:defRPr kumimoji="0" lang="en-US" sz="1200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defRPr>
            </a:lvl1pPr>
            <a:lvl2pPr marL="457200" indent="0">
              <a:buNone/>
              <a:defRPr kumimoji="0" lang="en-US" sz="2799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2pPr>
            <a:lvl3pPr marL="914400" indent="0">
              <a:buNone/>
              <a:defRPr>
                <a:latin typeface="Graphik" panose="020B0503030202060203" pitchFamily="34" charset="0"/>
              </a:defRPr>
            </a:lvl3pPr>
            <a:lvl4pPr marL="1371600" indent="0">
              <a:buNone/>
              <a:defRPr>
                <a:latin typeface="Graphik" panose="020B0503030202060203" pitchFamily="34" charset="0"/>
              </a:defRPr>
            </a:lvl4pPr>
            <a:lvl5pPr marL="1828800" indent="0">
              <a:buNone/>
              <a:defRPr>
                <a:latin typeface="Graphik" panose="020B0503030202060203" pitchFamily="34" charset="0"/>
              </a:defRPr>
            </a:lvl5pPr>
          </a:lstStyle>
          <a:p>
            <a:pPr lvl="0"/>
            <a:r>
              <a:rPr lang="en-US"/>
              <a:t>Home location: City, Country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7D6F9E4-2287-45A1-9D25-09DDA8C090D7}"/>
              </a:ext>
            </a:extLst>
          </p:cNvPr>
          <p:cNvSpPr>
            <a:spLocks noGrp="1"/>
          </p:cNvSpPr>
          <p:nvPr userDrawn="1">
            <p:ph type="body" sz="quarter" idx="18"/>
          </p:nvPr>
        </p:nvSpPr>
        <p:spPr>
          <a:xfrm>
            <a:off x="6565375" y="406400"/>
            <a:ext cx="5504429" cy="6050539"/>
          </a:xfrm>
        </p:spPr>
        <p:txBody>
          <a:bodyPr/>
          <a:lstStyle>
            <a:lvl1pPr>
              <a:defRPr sz="1200" b="1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9" name="Text Placeholder 56">
            <a:extLst>
              <a:ext uri="{FF2B5EF4-FFF2-40B4-BE49-F238E27FC236}">
                <a16:creationId xmlns:a16="http://schemas.microsoft.com/office/drawing/2014/main" id="{908FC9C2-4A4A-4293-B184-158C9D2DD04B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1952041" y="974294"/>
            <a:ext cx="4589689" cy="302535"/>
          </a:xfrm>
        </p:spPr>
        <p:txBody>
          <a:bodyPr anchor="ctr"/>
          <a:lstStyle>
            <a:lvl1pPr>
              <a:defRPr kumimoji="0" lang="en-US" sz="1200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defRPr>
            </a:lvl1pPr>
          </a:lstStyle>
          <a:p>
            <a:r>
              <a:rPr lang="es-ES" err="1"/>
              <a:t>Major</a:t>
            </a:r>
            <a:r>
              <a:rPr lang="es-ES"/>
              <a:t> </a:t>
            </a:r>
            <a:endParaRPr lang="en-US"/>
          </a:p>
        </p:txBody>
      </p:sp>
      <p:sp>
        <p:nvSpPr>
          <p:cNvPr id="51" name="Rectangle 12">
            <a:extLst>
              <a:ext uri="{FF2B5EF4-FFF2-40B4-BE49-F238E27FC236}">
                <a16:creationId xmlns:a16="http://schemas.microsoft.com/office/drawing/2014/main" id="{DF81F04B-AB69-4A8B-A7F9-39A43C1B7AE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2490" y="4586627"/>
            <a:ext cx="2176694" cy="211912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0" rIns="26983" bIns="26983" anchor="t">
            <a:sp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AR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SPECIALIZATIONS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raphik Super" panose="020B0B03030202060203" pitchFamily="34" charset="0"/>
              <a:ea typeface="+mn-ea"/>
              <a:cs typeface="+mn-cs"/>
            </a:endParaRPr>
          </a:p>
        </p:txBody>
      </p:sp>
      <p:sp>
        <p:nvSpPr>
          <p:cNvPr id="54" name="Rectangle 12">
            <a:extLst>
              <a:ext uri="{FF2B5EF4-FFF2-40B4-BE49-F238E27FC236}">
                <a16:creationId xmlns:a16="http://schemas.microsoft.com/office/drawing/2014/main" id="{6C494296-126C-42D3-943D-AC2F5E54E59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09620" y="5530107"/>
            <a:ext cx="2176694" cy="29366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26983" rIns="26983" bIns="26983" anchor="t">
            <a:sp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INDUSTRY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D7924A8-2A02-43C8-85AF-AC1F770B25F9}"/>
              </a:ext>
            </a:extLst>
          </p:cNvPr>
          <p:cNvCxnSpPr>
            <a:cxnSpLocks/>
          </p:cNvCxnSpPr>
          <p:nvPr userDrawn="1"/>
        </p:nvCxnSpPr>
        <p:spPr>
          <a:xfrm>
            <a:off x="3047449" y="2138280"/>
            <a:ext cx="13251" cy="4358228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DAE5B2F-A695-4635-BE85-22746FB8F6C3}"/>
              </a:ext>
            </a:extLst>
          </p:cNvPr>
          <p:cNvCxnSpPr>
            <a:cxnSpLocks/>
          </p:cNvCxnSpPr>
          <p:nvPr userDrawn="1"/>
        </p:nvCxnSpPr>
        <p:spPr>
          <a:xfrm>
            <a:off x="6359445" y="2129629"/>
            <a:ext cx="13251" cy="4358228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12">
            <a:extLst>
              <a:ext uri="{FF2B5EF4-FFF2-40B4-BE49-F238E27FC236}">
                <a16:creationId xmlns:a16="http://schemas.microsoft.com/office/drawing/2014/main" id="{E06497E9-679F-430D-9081-1240D8516FF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09620" y="2321774"/>
            <a:ext cx="3238780" cy="266415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0" rIns="26983" bIns="26983" anchor="t">
            <a:sp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AR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HARD/SOFT SKILLS &amp; TOOLS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raphik Super" panose="020B0B03030202060203" pitchFamily="34" charset="0"/>
              <a:ea typeface="+mn-ea"/>
              <a:cs typeface="+mn-cs"/>
            </a:endParaRPr>
          </a:p>
        </p:txBody>
      </p:sp>
      <p:sp>
        <p:nvSpPr>
          <p:cNvPr id="32" name="Rectangle 12">
            <a:extLst>
              <a:ext uri="{FF2B5EF4-FFF2-40B4-BE49-F238E27FC236}">
                <a16:creationId xmlns:a16="http://schemas.microsoft.com/office/drawing/2014/main" id="{47D7F098-D91A-436B-8577-8921654BC31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2490" y="5530106"/>
            <a:ext cx="2176694" cy="29366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26983" rIns="26983" bIns="26983" anchor="t">
            <a:sp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AR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LANGUAGES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raphik Super" panose="020B0B03030202060203" pitchFamily="34" charset="0"/>
              <a:ea typeface="+mn-ea"/>
              <a:cs typeface="+mn-cs"/>
            </a:endParaRPr>
          </a:p>
        </p:txBody>
      </p:sp>
      <p:sp>
        <p:nvSpPr>
          <p:cNvPr id="34" name="Rectangle 12">
            <a:extLst>
              <a:ext uri="{FF2B5EF4-FFF2-40B4-BE49-F238E27FC236}">
                <a16:creationId xmlns:a16="http://schemas.microsoft.com/office/drawing/2014/main" id="{F31576D1-FEDB-405C-8BC0-6F0C36D9A61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2490" y="3429729"/>
            <a:ext cx="2176694" cy="29366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26983" rIns="26983" bIns="26983" anchor="t">
            <a:sp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AR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EDUCATION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raphik Super" panose="020B0B03030202060203" pitchFamily="34" charset="0"/>
              <a:ea typeface="+mn-ea"/>
              <a:cs typeface="+mn-cs"/>
            </a:endParaRPr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5DBFF989-E3B8-4558-88C8-758F498BE42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670863" y="5963920"/>
            <a:ext cx="979538" cy="837076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29637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lutation-GTS cente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5624" y="2318273"/>
            <a:ext cx="7040753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F21F7E-CEFA-4A8F-862E-8631C40CEA2C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/>
              <a:t>Format Background… &gt; Picture or texture fill &gt; Set to one of the dark or mid gradient options</a:t>
            </a:r>
            <a:endParaRPr lang="en-US" noProof="0"/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494AA491-F1F8-4D38-B722-DB2F38B198B8}"/>
              </a:ext>
            </a:extLst>
          </p:cNvPr>
          <p:cNvSpPr>
            <a:spLocks noChangeAspect="1"/>
          </p:cNvSpPr>
          <p:nvPr/>
        </p:nvSpPr>
        <p:spPr bwMode="black">
          <a:xfrm>
            <a:off x="5779386" y="5382386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4474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C35EA4"/>
          </p15:clr>
        </p15:guide>
        <p15:guide id="2" pos="3840">
          <p15:clr>
            <a:srgbClr val="C35EA4"/>
          </p15:clr>
        </p15:guide>
        <p15:guide id="3" orient="horz" pos="3608">
          <p15:clr>
            <a:srgbClr val="C35EA4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lutation-Logo cente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5624" y="2318273"/>
            <a:ext cx="7040753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104FBB-E799-42A8-A4FA-483DC489523D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/>
              <a:t>Format Background… &gt; Picture or texture fill &gt; Set to one of the dark or mid gradient options</a:t>
            </a:r>
            <a:endParaRPr lang="en-US" noProof="0"/>
          </a:p>
        </p:txBody>
      </p:sp>
      <p:grpSp>
        <p:nvGrpSpPr>
          <p:cNvPr id="12" name="Logo_WH" descr="Accenture logo in white">
            <a:extLst>
              <a:ext uri="{FF2B5EF4-FFF2-40B4-BE49-F238E27FC236}">
                <a16:creationId xmlns:a16="http://schemas.microsoft.com/office/drawing/2014/main" id="{0D82E30B-4E95-4B73-9014-71990AE21DBE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5154167" y="5374201"/>
            <a:ext cx="1883664" cy="496247"/>
            <a:chOff x="1561" y="187"/>
            <a:chExt cx="4536" cy="1195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008CD909-AC78-4980-BB04-8608F18CDC22}"/>
                </a:ext>
              </a:extLst>
            </p:cNvPr>
            <p:cNvSpPr>
              <a:spLocks/>
            </p:cNvSpPr>
            <p:nvPr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8B5D8E88-5919-40A0-A4A4-2E6587AD6874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872032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3698">
          <p15:clr>
            <a:srgbClr val="C35EA4"/>
          </p15:clr>
        </p15:guide>
        <p15:guide id="2" pos="3840">
          <p15:clr>
            <a:srgbClr val="C35EA4"/>
          </p15:clr>
        </p15:guide>
        <p15:guide id="3" orient="horz" pos="2160">
          <p15:clr>
            <a:srgbClr val="C35EA4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lutation-GTS Keylin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C7882D0-879F-974F-B35F-EE91948B7F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2DF26BFD-3D15-48EA-A458-43E2274B93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 72pt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4541846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C35EA4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lutation-GTS left-image bkgn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3E7551B-7F86-46D2-A90B-DF5CC30BDF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 72pt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  <p:sp>
        <p:nvSpPr>
          <p:cNvPr id="6" name="GTS_WH" descr="Accenture Greater Than symbol in white">
            <a:extLst>
              <a:ext uri="{FF2B5EF4-FFF2-40B4-BE49-F238E27FC236}">
                <a16:creationId xmlns:a16="http://schemas.microsoft.com/office/drawing/2014/main" id="{5820492B-C4D2-42F2-B2B8-CB1CE70F894B}"/>
              </a:ext>
            </a:extLst>
          </p:cNvPr>
          <p:cNvSpPr>
            <a:spLocks noChangeAspect="1"/>
          </p:cNvSpPr>
          <p:nvPr/>
        </p:nvSpPr>
        <p:spPr bwMode="black">
          <a:xfrm>
            <a:off x="380999" y="5607812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1317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C35EA4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67CB869-86C7-4B5D-B21D-C7104400ECFC}"/>
              </a:ext>
            </a:extLst>
          </p:cNvPr>
          <p:cNvSpPr/>
          <p:nvPr/>
        </p:nvSpPr>
        <p:spPr bwMode="blackGray"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5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7101C55-360F-4A30-88C9-2A386C411E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5282245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5527522"/>
            <a:ext cx="3102015" cy="784378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0772B66-01D8-4BE7-AE8E-C64CA1CF26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1429154"/>
            <a:ext cx="5152292" cy="225571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BC9F1450-A172-44DF-9DE8-E648764972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871190"/>
            <a:ext cx="5152292" cy="1092846"/>
          </a:xfrm>
        </p:spPr>
        <p:txBody>
          <a:bodyPr vert="horz" lIns="0" tIns="0" rIns="0" bIns="0" rtlCol="0">
            <a:noAutofit/>
          </a:bodyPr>
          <a:lstStyle>
            <a:lvl1pPr marL="0" indent="0" algn="l">
              <a:lnSpc>
                <a:spcPct val="90000"/>
              </a:lnSpc>
              <a:buNone/>
              <a:defRPr lang="en-US" sz="2400" b="0" i="0" kern="1200" spc="0" dirty="0">
                <a:solidFill>
                  <a:schemeClr val="tx1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 Rg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1D1C16-1E67-46BA-A7F0-31738E52069F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4575586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A764EB37-3299-4AEF-9398-9D9C84AB73F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21878" y="1336294"/>
            <a:ext cx="7948244" cy="2255710"/>
          </a:xfrm>
        </p:spPr>
        <p:txBody>
          <a:bodyPr anchor="b"/>
          <a:lstStyle>
            <a:lvl1pPr algn="ctr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5" name="Date Placeholder 10">
            <a:extLst>
              <a:ext uri="{FF2B5EF4-FFF2-40B4-BE49-F238E27FC236}">
                <a16:creationId xmlns:a16="http://schemas.microsoft.com/office/drawing/2014/main" id="{C1D8BA10-E028-4E4B-A19C-12B864B010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44992" y="4501939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ctr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09D55F2-CAE5-4C0F-8D54-A28CECDB93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44992" y="4747217"/>
            <a:ext cx="3102015" cy="245276"/>
          </a:xfrm>
        </p:spPr>
        <p:txBody>
          <a:bodyPr/>
          <a:lstStyle>
            <a:lvl1pPr marL="0" indent="0" algn="ctr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AA97401-81EE-4280-A94C-955E96B0059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21879" y="3866920"/>
            <a:ext cx="7948244" cy="633734"/>
          </a:xfrm>
        </p:spPr>
        <p:txBody>
          <a:bodyPr vert="horz" lIns="0" tIns="0" rIns="0" bIns="0"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 Rg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DC0C86-80A9-481C-A2D5-6F509B89192B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8" name="GTS_WH" descr="Accenture Greater Than symbol in white">
            <a:extLst>
              <a:ext uri="{FF2B5EF4-FFF2-40B4-BE49-F238E27FC236}">
                <a16:creationId xmlns:a16="http://schemas.microsoft.com/office/drawing/2014/main" id="{C703F910-26EC-4B07-B522-B28DEB82C3EA}"/>
              </a:ext>
            </a:extLst>
          </p:cNvPr>
          <p:cNvSpPr>
            <a:spLocks noChangeAspect="1"/>
          </p:cNvSpPr>
          <p:nvPr/>
        </p:nvSpPr>
        <p:spPr bwMode="black">
          <a:xfrm>
            <a:off x="5779386" y="5382386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4896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3605">
          <p15:clr>
            <a:srgbClr val="C35EA4"/>
          </p15:clr>
        </p15:guide>
        <p15:guide id="2" pos="3840">
          <p15:clr>
            <a:srgbClr val="C35EA4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E55EA4F-E473-41EF-9E00-3D69D5F1AE6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21878" y="1336294"/>
            <a:ext cx="7948244" cy="2255710"/>
          </a:xfrm>
        </p:spPr>
        <p:txBody>
          <a:bodyPr anchor="b"/>
          <a:lstStyle>
            <a:lvl1pPr algn="ctr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6" name="Date Placeholder 10">
            <a:extLst>
              <a:ext uri="{FF2B5EF4-FFF2-40B4-BE49-F238E27FC236}">
                <a16:creationId xmlns:a16="http://schemas.microsoft.com/office/drawing/2014/main" id="{0AF5D71E-5FA3-4080-B28F-B3110AB34D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44992" y="4501939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ctr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51481AAC-1471-4278-A104-D559B82B52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44992" y="4747217"/>
            <a:ext cx="3102015" cy="245276"/>
          </a:xfrm>
        </p:spPr>
        <p:txBody>
          <a:bodyPr/>
          <a:lstStyle>
            <a:lvl1pPr marL="0" indent="0" algn="ctr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BEB3B30-172A-47BC-8F00-43F601E1F8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21879" y="3866920"/>
            <a:ext cx="7948244" cy="633734"/>
          </a:xfrm>
        </p:spPr>
        <p:txBody>
          <a:bodyPr vert="horz" lIns="0" tIns="0" rIns="0" bIns="0"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 Rg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481612-058D-4A52-B93E-53E75F305C81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8" name="Logo_WH" descr="Accenture logo in white">
            <a:extLst>
              <a:ext uri="{FF2B5EF4-FFF2-40B4-BE49-F238E27FC236}">
                <a16:creationId xmlns:a16="http://schemas.microsoft.com/office/drawing/2014/main" id="{C6212C50-BB96-4C0C-BC89-2B3C8082149D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5154167" y="5374201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5A65B91D-87CB-4DC8-B4B1-CE82A8E5C6F8}"/>
                </a:ext>
              </a:extLst>
            </p:cNvPr>
            <p:cNvSpPr>
              <a:spLocks/>
            </p:cNvSpPr>
            <p:nvPr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E102C68A-98DA-4EBB-AAFF-D0C6E56ADE14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05546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3696">
          <p15:clr>
            <a:srgbClr val="C35EA4"/>
          </p15:clr>
        </p15:guide>
        <p15:guide id="2" pos="3840">
          <p15:clr>
            <a:srgbClr val="C35EA4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rgbClr val="E6DCFF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6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DFBD97-7A23-4453-9DFC-F825350AF9B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8" name="Logo_WH" descr="Accenture logo in white">
            <a:extLst>
              <a:ext uri="{FF2B5EF4-FFF2-40B4-BE49-F238E27FC236}">
                <a16:creationId xmlns:a16="http://schemas.microsoft.com/office/drawing/2014/main" id="{1A7501AC-E717-4CB3-89D9-DEE7B06E1876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9153213" y="5815652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E84F1646-52FE-4716-AED1-FE252A8E05E4}"/>
                </a:ext>
              </a:extLst>
            </p:cNvPr>
            <p:cNvSpPr>
              <a:spLocks/>
            </p:cNvSpPr>
            <p:nvPr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15FBA828-A6EE-4CDC-A2F1-52C5DC0E3C3F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281078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5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0449E654-6B6A-44E6-852C-967C3EDDCA2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18288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white">
          <a:xfrm>
            <a:off x="381001" y="4190668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9" name="GTS_WH" descr="Accenture Greater Than symbol in white">
            <a:extLst>
              <a:ext uri="{FF2B5EF4-FFF2-40B4-BE49-F238E27FC236}">
                <a16:creationId xmlns:a16="http://schemas.microsoft.com/office/drawing/2014/main" id="{08C622A3-6AC3-418E-A8AE-75B117754CFC}"/>
              </a:ext>
            </a:extLst>
          </p:cNvPr>
          <p:cNvSpPr>
            <a:spLocks noChangeAspect="1"/>
          </p:cNvSpPr>
          <p:nvPr/>
        </p:nvSpPr>
        <p:spPr bwMode="white">
          <a:xfrm>
            <a:off x="381001" y="5607811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0323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6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12688DA9-25EC-4AC3-AD0E-0CC139E1167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1" y="4206240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9279EB0A-2DCA-4410-A834-F9A425FF96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464481-354D-44BF-B8B2-E0AFA2830FDC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9" name="Logo_WH" descr="Accenture logo in white">
            <a:extLst>
              <a:ext uri="{FF2B5EF4-FFF2-40B4-BE49-F238E27FC236}">
                <a16:creationId xmlns:a16="http://schemas.microsoft.com/office/drawing/2014/main" id="{BA79480B-BE6F-49EC-829D-D8AF858ABFD8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381001" y="5815652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80D6DAB6-FE72-4647-9B94-83468BA6B4AE}"/>
                </a:ext>
              </a:extLst>
            </p:cNvPr>
            <p:cNvSpPr>
              <a:spLocks/>
            </p:cNvSpPr>
            <p:nvPr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6961114-35B1-4F8E-96CC-0CA3D18133FD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036548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7 Acquisition+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A84A5767-82AC-46A2-88DD-C31D51E1CB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5715000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13" name="Picture Placeholder 11" descr="Image placeholder for client logo">
            <a:extLst>
              <a:ext uri="{FF2B5EF4-FFF2-40B4-BE49-F238E27FC236}">
                <a16:creationId xmlns:a16="http://schemas.microsoft.com/office/drawing/2014/main" id="{9B6BF12D-A981-4F4E-B8F1-FF12DC840F2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1001" y="5326815"/>
            <a:ext cx="1884233" cy="985085"/>
          </a:xfrm>
        </p:spPr>
        <p:txBody>
          <a:bodyPr anchor="ctr"/>
          <a:lstStyle>
            <a:lvl1pPr algn="ctr">
              <a:buFont typeface="Graphik" panose="020B0604020202020204" pitchFamily="34" charset="0"/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659D61A8-47A5-47C2-A85A-BCCCBE83C91F}"/>
              </a:ext>
            </a:extLst>
          </p:cNvPr>
          <p:cNvSpPr>
            <a:spLocks noChangeAspect="1"/>
          </p:cNvSpPr>
          <p:nvPr/>
        </p:nvSpPr>
        <p:spPr bwMode="auto">
          <a:xfrm>
            <a:off x="381001" y="381001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2928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818ECE-32D7-4F71-A6CA-1144DA38ED6C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grpSp>
        <p:nvGrpSpPr>
          <p:cNvPr id="8" name="Logo_BL" descr="Accenture logo in black and purple">
            <a:extLst>
              <a:ext uri="{FF2B5EF4-FFF2-40B4-BE49-F238E27FC236}">
                <a16:creationId xmlns:a16="http://schemas.microsoft.com/office/drawing/2014/main" id="{35D3F8C8-B2E5-431B-9639-9F05530860E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147183" y="5815542"/>
            <a:ext cx="1883664" cy="496357"/>
            <a:chOff x="2387" y="1701"/>
            <a:chExt cx="4535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9AD7BAC9-11D9-4846-95CD-5C2B8271475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1CAEDE4E-DAF3-4FBC-BAEB-E0C26C20EB9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123763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2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0449E654-6B6A-44E6-852C-967C3EDDCA2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bg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white">
          <a:xfrm>
            <a:off x="381001" y="420473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pic>
        <p:nvPicPr>
          <p:cNvPr id="10" name="Graphic 9" descr="Accenture Greater Than symbol in purple">
            <a:extLst>
              <a:ext uri="{FF2B5EF4-FFF2-40B4-BE49-F238E27FC236}">
                <a16:creationId xmlns:a16="http://schemas.microsoft.com/office/drawing/2014/main" id="{299A6723-3F53-4981-840E-D1D62874F6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2636" y="5607811"/>
            <a:ext cx="641502" cy="704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240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3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38B557E5-FD3E-49D7-8F2D-F2CFBA8CA1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384048"/>
            <a:ext cx="5715000" cy="2478024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434840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206240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grpSp>
        <p:nvGrpSpPr>
          <p:cNvPr id="10" name="Logo_BL" descr="Accenture logo in black and purple">
            <a:extLst>
              <a:ext uri="{FF2B5EF4-FFF2-40B4-BE49-F238E27FC236}">
                <a16:creationId xmlns:a16="http://schemas.microsoft.com/office/drawing/2014/main" id="{854C139D-5D17-4D1A-87BD-07B345E2E51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81001" y="5815543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6073E091-2A74-4D4D-8C42-D39E8FD65A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DB984E3-DACF-4D7C-B5E4-08F21BF138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870316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4 Acquisi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631B51-29F3-4C51-AE6C-41E7796F9933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12" name="Picture Placeholder 11" descr="Image placeholder for client logo">
            <a:extLst>
              <a:ext uri="{FF2B5EF4-FFF2-40B4-BE49-F238E27FC236}">
                <a16:creationId xmlns:a16="http://schemas.microsoft.com/office/drawing/2014/main" id="{75547ED6-CAEB-47AC-A74D-49C552BD6F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58417" y="771526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grpSp>
        <p:nvGrpSpPr>
          <p:cNvPr id="9" name="Logo_BL" descr="Accenture logo in black and purple">
            <a:extLst>
              <a:ext uri="{FF2B5EF4-FFF2-40B4-BE49-F238E27FC236}">
                <a16:creationId xmlns:a16="http://schemas.microsoft.com/office/drawing/2014/main" id="{1C5BF709-3623-4620-9FF0-B8F8076A8BE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147183" y="5815542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C7B64CB8-485B-4A84-AF6D-C9EF295514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74AE1E9A-205A-4C25-A6CD-8452DDD2990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024990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5 Acquisi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733891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4734391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4979668"/>
            <a:ext cx="4114799" cy="548640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631B51-29F3-4C51-AE6C-41E7796F9933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12" name="Picture Placeholder 11" descr="Image placeholder for client logo">
            <a:extLst>
              <a:ext uri="{FF2B5EF4-FFF2-40B4-BE49-F238E27FC236}">
                <a16:creationId xmlns:a16="http://schemas.microsoft.com/office/drawing/2014/main" id="{75547ED6-CAEB-47AC-A74D-49C552BD6F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58417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grpSp>
        <p:nvGrpSpPr>
          <p:cNvPr id="9" name="Logo_BL" descr="Accenture logo in black and purple">
            <a:extLst>
              <a:ext uri="{FF2B5EF4-FFF2-40B4-BE49-F238E27FC236}">
                <a16:creationId xmlns:a16="http://schemas.microsoft.com/office/drawing/2014/main" id="{8D3E8DD1-C700-46AC-AA94-9072B0F3175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149093" y="5815543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799A1684-BC33-4579-B840-616EB6D11E8E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A5AD5E73-6E1C-44F8-9F73-9F3D4F6DF76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665329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6 Acquisition+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38B557E5-FD3E-49D7-8F2D-F2CFBA8CA1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384048"/>
            <a:ext cx="5715000" cy="2478024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434840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206240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Picture Placeholder 11" descr="Image placeholder for client logo">
            <a:extLst>
              <a:ext uri="{FF2B5EF4-FFF2-40B4-BE49-F238E27FC236}">
                <a16:creationId xmlns:a16="http://schemas.microsoft.com/office/drawing/2014/main" id="{FFB79963-9269-41F8-B968-34FCB68C87F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926766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grpSp>
        <p:nvGrpSpPr>
          <p:cNvPr id="10" name="Logo_BL" descr="Accenture logo in black and purple">
            <a:extLst>
              <a:ext uri="{FF2B5EF4-FFF2-40B4-BE49-F238E27FC236}">
                <a16:creationId xmlns:a16="http://schemas.microsoft.com/office/drawing/2014/main" id="{854C139D-5D17-4D1A-87BD-07B345E2E51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81001" y="5815543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6073E091-2A74-4D4D-8C42-D39E8FD65A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DB984E3-DACF-4D7C-B5E4-08F21BF138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321248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7 Acquisition+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A715308A-2B7A-4485-A51C-F3F23FC4264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5715000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pic>
        <p:nvPicPr>
          <p:cNvPr id="5" name="Graphic 4" descr="Accenture Greater Than symbol in purple">
            <a:extLst>
              <a:ext uri="{FF2B5EF4-FFF2-40B4-BE49-F238E27FC236}">
                <a16:creationId xmlns:a16="http://schemas.microsoft.com/office/drawing/2014/main" id="{8DD1DFCC-5489-470C-84F4-93032F0960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2636" y="382725"/>
            <a:ext cx="641502" cy="704088"/>
          </a:xfrm>
          <a:prstGeom prst="rect">
            <a:avLst/>
          </a:prstGeom>
        </p:spPr>
      </p:pic>
      <p:sp>
        <p:nvSpPr>
          <p:cNvPr id="13" name="Picture Placeholder 11" descr="Image placeholder for client logo">
            <a:extLst>
              <a:ext uri="{FF2B5EF4-FFF2-40B4-BE49-F238E27FC236}">
                <a16:creationId xmlns:a16="http://schemas.microsoft.com/office/drawing/2014/main" id="{05B9195C-3F7A-4A18-80FA-FB81E2ECDE0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1001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8510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Divider with Image - Gradient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ccenture Gradient Dark">
            <a:extLst>
              <a:ext uri="{FF2B5EF4-FFF2-40B4-BE49-F238E27FC236}">
                <a16:creationId xmlns:a16="http://schemas.microsoft.com/office/drawing/2014/main" id="{86F62995-A1F7-47A0-AD35-CBADA972398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8"/>
          <a:stretch/>
        </p:blipFill>
        <p:spPr bwMode="invGray">
          <a:xfrm>
            <a:off x="1185" y="0"/>
            <a:ext cx="12189630" cy="685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961CA96-71E3-F941-B41E-52928AB9110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10099"/>
            <a:ext cx="4953000" cy="147421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Place subtitle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381000"/>
            <a:ext cx="4953000" cy="5703315"/>
          </a:xfrm>
          <a:noFill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4B2379EA-B598-42DD-B03E-5C4FC1D468F3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B0387B-1E9C-4EB7-9BA3-83AB796E35C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s-ES"/>
              <a:t>Copyright © 2020 Accenture. All rights reserved.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BB825C-3912-400B-A9ED-F17A355964B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084185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Divider with Image - Gradient Co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ccenture Gradient Mid&#10;">
            <a:extLst>
              <a:ext uri="{FF2B5EF4-FFF2-40B4-BE49-F238E27FC236}">
                <a16:creationId xmlns:a16="http://schemas.microsoft.com/office/drawing/2014/main" id="{D34847E9-71CB-4177-8BB3-C4EDB8A3E2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381000"/>
            <a:ext cx="4953000" cy="5703315"/>
          </a:xfrm>
          <a:noFill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D88312-3597-964E-9B24-8371E2C8567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10099"/>
            <a:ext cx="4953000" cy="1701801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EC3F0890-0DED-4AD1-9A02-BD56F8554B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4" name="GTS_WH" descr="Accenture Greater Than symbol in white">
            <a:extLst>
              <a:ext uri="{FF2B5EF4-FFF2-40B4-BE49-F238E27FC236}">
                <a16:creationId xmlns:a16="http://schemas.microsoft.com/office/drawing/2014/main" id="{3FC0722F-C643-4988-96E8-F00519CB3A00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969A96-ECEE-46C8-AC65-A99027BA920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727140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 - Numbered, Gradient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ccenture Gradient Mid">
            <a:extLst>
              <a:ext uri="{FF2B5EF4-FFF2-40B4-BE49-F238E27FC236}">
                <a16:creationId xmlns:a16="http://schemas.microsoft.com/office/drawing/2014/main" id="{CB16898D-3DD4-439C-B43F-558C1FDD364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0" y="0"/>
            <a:ext cx="12192000" cy="342899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4015D5F-F315-4E58-856E-56BC8490AECE}"/>
              </a:ext>
            </a:extLst>
          </p:cNvPr>
          <p:cNvSpPr/>
          <p:nvPr/>
        </p:nvSpPr>
        <p:spPr bwMode="white">
          <a:xfrm>
            <a:off x="0" y="3428999"/>
            <a:ext cx="12192000" cy="3429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3889828"/>
            <a:ext cx="6186713" cy="2422072"/>
          </a:xfrm>
        </p:spPr>
        <p:txBody>
          <a:bodyPr anchor="t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3E56B88-63DE-42F5-AE08-5F9069ED683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143001" y="835805"/>
            <a:ext cx="6186712" cy="2194487"/>
          </a:xfrm>
        </p:spPr>
        <p:txBody>
          <a:bodyPr anchor="ctr"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None/>
              <a:defRPr lang="en-US" sz="16600" b="1" kern="1200" dirty="0">
                <a:ln w="38100">
                  <a:noFill/>
                </a:ln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#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4CC28DDD-91C9-FB49-B057-796687C8B0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55427" y="3889827"/>
            <a:ext cx="2993573" cy="2422071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C230B8D6-1525-4D29-A117-F22A9C16F0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6" name="GTS_WH" descr="Accenture Greater Than symbol in white">
            <a:extLst>
              <a:ext uri="{FF2B5EF4-FFF2-40B4-BE49-F238E27FC236}">
                <a16:creationId xmlns:a16="http://schemas.microsoft.com/office/drawing/2014/main" id="{C5173724-68B6-47CD-B850-71B1407EEAA1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04ADF7-CE17-4A46-8A63-A366F9BB14A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5500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1" y="2182000"/>
            <a:ext cx="3267012" cy="269933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0" indent="0">
              <a:buNone/>
              <a:defRPr sz="1800"/>
            </a:lvl2pPr>
            <a:lvl3pPr marL="228600">
              <a:buFont typeface="Graphik" panose="020B0604020202020204" pitchFamily="34" charset="0"/>
              <a:buChar char="•"/>
              <a:defRPr sz="1800"/>
            </a:lvl3pPr>
            <a:lvl4pPr marL="457200">
              <a:buFont typeface="Graphik"/>
              <a:buChar char="–"/>
              <a:defRPr sz="1600"/>
            </a:lvl4pPr>
            <a:lvl5pPr marL="685800">
              <a:buFont typeface="Graphik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/>
              <a:t>Place agenda summary here </a:t>
            </a:r>
            <a:r>
              <a:rPr lang="en-GB"/>
              <a:t>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2" y="1371601"/>
            <a:ext cx="3267011" cy="810399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Agenda title</a:t>
            </a:r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1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57" name="Text Placeholder 17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1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59" name="Text Placeholder 17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1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1" name="Text Placeholder 17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1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3" name="Text Placeholder 17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1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5" name="Text Placeholder 17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1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1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9" name="Text Placeholder 17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1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29" name="Text Placeholder 17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2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2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2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2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2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2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2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2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</a:extLst>
          </p:cNvPr>
          <p:cNvCxnSpPr/>
          <p:nvPr/>
        </p:nvCxnSpPr>
        <p:spPr>
          <a:xfrm>
            <a:off x="4045241" y="1371600"/>
            <a:ext cx="0" cy="4719487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 Placeholder 17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59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7" name="Text Placeholder 17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59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8" name="Text Placeholder 17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59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9" name="Text Placeholder 17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59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0" name="Text Placeholder 17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59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1" name="Text Placeholder 17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59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2" name="Text Placeholder 17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59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3" name="Text Placeholder 17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59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4" name="Text Placeholder 17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0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5" name="Text Placeholder 17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0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6" name="Text Placeholder 17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0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7" name="Text Placeholder 17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0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8" name="Text Placeholder 1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0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9" name="Text Placeholder 17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0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0" name="Text Placeholder 17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0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1" name="Text Placeholder 17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0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C1BE3C-F523-44EE-B6D4-7175CE08E157}"/>
              </a:ext>
            </a:extLst>
          </p:cNvPr>
          <p:cNvSpPr>
            <a:spLocks noGrp="1"/>
          </p:cNvSpPr>
          <p:nvPr>
            <p:ph type="ftr" sz="quarter" idx="56"/>
          </p:nvPr>
        </p:nvSpPr>
        <p:spPr/>
        <p:txBody>
          <a:bodyPr/>
          <a:lstStyle/>
          <a:p>
            <a:r>
              <a:rPr lang="es-ES"/>
              <a:t>Copyright © 2020 Accenture. All rights reserved.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796CD18-ADDA-4A64-BDD0-F5A8D01FDD49}"/>
              </a:ext>
            </a:extLst>
          </p:cNvPr>
          <p:cNvSpPr>
            <a:spLocks noGrp="1"/>
          </p:cNvSpPr>
          <p:nvPr>
            <p:ph type="sldNum" sz="quarter" idx="57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04119716"/>
      </p:ext>
    </p:extLst>
  </p:cSld>
  <p:clrMapOvr>
    <a:masterClrMapping/>
  </p:clrMapOvr>
  <p:hf hdr="0" dt="0"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6DB689C-7DB3-4046-A1BF-E63F8EF784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87C97B1E-CB9E-4CBC-A6F1-1D4F2E4ECB3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0"/>
            <a:ext cx="11430000" cy="4940300"/>
          </a:xfrm>
        </p:spPr>
        <p:txBody>
          <a:bodyPr/>
          <a:lstStyle>
            <a:lvl1pPr marL="228600" indent="-228600">
              <a:buFont typeface="Graphik" panose="020B0604020202020204" pitchFamily="34" charset="0"/>
              <a:buChar char="•"/>
              <a:defRPr/>
            </a:lvl1pPr>
            <a:lvl2pPr marL="457200">
              <a:defRPr/>
            </a:lvl2pPr>
            <a:lvl3pPr marL="685800">
              <a:defRPr/>
            </a:lvl3pPr>
            <a:lvl4pPr marL="914400">
              <a:defRPr/>
            </a:lvl4pPr>
            <a:lvl5pPr marL="1143000">
              <a:defRPr/>
            </a:lvl5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E4E1CDE7-C850-4F14-8D26-8BD1EE3D6D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BEF25E-6F09-4B47-806E-462D7622D1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64211242"/>
      </p:ext>
    </p:extLst>
  </p:cSld>
  <p:clrMapOvr>
    <a:masterClrMapping/>
  </p:clrMapOvr>
  <p:hf hdr="0" dt="0"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ng Headline and 1 Column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6D4EA4B-84F0-4EB3-B6B4-6EAB903D2C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6DFCE48E-1DF3-48D6-BD43-BA3B9CE95A0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1"/>
            <a:ext cx="11430000" cy="4940300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3646097A-7916-4EBE-A526-09FCBD84F6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5EFDEB3F-4743-43EA-A121-ED3CB6054C7F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E8CB08-3B2A-44E5-8975-B69F3969CD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311980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subtitl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A49B96C-8E74-4C8B-BDE4-9B82801CA0E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949194"/>
            <a:ext cx="11430000" cy="4362706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06E1154F-E5DD-468F-85D1-17FC4F4386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699EEA-1839-42AE-A096-1905CABA2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66567586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931">
          <p15:clr>
            <a:srgbClr val="547EBF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s 2 - Headline + GT Sect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0" y="3004457"/>
            <a:ext cx="5524500" cy="2865991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228600" indent="-228600">
              <a:buFont typeface="Graphik" panose="020B0604020202020204" pitchFamily="34" charset="0"/>
              <a:buChar char="•"/>
              <a:defRPr sz="1800"/>
            </a:lvl2pPr>
            <a:lvl3pPr marL="457200">
              <a:buFont typeface="Graphik" panose="020B0503030202060203" pitchFamily="34" charset="0"/>
              <a:buChar char="–"/>
              <a:defRPr sz="1800"/>
            </a:lvl3pPr>
            <a:lvl4pPr marL="685800">
              <a:buFont typeface="Graphik" panose="020B0604020202020204" pitchFamily="34" charset="0"/>
              <a:buChar char="•"/>
              <a:defRPr sz="1600"/>
            </a:lvl4pPr>
            <a:lvl5pPr marL="914400">
              <a:buFont typeface="Graphik" panose="020B0503030202060203" pitchFamily="34" charset="0"/>
              <a:buChar char="–"/>
              <a:defRPr sz="1600"/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GT Sectra Fine </a:t>
            </a:r>
            <a:r>
              <a:rPr lang="en-GB" err="1"/>
              <a:t>Rg</a:t>
            </a:r>
            <a:r>
              <a:rPr lang="en-GB"/>
              <a:t> 24pt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CC1513EB-EC9B-9B42-BA12-BC659505A76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6499" y="1371601"/>
            <a:ext cx="5524500" cy="450242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Place text here 20pt</a:t>
            </a:r>
          </a:p>
          <a:p>
            <a:pPr lvl="1"/>
            <a:r>
              <a:rPr lang="en-US"/>
              <a:t>Second level 20pt</a:t>
            </a:r>
          </a:p>
          <a:p>
            <a:pPr lvl="2"/>
            <a:r>
              <a:rPr lang="en-US"/>
              <a:t>Third level 20pt</a:t>
            </a:r>
          </a:p>
          <a:p>
            <a:pPr lvl="3"/>
            <a:r>
              <a:rPr lang="en-US"/>
              <a:t>Fourth level 18pt</a:t>
            </a:r>
          </a:p>
          <a:p>
            <a:pPr lvl="4"/>
            <a:r>
              <a:rPr lang="en-US"/>
              <a:t>Fifth level 18pt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1371601"/>
            <a:ext cx="5524499" cy="1632856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0A51E00B-3AD2-4131-A1AF-2681835517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5BAA4F-3169-4083-866F-71669DE395C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4262284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20">
          <p15:clr>
            <a:srgbClr val="C35EA4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987552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1371600"/>
            <a:ext cx="5524499" cy="493776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1371600"/>
            <a:ext cx="5524499" cy="493776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DF77ADC1-6931-47B6-AF28-D1C74D5BB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BB8772-B000-40EC-8AE7-3AA41499E64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361676"/>
      </p:ext>
    </p:extLst>
  </p:cSld>
  <p:clrMapOvr>
    <a:masterClrMapping/>
  </p:clrMapOvr>
  <p:hf hdr="0" dt="0"/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sub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8830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1947672"/>
            <a:ext cx="5524499" cy="43616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1947672"/>
            <a:ext cx="5524499" cy="43616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DF77ADC1-6931-47B6-AF28-D1C74D5BB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A356218-065E-4505-9831-1D03292456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363034-F9EC-4A95-91E0-2E801974931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51992660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subtitle and 2 Headings/Co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8830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1949194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EDE1E44A-D007-46D2-9E20-283025607FF2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286499" y="1949194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2772154"/>
            <a:ext cx="5524499" cy="3101872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2772154"/>
            <a:ext cx="5524499" cy="3101872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DF77ADC1-6931-47B6-AF28-D1C74D5BB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A356218-065E-4505-9831-1D03292456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A5F1A8-92F0-48CE-B27D-E2B7EE762F1A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67121675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08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3837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BA4C27-1C65-4465-A8B1-ACE92701B4D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1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318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DB26F5FE-8482-4C00-99C1-3FC3BEEE82C8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4318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 12pt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4318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255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CBA38EFA-DE92-462D-AAF3-DE465A478568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8255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 12pt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255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E974BDB1-DA1D-43EC-81BC-66135DB7B8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FE860E3B-7BAE-4917-8F29-26AFBD0E72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7D7C41-6360-43FF-A192-982014655EFE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59888266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2571749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2571749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33337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33337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28650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28650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973701C-90E3-449B-A44A-0C66B0945601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92392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D6CB018D-34A3-4417-AE76-9BB3793F0332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92392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3BDC2B1A-D3A0-C04B-AEDB-0389C637EF1A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381000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0F6CE73-9C88-264F-A7F2-A3D2B2D1938B}"/>
              </a:ext>
            </a:extLst>
          </p:cNvPr>
          <p:cNvSpPr>
            <a:spLocks noGrp="1"/>
          </p:cNvSpPr>
          <p:nvPr>
            <p:ph sz="half" idx="29" hasCustomPrompt="1"/>
          </p:nvPr>
        </p:nvSpPr>
        <p:spPr>
          <a:xfrm>
            <a:off x="3333751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5F289FE6-F2A2-784D-9D31-047C10F04CDF}"/>
              </a:ext>
            </a:extLst>
          </p:cNvPr>
          <p:cNvSpPr>
            <a:spLocks noGrp="1"/>
          </p:cNvSpPr>
          <p:nvPr>
            <p:ph sz="half" idx="30" hasCustomPrompt="1"/>
          </p:nvPr>
        </p:nvSpPr>
        <p:spPr>
          <a:xfrm>
            <a:off x="6286500" y="3145138"/>
            <a:ext cx="2571749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A079B5C1-1D0F-8F40-A376-4AE3B49D1B5A}"/>
              </a:ext>
            </a:extLst>
          </p:cNvPr>
          <p:cNvSpPr>
            <a:spLocks noGrp="1"/>
          </p:cNvSpPr>
          <p:nvPr>
            <p:ph sz="half" idx="31" hasCustomPrompt="1"/>
          </p:nvPr>
        </p:nvSpPr>
        <p:spPr>
          <a:xfrm>
            <a:off x="9239251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3" name="Footer Placeholder 3">
            <a:extLst>
              <a:ext uri="{FF2B5EF4-FFF2-40B4-BE49-F238E27FC236}">
                <a16:creationId xmlns:a16="http://schemas.microsoft.com/office/drawing/2014/main" id="{83000718-AD47-4F1E-8F71-56356C9406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01BF3E00-F066-4583-A5B1-87DD19666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3837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5650FA89-A64B-4802-B6DF-D1844A8430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D5B1DD8-C71C-4D65-A58A-0A9A86DCED84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46418169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698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5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798829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BD757F29-5B8C-430C-B53D-FA44B1887B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1377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4C854DFB-B17D-45CF-98C3-3882DBE2C32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898899"/>
            <a:ext cx="1985504" cy="1971541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C5D125FD-0D25-4E65-82F5-4E18FE84E47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3943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1" name="Text Placeholder 21">
            <a:extLst>
              <a:ext uri="{FF2B5EF4-FFF2-40B4-BE49-F238E27FC236}">
                <a16:creationId xmlns:a16="http://schemas.microsoft.com/office/drawing/2014/main" id="{5B124AA5-6419-4552-97B5-242DA08BE73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0145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A378CD97-B880-4BCB-AD71-A7C1C1C848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6347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2CB6C29-05E0-4B43-A2EB-22FEB969E56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825496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13EDE11-CE40-4943-AE63-A3B14CB3C037}"/>
              </a:ext>
            </a:extLst>
          </p:cNvPr>
          <p:cNvCxnSpPr>
            <a:cxnSpLocks/>
          </p:cNvCxnSpPr>
          <p:nvPr/>
        </p:nvCxnSpPr>
        <p:spPr>
          <a:xfrm>
            <a:off x="114156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67ED40C-58DA-45F1-8E80-6A74976C6E1E}"/>
              </a:ext>
            </a:extLst>
          </p:cNvPr>
          <p:cNvCxnSpPr/>
          <p:nvPr/>
        </p:nvCxnSpPr>
        <p:spPr>
          <a:xfrm>
            <a:off x="350358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91A22B2-C08A-41DA-ACB1-5B59B4CDA8DE}"/>
              </a:ext>
            </a:extLst>
          </p:cNvPr>
          <p:cNvCxnSpPr/>
          <p:nvPr/>
        </p:nvCxnSpPr>
        <p:spPr>
          <a:xfrm>
            <a:off x="586560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7D3E374-86AB-4A80-81AD-B09F07C51B80}"/>
              </a:ext>
            </a:extLst>
          </p:cNvPr>
          <p:cNvCxnSpPr/>
          <p:nvPr/>
        </p:nvCxnSpPr>
        <p:spPr>
          <a:xfrm>
            <a:off x="822762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3A5244A-D0CA-43CB-A0DB-296A219EDC9D}"/>
              </a:ext>
            </a:extLst>
          </p:cNvPr>
          <p:cNvCxnSpPr>
            <a:cxnSpLocks/>
          </p:cNvCxnSpPr>
          <p:nvPr/>
        </p:nvCxnSpPr>
        <p:spPr>
          <a:xfrm>
            <a:off x="10589648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13">
            <a:extLst>
              <a:ext uri="{FF2B5EF4-FFF2-40B4-BE49-F238E27FC236}">
                <a16:creationId xmlns:a16="http://schemas.microsoft.com/office/drawing/2014/main" id="{EABD27E6-4547-45B3-9AC5-1EF508AE88E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307579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0" name="Picture Placeholder 13">
            <a:extLst>
              <a:ext uri="{FF2B5EF4-FFF2-40B4-BE49-F238E27FC236}">
                <a16:creationId xmlns:a16="http://schemas.microsoft.com/office/drawing/2014/main" id="{31C34651-25FA-45DD-86DF-BB58EBE9AA8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43781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B32375EE-E449-4B59-B987-5D6EBFBDF31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79983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EE1692D5-4CE6-4990-8769-B146983B947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161852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3" name="Footer Placeholder 3">
            <a:extLst>
              <a:ext uri="{FF2B5EF4-FFF2-40B4-BE49-F238E27FC236}">
                <a16:creationId xmlns:a16="http://schemas.microsoft.com/office/drawing/2014/main" id="{57676F53-2AF5-4F44-9119-3C3347D1DA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B8D97977-AAE6-4533-93CA-ADE704E9F4A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D3E087-C0E5-4045-83EC-D0F38053E0B8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79114355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Team 4-Box Shad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4655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Font typeface="Graphik" panose="020B0604020202020204" pitchFamily="34" charset="0"/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25DB0B2A-9775-46B0-9A40-F75EBFA4B45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817351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F83F6B5F-EAE7-44DA-BD77-6D66865CEB92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480047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AD8EF41C-E978-4139-80A4-73605C41EA35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9142743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54653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solidFill>
                  <a:schemeClr val="accent2"/>
                </a:solidFill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817350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80047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1" name="Text Placeholder 21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42742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9310CF55-0D9B-41F8-8D1E-8BA74BC232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4481D5-3713-4165-990F-CD2E7B955A03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04174956"/>
      </p:ext>
    </p:extLst>
  </p:cSld>
  <p:clrMapOvr>
    <a:masterClrMapping/>
  </p:clrMapOvr>
  <p:hf hdr="0" dt="0"/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Team 6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1000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lIns="91440" tIns="0"/>
          <a:lstStyle>
            <a:lvl1pPr marL="0" indent="0">
              <a:buNone/>
              <a:defRPr sz="1800" b="0"/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356104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31208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06312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56520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1416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6BEB5A56-DED2-134F-B0DE-11936982FF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926552"/>
            <a:ext cx="1554480" cy="1943893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8" name="Text Placeholder 21">
            <a:extLst>
              <a:ext uri="{FF2B5EF4-FFF2-40B4-BE49-F238E27FC236}">
                <a16:creationId xmlns:a16="http://schemas.microsoft.com/office/drawing/2014/main" id="{923321BD-6745-7944-910F-B8C8E4AC31D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53236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2A6C4DC7-1806-A74D-B434-61FF385F82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9057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0" name="Text Placeholder 21">
            <a:extLst>
              <a:ext uri="{FF2B5EF4-FFF2-40B4-BE49-F238E27FC236}">
                <a16:creationId xmlns:a16="http://schemas.microsoft.com/office/drawing/2014/main" id="{053D7F26-6DC1-034C-B572-B4BFE718C79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04878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2" name="Text Placeholder 21">
            <a:extLst>
              <a:ext uri="{FF2B5EF4-FFF2-40B4-BE49-F238E27FC236}">
                <a16:creationId xmlns:a16="http://schemas.microsoft.com/office/drawing/2014/main" id="{E075A489-B7B7-CE40-B061-D8A36AFCC81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80699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5" name="Text Placeholder 21">
            <a:extLst>
              <a:ext uri="{FF2B5EF4-FFF2-40B4-BE49-F238E27FC236}">
                <a16:creationId xmlns:a16="http://schemas.microsoft.com/office/drawing/2014/main" id="{FF2BF483-5EDC-9242-AD58-57E84F538C8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56520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D665DCA-734C-4077-92CB-D7A9FCD67D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3D474A-8A06-4078-BEBB-EBDCDD30231B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27" name="Picture Placeholder 4">
            <a:extLst>
              <a:ext uri="{FF2B5EF4-FFF2-40B4-BE49-F238E27FC236}">
                <a16:creationId xmlns:a16="http://schemas.microsoft.com/office/drawing/2014/main" id="{9FEF6117-B6D9-4841-8EFA-DF78BCFA9C0B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77415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90B0A6BB-BC70-4436-B334-35CF914D177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356104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EA23CA56-3568-4982-84E5-176DE32541C2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331208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7E019EA7-B58E-4B17-A663-2E8CCD701589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306312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9A57066F-5BF5-43F7-A9DA-1788B5511DA7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281416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5" name="Picture Placeholder 4">
            <a:extLst>
              <a:ext uri="{FF2B5EF4-FFF2-40B4-BE49-F238E27FC236}">
                <a16:creationId xmlns:a16="http://schemas.microsoft.com/office/drawing/2014/main" id="{EA5F90EC-FB85-4041-85C1-409768D3A0C0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0256520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082486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ng Headline-Team 6-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1000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lIns="91440"/>
          <a:lstStyle>
            <a:lvl1pPr marL="0" indent="0">
              <a:buNone/>
              <a:defRPr sz="1800" b="0">
                <a:solidFill>
                  <a:schemeClr val="bg1"/>
                </a:solidFill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356104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31208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06312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56520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926552"/>
            <a:ext cx="1554480" cy="1943892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53236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1416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9057" y="3926552"/>
            <a:ext cx="1554480" cy="195196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1" name="Text Placeholder 21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04878" y="3926552"/>
            <a:ext cx="1554480" cy="195196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2" name="Text Placeholder 21">
            <a:extLst>
              <a:ext uri="{FF2B5EF4-FFF2-40B4-BE49-F238E27FC236}">
                <a16:creationId xmlns:a16="http://schemas.microsoft.com/office/drawing/2014/main" id="{6DA3268F-5CC4-7E4D-879D-3A3F1FBF6B5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80699" y="3926552"/>
            <a:ext cx="1554480" cy="19519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3" name="Text Placeholder 21">
            <a:extLst>
              <a:ext uri="{FF2B5EF4-FFF2-40B4-BE49-F238E27FC236}">
                <a16:creationId xmlns:a16="http://schemas.microsoft.com/office/drawing/2014/main" id="{855592D2-902A-1146-B433-6648BEC8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56520" y="3926552"/>
            <a:ext cx="1554480" cy="194389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9" name="Footer Placeholder 3">
            <a:extLst>
              <a:ext uri="{FF2B5EF4-FFF2-40B4-BE49-F238E27FC236}">
                <a16:creationId xmlns:a16="http://schemas.microsoft.com/office/drawing/2014/main" id="{F748F9AD-5F56-42EC-9922-780EBA4436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2" name="GTS_WH" descr="Accenture Greater Than symbol in white">
            <a:extLst>
              <a:ext uri="{FF2B5EF4-FFF2-40B4-BE49-F238E27FC236}">
                <a16:creationId xmlns:a16="http://schemas.microsoft.com/office/drawing/2014/main" id="{B49891DC-D80E-4D1B-961E-1B567E0E4535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8FB076-B311-496F-8C11-2C54B06FBB3D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28" name="Picture Placeholder 4">
            <a:extLst>
              <a:ext uri="{FF2B5EF4-FFF2-40B4-BE49-F238E27FC236}">
                <a16:creationId xmlns:a16="http://schemas.microsoft.com/office/drawing/2014/main" id="{199DF3DD-2E34-4D79-8E11-12CE813E73FA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81000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5" name="Picture Placeholder 4">
            <a:extLst>
              <a:ext uri="{FF2B5EF4-FFF2-40B4-BE49-F238E27FC236}">
                <a16:creationId xmlns:a16="http://schemas.microsoft.com/office/drawing/2014/main" id="{6FCD1A94-A214-4264-842C-B5DA710C1F37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356104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7" name="Picture Placeholder 4">
            <a:extLst>
              <a:ext uri="{FF2B5EF4-FFF2-40B4-BE49-F238E27FC236}">
                <a16:creationId xmlns:a16="http://schemas.microsoft.com/office/drawing/2014/main" id="{895C1CB4-E517-4380-8170-E8C0CA787FBA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331208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6AFBE91E-BB56-4FAF-ADEB-859CA86F829F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306312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15D78B8A-7ECF-44EE-A95F-FBD072A68894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281416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F2F64C30-F694-4DC6-AAED-5ECA99ECCF51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0256520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8285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Team 8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371931-42F0-694A-9918-74F36725749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81000" y="1295233"/>
            <a:ext cx="3540355" cy="501666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Place text here, use indent to access other levels 20pt</a:t>
            </a:r>
          </a:p>
          <a:p>
            <a:pPr lvl="1"/>
            <a:r>
              <a:rPr lang="en-GB"/>
              <a:t>Second level 20pt</a:t>
            </a:r>
          </a:p>
          <a:p>
            <a:pPr lvl="2"/>
            <a:r>
              <a:rPr lang="en-GB"/>
              <a:t>Third level 20pt</a:t>
            </a:r>
          </a:p>
          <a:p>
            <a:pPr lvl="3"/>
            <a:r>
              <a:rPr lang="en-GB"/>
              <a:t>Fourth level 18pt</a:t>
            </a:r>
          </a:p>
          <a:p>
            <a:pPr lvl="4"/>
            <a:r>
              <a:rPr lang="en-GB"/>
              <a:t>Fifth level 18pt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45" name="Picture Placeholder 13">
            <a:extLst>
              <a:ext uri="{FF2B5EF4-FFF2-40B4-BE49-F238E27FC236}">
                <a16:creationId xmlns:a16="http://schemas.microsoft.com/office/drawing/2014/main" id="{CD7EAAF9-7102-4351-9F35-C40B3F3819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25820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CC40CB3D-DFEA-4056-B2DA-887E7C86324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298231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F8BABECB-6F2D-4068-AEE6-A603DAA72EF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43053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914A31DD-59CB-48C9-9C28-954E6B85C62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70642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57" name="Text Placeholder 21">
            <a:extLst>
              <a:ext uri="{FF2B5EF4-FFF2-40B4-BE49-F238E27FC236}">
                <a16:creationId xmlns:a16="http://schemas.microsoft.com/office/drawing/2014/main" id="{224BCF40-5B7A-4471-B077-3EEE956ADC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5822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58" name="Text Placeholder 21">
            <a:extLst>
              <a:ext uri="{FF2B5EF4-FFF2-40B4-BE49-F238E27FC236}">
                <a16:creationId xmlns:a16="http://schemas.microsoft.com/office/drawing/2014/main" id="{68E899C2-D12C-4214-88A5-B7A6E1BCDCE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98233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59" name="Text Placeholder 21">
            <a:extLst>
              <a:ext uri="{FF2B5EF4-FFF2-40B4-BE49-F238E27FC236}">
                <a16:creationId xmlns:a16="http://schemas.microsoft.com/office/drawing/2014/main" id="{66A0D763-27FE-421C-A5D9-19A08FC2D8D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70644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78" name="Text Placeholder 21">
            <a:extLst>
              <a:ext uri="{FF2B5EF4-FFF2-40B4-BE49-F238E27FC236}">
                <a16:creationId xmlns:a16="http://schemas.microsoft.com/office/drawing/2014/main" id="{43E52046-A5DE-47E3-A9A3-ADD4F6DB823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43055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BA696AEF-3D6B-2E4A-853E-8A8760E58D09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4325822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3" name="Picture Placeholder 13">
            <a:extLst>
              <a:ext uri="{FF2B5EF4-FFF2-40B4-BE49-F238E27FC236}">
                <a16:creationId xmlns:a16="http://schemas.microsoft.com/office/drawing/2014/main" id="{05B98E7F-7333-A04B-94D4-281325401EF4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6298233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4" name="Picture Placeholder 13">
            <a:extLst>
              <a:ext uri="{FF2B5EF4-FFF2-40B4-BE49-F238E27FC236}">
                <a16:creationId xmlns:a16="http://schemas.microsoft.com/office/drawing/2014/main" id="{B99C455B-37CC-4E44-8046-56AF81C16361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10243053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5" name="Picture Placeholder 13">
            <a:extLst>
              <a:ext uri="{FF2B5EF4-FFF2-40B4-BE49-F238E27FC236}">
                <a16:creationId xmlns:a16="http://schemas.microsoft.com/office/drawing/2014/main" id="{AAA6B0A5-6A50-1640-8F39-F8AC766655FE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8270644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0" name="Text Placeholder 21">
            <a:extLst>
              <a:ext uri="{FF2B5EF4-FFF2-40B4-BE49-F238E27FC236}">
                <a16:creationId xmlns:a16="http://schemas.microsoft.com/office/drawing/2014/main" id="{CDFBCAAC-9CA0-5A4E-8684-A49AAB0BA65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325822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41" name="Text Placeholder 21">
            <a:extLst>
              <a:ext uri="{FF2B5EF4-FFF2-40B4-BE49-F238E27FC236}">
                <a16:creationId xmlns:a16="http://schemas.microsoft.com/office/drawing/2014/main" id="{0C025F6B-BD75-0A4C-87E1-147D69F7C5B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298233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42" name="Text Placeholder 21">
            <a:extLst>
              <a:ext uri="{FF2B5EF4-FFF2-40B4-BE49-F238E27FC236}">
                <a16:creationId xmlns:a16="http://schemas.microsoft.com/office/drawing/2014/main" id="{A9CB5A73-2496-3841-A61A-1965B0A6AD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270644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43" name="Text Placeholder 21">
            <a:extLst>
              <a:ext uri="{FF2B5EF4-FFF2-40B4-BE49-F238E27FC236}">
                <a16:creationId xmlns:a16="http://schemas.microsoft.com/office/drawing/2014/main" id="{886F547A-67CA-C749-B9EA-AA1142C3154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0243055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50" name="Footer Placeholder 3">
            <a:extLst>
              <a:ext uri="{FF2B5EF4-FFF2-40B4-BE49-F238E27FC236}">
                <a16:creationId xmlns:a16="http://schemas.microsoft.com/office/drawing/2014/main" id="{A671D4FB-2F86-4AF3-89D0-D61D543789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1014D8-C563-4003-8EBC-A9F6EE68BA63}"/>
              </a:ext>
            </a:extLst>
          </p:cNvPr>
          <p:cNvSpPr>
            <a:spLocks noGrp="1"/>
          </p:cNvSpPr>
          <p:nvPr>
            <p:ph type="sldNum" sz="quarter" idx="5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31" name="Picture Placeholder 4">
            <a:extLst>
              <a:ext uri="{FF2B5EF4-FFF2-40B4-BE49-F238E27FC236}">
                <a16:creationId xmlns:a16="http://schemas.microsoft.com/office/drawing/2014/main" id="{1559D4A6-A7D1-4EAE-87E5-EB8A4B73E546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>
          <a:xfrm>
            <a:off x="4325822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564E037C-8888-4DE6-88C4-A629CBF5F3A9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6298233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1" name="Picture Placeholder 4">
            <a:extLst>
              <a:ext uri="{FF2B5EF4-FFF2-40B4-BE49-F238E27FC236}">
                <a16:creationId xmlns:a16="http://schemas.microsoft.com/office/drawing/2014/main" id="{1DD1D133-7281-4297-B58B-4683B9743A55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8270644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2" name="Picture Placeholder 4">
            <a:extLst>
              <a:ext uri="{FF2B5EF4-FFF2-40B4-BE49-F238E27FC236}">
                <a16:creationId xmlns:a16="http://schemas.microsoft.com/office/drawing/2014/main" id="{4D49677A-CABE-49CD-A2EE-9EC21E15DF23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10243055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3" name="Picture Placeholder 4">
            <a:extLst>
              <a:ext uri="{FF2B5EF4-FFF2-40B4-BE49-F238E27FC236}">
                <a16:creationId xmlns:a16="http://schemas.microsoft.com/office/drawing/2014/main" id="{E46B730A-2104-4381-A7F8-6A08201D7F97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4325822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0" name="Picture Placeholder 4">
            <a:extLst>
              <a:ext uri="{FF2B5EF4-FFF2-40B4-BE49-F238E27FC236}">
                <a16:creationId xmlns:a16="http://schemas.microsoft.com/office/drawing/2014/main" id="{15BD8921-64C2-47AC-9DE2-E4DFFCBF7C64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6298233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1" name="Picture Placeholder 4">
            <a:extLst>
              <a:ext uri="{FF2B5EF4-FFF2-40B4-BE49-F238E27FC236}">
                <a16:creationId xmlns:a16="http://schemas.microsoft.com/office/drawing/2014/main" id="{3EF9A07C-1758-4B3E-A1CD-67412E56BBFE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8270644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2" name="Picture Placeholder 4">
            <a:extLst>
              <a:ext uri="{FF2B5EF4-FFF2-40B4-BE49-F238E27FC236}">
                <a16:creationId xmlns:a16="http://schemas.microsoft.com/office/drawing/2014/main" id="{25D8A2F3-A845-4271-8B71-45408EF9F6C1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10243053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248163"/>
      </p:ext>
    </p:extLst>
  </p:cSld>
  <p:clrMapOvr>
    <a:masterClrMapping/>
  </p:clrMapOvr>
  <p:hf hdr="0" dt="0"/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hort Headline and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AA6D93-92FF-400D-8AF3-C5AC33611540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1"/>
            <a:ext cx="6096000" cy="6857999"/>
          </a:xfrm>
          <a:solidFill>
            <a:schemeClr val="bg1">
              <a:lumMod val="95000"/>
            </a:schemeClr>
          </a:solidFill>
        </p:spPr>
        <p:txBody>
          <a:bodyPr tIns="548640" anchor="t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Graphik" panose="020B0604020202020204" pitchFamily="34" charset="0"/>
              <a:buNone/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Drag picture to placeholder or click icon to add, then ‘Send to Back’</a:t>
            </a:r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BB929FF-38D9-4792-A56F-C1810627FF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96067A3-9F0D-44FB-B267-D94DE70856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AF384B1D-1AA1-4DD2-A317-08008594FF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796047A-AB81-403A-B649-52C6F7827E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1000" y="3267634"/>
            <a:ext cx="5330952" cy="3044265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228600" indent="-228600">
              <a:buFont typeface="Graphik" panose="020B0604020202020204" pitchFamily="34" charset="0"/>
              <a:buChar char="•"/>
              <a:defRPr sz="1800"/>
            </a:lvl2pPr>
            <a:lvl3pPr marL="457200">
              <a:buFont typeface="Graphik" panose="020B0503030202060203" pitchFamily="34" charset="0"/>
              <a:buChar char="–"/>
              <a:defRPr sz="1800"/>
            </a:lvl3pPr>
            <a:lvl4pPr marL="685800">
              <a:buFont typeface="Graphik" panose="020B0604020202020204" pitchFamily="34" charset="0"/>
              <a:buChar char="•"/>
              <a:defRPr sz="1600"/>
            </a:lvl4pPr>
            <a:lvl5pPr marL="914400">
              <a:buFont typeface="Graphik" panose="020B0503030202060203" pitchFamily="34" charset="0"/>
              <a:buChar char="–"/>
              <a:defRPr sz="1600"/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GT Sectra Fine </a:t>
            </a:r>
            <a:r>
              <a:rPr lang="en-GB" err="1"/>
              <a:t>Rg</a:t>
            </a:r>
            <a:r>
              <a:rPr lang="en-GB"/>
              <a:t> 24pt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A2778-1AEF-4134-970E-9AB430A5206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52754577"/>
      </p:ext>
    </p:extLst>
  </p:cSld>
  <p:clrMapOvr>
    <a:masterClrMapping/>
  </p:clrMapOvr>
  <p:hf hdr="0" dt="0"/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hort Headline and Image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-1"/>
            <a:ext cx="6096024" cy="6309361"/>
          </a:xfrm>
          <a:solidFill>
            <a:schemeClr val="tx1">
              <a:lumMod val="95000"/>
            </a:schemeClr>
          </a:solidFill>
        </p:spPr>
        <p:txBody>
          <a:bodyPr lIns="0" tIns="210312" anchor="t"/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</a:extLst>
          </p:cNvPr>
          <p:cNvSpPr/>
          <p:nvPr/>
        </p:nvSpPr>
        <p:spPr bwMode="white">
          <a:xfrm>
            <a:off x="0" y="6309360"/>
            <a:ext cx="12192000" cy="5486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3B30F4D9-6AB9-4693-B1C3-C7BE8D81EC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6999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E567C369-8A33-4851-8646-E53D6E8D8C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C42B8317-AACA-4DC7-AD68-8986DF6299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80047" y="3264586"/>
            <a:ext cx="5330952" cy="3047313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228600" indent="-228600">
              <a:buFont typeface="Graphik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2pPr>
            <a:lvl3pPr marL="457200">
              <a:buFont typeface="Graphik" panose="020B0503030202060203" pitchFamily="34" charset="0"/>
              <a:buChar char="–"/>
              <a:defRPr sz="1800">
                <a:solidFill>
                  <a:schemeClr val="tx1"/>
                </a:solidFill>
              </a:defRPr>
            </a:lvl3pPr>
            <a:lvl4pPr marL="685800">
              <a:buFont typeface="Graphik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4pPr>
            <a:lvl5pPr marL="914400">
              <a:buFont typeface="Graphik" panose="020B0503030202060203" pitchFamily="34" charset="0"/>
              <a:buChar char="–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Place sub-headline here in GT Sectra Fine </a:t>
            </a:r>
            <a:r>
              <a:rPr lang="en-GB" err="1"/>
              <a:t>Rg</a:t>
            </a:r>
            <a:r>
              <a:rPr lang="en-GB"/>
              <a:t> 24pt, indent for other levels</a:t>
            </a:r>
            <a:endParaRPr lang="en-US"/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12" name="GTS_WH" descr="Accenture Greater Than symbol in white">
            <a:extLst>
              <a:ext uri="{FF2B5EF4-FFF2-40B4-BE49-F238E27FC236}">
                <a16:creationId xmlns:a16="http://schemas.microsoft.com/office/drawing/2014/main" id="{9742AFA2-2F86-4FC9-AB33-FE5A8DC3B4C5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F1D8E5-ED70-409D-A4B1-635A02DFE5A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22181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19">
            <a:extLst>
              <a:ext uri="{FF2B5EF4-FFF2-40B4-BE49-F238E27FC236}">
                <a16:creationId xmlns:a16="http://schemas.microsoft.com/office/drawing/2014/main" id="{9128CE8F-D41A-47B9-921B-C6C1790F8F2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26839" y="943234"/>
            <a:ext cx="4191000" cy="497681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858001" y="744434"/>
            <a:ext cx="4190998" cy="4976446"/>
          </a:xfrm>
          <a:solidFill>
            <a:schemeClr val="bg1">
              <a:lumMod val="95000"/>
            </a:schemeClr>
          </a:solidFill>
          <a:effectLst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593669"/>
            <a:ext cx="4952999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quote or key message here 54pt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2D868995-C37B-451B-AE1C-89DE71F213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A06E6C-6576-4BA5-948F-BD9FE24FA05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6830909"/>
      </p:ext>
    </p:extLst>
  </p:cSld>
  <p:clrMapOvr>
    <a:masterClrMapping/>
  </p:clrMapOvr>
  <p:hf hdr="0" dt="0"/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+ image (alternativ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858001" y="744434"/>
            <a:ext cx="4190998" cy="4976446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593669"/>
            <a:ext cx="4952999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quote or key message here 54pt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2D868995-C37B-451B-AE1C-89DE71F213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D217B10-543D-46E3-A5E7-CA1C578F6F6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20129126"/>
      </p:ext>
    </p:extLst>
  </p:cSld>
  <p:clrMapOvr>
    <a:masterClrMapping/>
  </p:clrMapOvr>
  <p:hf hdr="0" dt="0"/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istics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FF1C6BE-E6FE-4BD6-8477-A09403EEE56E}"/>
              </a:ext>
            </a:extLst>
          </p:cNvPr>
          <p:cNvSpPr/>
          <p:nvPr/>
        </p:nvSpPr>
        <p:spPr bwMode="white">
          <a:xfrm>
            <a:off x="-10" y="-3"/>
            <a:ext cx="6096008" cy="63119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2" name="Text Placeholder 32">
            <a:extLst>
              <a:ext uri="{FF2B5EF4-FFF2-40B4-BE49-F238E27FC236}">
                <a16:creationId xmlns:a16="http://schemas.microsoft.com/office/drawing/2014/main" id="{AC315915-FC9E-0942-980E-6C0E99FEA8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0986" y="1490071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92" y="0"/>
            <a:ext cx="6096008" cy="6311900"/>
          </a:xfrm>
          <a:solidFill>
            <a:schemeClr val="bg1">
              <a:lumMod val="95000"/>
            </a:schemeClr>
          </a:solidFill>
        </p:spPr>
        <p:txBody>
          <a:bodyPr tIns="45720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D7539E0-EC97-4984-8CDD-85CC949BB7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9C8D0A-C37D-4D9A-9703-8A0AFB18570C}"/>
              </a:ext>
            </a:extLst>
          </p:cNvPr>
          <p:cNvCxnSpPr>
            <a:cxnSpLocks/>
          </p:cNvCxnSpPr>
          <p:nvPr/>
        </p:nvCxnSpPr>
        <p:spPr>
          <a:xfrm>
            <a:off x="0" y="3155950"/>
            <a:ext cx="6096008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8992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1001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8992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E5BBCC-C957-48B6-99B6-EF1F3E80F622}"/>
              </a:ext>
            </a:extLst>
          </p:cNvPr>
          <p:cNvCxnSpPr>
            <a:cxnSpLocks/>
          </p:cNvCxnSpPr>
          <p:nvPr/>
        </p:nvCxnSpPr>
        <p:spPr>
          <a:xfrm>
            <a:off x="3047998" y="-2"/>
            <a:ext cx="0" cy="6311902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394EF33C-E010-4503-AC38-BB48E62572E9}"/>
              </a:ext>
            </a:extLst>
          </p:cNvPr>
          <p:cNvSpPr/>
          <p:nvPr/>
        </p:nvSpPr>
        <p:spPr bwMode="white">
          <a:xfrm>
            <a:off x="0" y="6311900"/>
            <a:ext cx="12192000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32">
            <a:extLst>
              <a:ext uri="{FF2B5EF4-FFF2-40B4-BE49-F238E27FC236}">
                <a16:creationId xmlns:a16="http://schemas.microsoft.com/office/drawing/2014/main" id="{15FC8104-48E6-B248-8FB6-974B5ABAE65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28992" y="1490071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 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4" name="Text Placeholder 32">
            <a:extLst>
              <a:ext uri="{FF2B5EF4-FFF2-40B4-BE49-F238E27FC236}">
                <a16:creationId xmlns:a16="http://schemas.microsoft.com/office/drawing/2014/main" id="{27C860B3-C7A0-E840-9D83-305F7392029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0986" y="4646021"/>
            <a:ext cx="2285996" cy="1665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0559DD1F-A98C-F14E-95DC-32EC947751E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8992" y="4646020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1" name="Footer Placeholder 3">
            <a:extLst>
              <a:ext uri="{FF2B5EF4-FFF2-40B4-BE49-F238E27FC236}">
                <a16:creationId xmlns:a16="http://schemas.microsoft.com/office/drawing/2014/main" id="{3B3ABE64-A2B2-4267-83DE-C2D349057B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bg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pic>
        <p:nvPicPr>
          <p:cNvPr id="19" name="Picture 18" descr="Accenture Greater Than symbol in white">
            <a:extLst>
              <a:ext uri="{FF2B5EF4-FFF2-40B4-BE49-F238E27FC236}">
                <a16:creationId xmlns:a16="http://schemas.microsoft.com/office/drawing/2014/main" id="{E8781F80-F3D9-42F9-B6EE-F6DC303E05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black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2A306F6-3D4B-4153-AFB5-695424B80AC9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561953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istics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</a:extLst>
          </p:cNvPr>
          <p:cNvSpPr/>
          <p:nvPr/>
        </p:nvSpPr>
        <p:spPr bwMode="white">
          <a:xfrm>
            <a:off x="0" y="6311900"/>
            <a:ext cx="12192000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3630-789F-425F-8AB1-96EFF4EA1E46}"/>
              </a:ext>
            </a:extLst>
          </p:cNvPr>
          <p:cNvSpPr/>
          <p:nvPr/>
        </p:nvSpPr>
        <p:spPr bwMode="white">
          <a:xfrm>
            <a:off x="9144056" y="3155948"/>
            <a:ext cx="3047944" cy="31559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F949-3472-4EBC-9DC1-05EC807C9FC0}"/>
              </a:ext>
            </a:extLst>
          </p:cNvPr>
          <p:cNvSpPr/>
          <p:nvPr/>
        </p:nvSpPr>
        <p:spPr bwMode="white">
          <a:xfrm>
            <a:off x="3048000" y="3155948"/>
            <a:ext cx="3047968" cy="31559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76" y="-1"/>
            <a:ext cx="3048024" cy="3151189"/>
          </a:xfrm>
          <a:solidFill>
            <a:schemeClr val="bg1">
              <a:lumMod val="95000"/>
            </a:schemeClr>
          </a:solidFill>
        </p:spPr>
        <p:txBody>
          <a:bodyPr t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</a:t>
            </a:r>
          </a:p>
          <a:p>
            <a:r>
              <a:rPr lang="en-GB"/>
              <a:t>or click icon to add</a:t>
            </a:r>
            <a:endParaRPr lang="en-US"/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5007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7" name="Text Placeholder 32">
            <a:extLst>
              <a:ext uri="{FF2B5EF4-FFF2-40B4-BE49-F238E27FC236}">
                <a16:creationId xmlns:a16="http://schemas.microsoft.com/office/drawing/2014/main" id="{705CC01D-6D66-4B27-8D0E-E2205E002C2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25005" y="1490071"/>
            <a:ext cx="2285995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8988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9" name="Text Placeholder 32">
            <a:extLst>
              <a:ext uri="{FF2B5EF4-FFF2-40B4-BE49-F238E27FC236}">
                <a16:creationId xmlns:a16="http://schemas.microsoft.com/office/drawing/2014/main" id="{D36C84D9-D180-4ECA-9C39-AB74A8A3E6B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28986" y="4647836"/>
            <a:ext cx="2285995" cy="1284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6996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1" name="Text Placeholder 32">
            <a:extLst>
              <a:ext uri="{FF2B5EF4-FFF2-40B4-BE49-F238E27FC236}">
                <a16:creationId xmlns:a16="http://schemas.microsoft.com/office/drawing/2014/main" id="{2ACA6616-E51D-4660-96C1-738E6693FAD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76994" y="4647835"/>
            <a:ext cx="2285995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1" name="Picture Placeholder 35">
            <a:extLst>
              <a:ext uri="{FF2B5EF4-FFF2-40B4-BE49-F238E27FC236}">
                <a16:creationId xmlns:a16="http://schemas.microsoft.com/office/drawing/2014/main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0" y="3155942"/>
            <a:ext cx="3048000" cy="3155958"/>
          </a:xfrm>
          <a:solidFill>
            <a:schemeClr val="bg1">
              <a:lumMod val="95000"/>
            </a:schemeClr>
          </a:solidFill>
        </p:spPr>
        <p:txBody>
          <a:bodyPr vert="horz" lIns="0" tIns="274320" rIns="0" bIns="0" rtlCol="0" anchor="t">
            <a:noAutofit/>
          </a:bodyPr>
          <a:lstStyle>
            <a:lvl1pPr marL="0" indent="0" algn="ctr">
              <a:buNone/>
              <a:defRPr lang="en-US" sz="1400" dirty="0"/>
            </a:lvl1pPr>
          </a:lstStyle>
          <a:p>
            <a:pPr marL="228600" lvl="0" indent="-228600" algn="ctr"/>
            <a:r>
              <a:rPr lang="en-GB"/>
              <a:t>Drag picture to placeholder </a:t>
            </a:r>
          </a:p>
          <a:p>
            <a:pPr marL="228600" lvl="0" indent="-228600" algn="ctr"/>
            <a:r>
              <a:rPr lang="en-GB"/>
              <a:t>or click icon to add</a:t>
            </a:r>
            <a:endParaRPr lang="en-US"/>
          </a:p>
        </p:txBody>
      </p:sp>
      <p:sp>
        <p:nvSpPr>
          <p:cNvPr id="24" name="Text Placeholder 26">
            <a:extLst>
              <a:ext uri="{FF2B5EF4-FFF2-40B4-BE49-F238E27FC236}">
                <a16:creationId xmlns:a16="http://schemas.microsoft.com/office/drawing/2014/main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1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07ADCD97-A8C0-487C-9E6C-6CD77C3BE05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524999" y="4647836"/>
            <a:ext cx="2285995" cy="1662794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2" name="Footer Placeholder 3">
            <a:extLst>
              <a:ext uri="{FF2B5EF4-FFF2-40B4-BE49-F238E27FC236}">
                <a16:creationId xmlns:a16="http://schemas.microsoft.com/office/drawing/2014/main" id="{272DDB3A-459D-40AA-A5E7-DDCDD2DEA3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bg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pic>
        <p:nvPicPr>
          <p:cNvPr id="23" name="Picture 22" descr="Accenture Greater Than symbol in white">
            <a:extLst>
              <a:ext uri="{FF2B5EF4-FFF2-40B4-BE49-F238E27FC236}">
                <a16:creationId xmlns:a16="http://schemas.microsoft.com/office/drawing/2014/main" id="{78774BCE-242F-4FF9-9C01-D01B97743A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black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1B33BA-8B14-4BE4-8987-4DD490763486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B14DCF5-5ED0-4270-8AF9-09AB7E3D7E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0998"/>
            <a:ext cx="5330952" cy="2395728"/>
          </a:xfrm>
        </p:spPr>
        <p:txBody>
          <a:bodyPr anchor="ctr"/>
          <a:lstStyle/>
          <a:p>
            <a:r>
              <a:rPr lang="en-GB"/>
              <a:t>Place headline here 36pt, min 30pt)</a:t>
            </a:r>
          </a:p>
        </p:txBody>
      </p:sp>
    </p:spTree>
    <p:extLst>
      <p:ext uri="{BB962C8B-B14F-4D97-AF65-F5344CB8AC3E}">
        <p14:creationId xmlns:p14="http://schemas.microsoft.com/office/powerpoint/2010/main" val="35566596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ey Message Gradient Dark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ccenture Gradient Dark">
            <a:extLst>
              <a:ext uri="{FF2B5EF4-FFF2-40B4-BE49-F238E27FC236}">
                <a16:creationId xmlns:a16="http://schemas.microsoft.com/office/drawing/2014/main" id="{AB47B586-CFEE-4C32-8227-001B5A89C3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key message here 54pt</a:t>
            </a: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9310B6FD-F7E2-4120-A2CE-22852AAA9F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2FF57A0A-C5DD-42B6-8DD3-E5EA041C72D5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31A683-09B8-4B7C-917B-D192D06BBAE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758187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ey Message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key message here 54pt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CECBE8-C9DE-46DF-9582-7DB75BEDF4F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Format Background… &gt; Solid fill &gt; Change to Dark Purple (Accent 3), Mid Purple (Accent 2) or Core Purple (Accent 1)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8D9D8DCD-E7C3-4F1A-8A48-31319650AC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B0B0C095-6C73-4899-AD8E-8F75768CF51A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AFE70C-67B2-45BA-88F7-45C14692FC2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458708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Bleed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5AD31DD4-2506-4E03-897C-F4C8C020F0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39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headline here 54pt</a:t>
            </a:r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2A2CFACC-0767-48E1-9FD9-763E5025E7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7" name="GTS_WH" descr="Accenture Greater Than symbol in white">
            <a:extLst>
              <a:ext uri="{FF2B5EF4-FFF2-40B4-BE49-F238E27FC236}">
                <a16:creationId xmlns:a16="http://schemas.microsoft.com/office/drawing/2014/main" id="{AE479463-B4C9-4B9A-BE8B-62B5B9CF0075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5BAA91-4288-4230-8881-E1D51DEBF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465480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8546ADE-103C-4652-A344-9C0C8C49EC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480EAEA1-D575-4107-8AFC-0CAE2D4FB3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0A237C-DB73-401B-BD5B-B8B9133233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60283677"/>
      </p:ext>
    </p:extLst>
  </p:cSld>
  <p:clrMapOvr>
    <a:masterClrMapping/>
  </p:clrMapOvr>
  <p:hf hdr="0" dt="0"/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D81D62B4-50F4-4143-BFCC-F5508365C8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7CFBA7-F1B1-4FF3-932C-7525FBDA5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17237876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6BF2C1-BAA9-4BAD-9934-C110D73032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030600-A2B3-4AAD-808D-56DA9B7733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57652441"/>
      </p:ext>
    </p:extLst>
  </p:cSld>
  <p:clrMapOvr>
    <a:masterClrMapping/>
  </p:clrMapOvr>
  <p:hf hdr="0" dt="0"/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Icons Library Layout">
    <p:bg>
      <p:bgPr>
        <a:solidFill>
          <a:schemeClr val="tx2">
            <a:lumMod val="40000"/>
            <a:lumOff val="60000"/>
            <a:alpha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Link">
            <a:hlinkClick r:id="" action="ppaction://noaction"/>
          </p:cNvPr>
          <p:cNvSpPr/>
          <p:nvPr/>
        </p:nvSpPr>
        <p:spPr>
          <a:xfrm>
            <a:off x="10882946" y="105450"/>
            <a:ext cx="1188720" cy="274320"/>
          </a:xfrm>
          <a:prstGeom prst="rect">
            <a:avLst/>
          </a:prstGeom>
          <a:solidFill>
            <a:schemeClr val="bg1">
              <a:alpha val="0"/>
            </a:schemeClr>
          </a:solidFill>
          <a:ln w="12700" cmpd="sng">
            <a:noFill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0">
                <a:solidFill>
                  <a:schemeClr val="tx2"/>
                </a:solidFill>
                <a:latin typeface="+mn-lt"/>
                <a:ea typeface="Roboto Medium" panose="02000000000000000000" pitchFamily="2" charset="0"/>
                <a:cs typeface="Arial" panose="020B0604020202020204" pitchFamily="34" charset="0"/>
              </a:rPr>
              <a:t>△ </a:t>
            </a:r>
            <a:r>
              <a:rPr lang="en-US" sz="1050" b="0" u="sng">
                <a:solidFill>
                  <a:schemeClr val="tx2"/>
                </a:solidFill>
                <a:latin typeface="+mn-lt"/>
                <a:ea typeface="Roboto Medium" panose="02000000000000000000" pitchFamily="2" charset="0"/>
                <a:cs typeface="Arial" panose="020B0604020202020204" pitchFamily="34" charset="0"/>
              </a:rPr>
              <a:t>Back to index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3635411" y="105450"/>
            <a:ext cx="6400800" cy="0"/>
          </a:xfrm>
          <a:prstGeom prst="line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3635411" y="379770"/>
            <a:ext cx="6400800" cy="0"/>
          </a:xfrm>
          <a:prstGeom prst="line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9"/>
          <p:cNvSpPr txBox="1">
            <a:spLocks/>
          </p:cNvSpPr>
          <p:nvPr/>
        </p:nvSpPr>
        <p:spPr>
          <a:xfrm>
            <a:off x="3635411" y="174557"/>
            <a:ext cx="6400800" cy="136107"/>
          </a:xfrm>
          <a:prstGeom prst="rect">
            <a:avLst/>
          </a:prstGeom>
          <a:ln w="12700">
            <a:noFill/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lIns="0" tIns="0" rIns="0" bIns="0" anchor="ctr">
            <a:spAutoFit/>
          </a:bodyPr>
          <a:lstStyle>
            <a:lvl1pPr marL="0" indent="0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Graphik" pitchFamily="34" charset="0"/>
              <a:buNone/>
              <a:defRPr sz="1400" kern="1200">
                <a:solidFill>
                  <a:schemeClr val="tx1"/>
                </a:solidFill>
                <a:latin typeface="Graphik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1pPr>
            <a:lvl2pPr marL="179388" indent="-179388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Graphik" pitchFamily="34" charset="0"/>
              <a:buChar char="•"/>
              <a:defRPr sz="1400" kern="1200">
                <a:solidFill>
                  <a:schemeClr val="tx1"/>
                </a:solidFill>
                <a:latin typeface="Graphik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358775" indent="-179388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Graphik" pitchFamily="34" charset="0"/>
              <a:buChar char="‒"/>
              <a:tabLst/>
              <a:defRPr sz="1400" kern="1200">
                <a:solidFill>
                  <a:schemeClr val="tx1"/>
                </a:solidFill>
                <a:latin typeface="Graphik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538163" indent="-179388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Graphik" pitchFamily="34" charset="0"/>
              <a:buChar char="•"/>
              <a:defRPr sz="1400" kern="1200">
                <a:solidFill>
                  <a:schemeClr val="tx1"/>
                </a:solidFill>
                <a:latin typeface="Graphik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717550" indent="-179388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Graphik" pitchFamily="34" charset="0"/>
              <a:buChar char="‒"/>
              <a:defRPr sz="1400" kern="1200">
                <a:solidFill>
                  <a:schemeClr val="tx1"/>
                </a:solidFill>
                <a:latin typeface="Graphik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Graphik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Graphik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Graphik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Graphik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U" sz="1000" b="1">
                <a:solidFill>
                  <a:schemeClr val="tx2"/>
                </a:solidFill>
                <a:latin typeface="+mj-lt"/>
              </a:rPr>
              <a:t>ONLY CHOOSE AN ICON THAT VERY CLEARLY MATCHES THE TEXT IT WILL ACCOMPANY</a:t>
            </a:r>
            <a:endParaRPr lang="en-AU" sz="900">
              <a:solidFill>
                <a:schemeClr val="tx2"/>
              </a:solidFill>
              <a:latin typeface="+mj-lt"/>
            </a:endParaRPr>
          </a:p>
        </p:txBody>
      </p:sp>
      <p:cxnSp>
        <p:nvCxnSpPr>
          <p:cNvPr id="17" name="Straight Connector 16"/>
          <p:cNvCxnSpPr/>
          <p:nvPr/>
        </p:nvCxnSpPr>
        <p:spPr>
          <a:xfrm>
            <a:off x="357328" y="4627141"/>
            <a:ext cx="11473293" cy="0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357328" y="2597056"/>
            <a:ext cx="11473293" cy="0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1996370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10191581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8552539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5274454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6913497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3635412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5" name="Group 24"/>
          <p:cNvGrpSpPr/>
          <p:nvPr/>
        </p:nvGrpSpPr>
        <p:grpSpPr>
          <a:xfrm>
            <a:off x="1996370" y="2712307"/>
            <a:ext cx="8195211" cy="1799583"/>
            <a:chOff x="1995590" y="682378"/>
            <a:chExt cx="8192010" cy="1800000"/>
          </a:xfrm>
        </p:grpSpPr>
        <p:cxnSp>
          <p:nvCxnSpPr>
            <p:cNvPr id="33" name="Straight Connector 32"/>
            <p:cNvCxnSpPr/>
            <p:nvPr/>
          </p:nvCxnSpPr>
          <p:spPr>
            <a:xfrm>
              <a:off x="1995590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10187600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8549198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5272394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6910796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3633992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/>
          <p:cNvGrpSpPr/>
          <p:nvPr/>
        </p:nvGrpSpPr>
        <p:grpSpPr>
          <a:xfrm>
            <a:off x="1996370" y="4742394"/>
            <a:ext cx="8195211" cy="1799583"/>
            <a:chOff x="1995590" y="682378"/>
            <a:chExt cx="8192010" cy="1800000"/>
          </a:xfrm>
        </p:grpSpPr>
        <p:cxnSp>
          <p:nvCxnSpPr>
            <p:cNvPr id="27" name="Straight Connector 26"/>
            <p:cNvCxnSpPr/>
            <p:nvPr/>
          </p:nvCxnSpPr>
          <p:spPr>
            <a:xfrm>
              <a:off x="1995590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10187600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8549198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5272394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6910796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3633992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Text Placeholder 4">
            <a:extLst>
              <a:ext uri="{FF2B5EF4-FFF2-40B4-BE49-F238E27FC236}">
                <a16:creationId xmlns:a16="http://schemas.microsoft.com/office/drawing/2014/main" id="{E4BC60B0-B1D6-4061-83BA-885AC97C4B0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57328" y="105451"/>
            <a:ext cx="3278082" cy="314608"/>
          </a:xfrm>
          <a:ln>
            <a:noFill/>
          </a:ln>
        </p:spPr>
        <p:txBody>
          <a:bodyPr wrap="square" lIns="0" tIns="0" rIns="0" bIns="0"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lang="en-AU" sz="2000" b="1" i="0" kern="1200" cap="all" baseline="0" dirty="0">
                <a:solidFill>
                  <a:schemeClr val="tx2"/>
                </a:solidFill>
                <a:latin typeface="+mj-lt"/>
                <a:ea typeface="Roboto" panose="02000000000000000000" pitchFamily="2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 algn="l" rtl="0" eaLnBrk="1" fontAlgn="base" hangingPunct="1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Font typeface="Graphik" pitchFamily="34" charset="0"/>
              <a:buNone/>
            </a:pPr>
            <a:r>
              <a:rPr lang="en-US"/>
              <a:t>CATEGORY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48069388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2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emf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22.xml"/><Relationship Id="rId26" Type="http://schemas.openxmlformats.org/officeDocument/2006/relationships/slideLayout" Target="../slideLayouts/slideLayout30.xml"/><Relationship Id="rId39" Type="http://schemas.openxmlformats.org/officeDocument/2006/relationships/slideLayout" Target="../slideLayouts/slideLayout43.xml"/><Relationship Id="rId21" Type="http://schemas.openxmlformats.org/officeDocument/2006/relationships/slideLayout" Target="../slideLayouts/slideLayout25.xml"/><Relationship Id="rId34" Type="http://schemas.openxmlformats.org/officeDocument/2006/relationships/slideLayout" Target="../slideLayouts/slideLayout38.xml"/><Relationship Id="rId42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4.xml"/><Relationship Id="rId55" Type="http://schemas.openxmlformats.org/officeDocument/2006/relationships/oleObject" Target="../embeddings/oleObject1.bin"/><Relationship Id="rId7" Type="http://schemas.openxmlformats.org/officeDocument/2006/relationships/slideLayout" Target="../slideLayouts/slideLayout11.xml"/><Relationship Id="rId2" Type="http://schemas.openxmlformats.org/officeDocument/2006/relationships/slideLayout" Target="../slideLayouts/slideLayout6.xml"/><Relationship Id="rId16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15.xml"/><Relationship Id="rId24" Type="http://schemas.openxmlformats.org/officeDocument/2006/relationships/slideLayout" Target="../slideLayouts/slideLayout28.xml"/><Relationship Id="rId32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41.xml"/><Relationship Id="rId40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9.xml"/><Relationship Id="rId53" Type="http://schemas.openxmlformats.org/officeDocument/2006/relationships/tags" Target="../tags/tag4.xml"/><Relationship Id="rId5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4.xml"/><Relationship Id="rId19" Type="http://schemas.openxmlformats.org/officeDocument/2006/relationships/slideLayout" Target="../slideLayouts/slideLayout23.xml"/><Relationship Id="rId31" Type="http://schemas.openxmlformats.org/officeDocument/2006/relationships/slideLayout" Target="../slideLayouts/slideLayout35.xml"/><Relationship Id="rId44" Type="http://schemas.openxmlformats.org/officeDocument/2006/relationships/slideLayout" Target="../slideLayouts/slideLayout48.xml"/><Relationship Id="rId52" Type="http://schemas.openxmlformats.org/officeDocument/2006/relationships/theme" Target="../theme/theme2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8.xml"/><Relationship Id="rId22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9.xml"/><Relationship Id="rId43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52.xml"/><Relationship Id="rId56" Type="http://schemas.openxmlformats.org/officeDocument/2006/relationships/image" Target="../media/image1.emf"/><Relationship Id="rId8" Type="http://schemas.openxmlformats.org/officeDocument/2006/relationships/slideLayout" Target="../slideLayouts/slideLayout12.xml"/><Relationship Id="rId51" Type="http://schemas.openxmlformats.org/officeDocument/2006/relationships/slideLayout" Target="../slideLayouts/slideLayout55.xml"/><Relationship Id="rId3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21.xml"/><Relationship Id="rId25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50.xml"/><Relationship Id="rId20" Type="http://schemas.openxmlformats.org/officeDocument/2006/relationships/slideLayout" Target="../slideLayouts/slideLayout24.xml"/><Relationship Id="rId41" Type="http://schemas.openxmlformats.org/officeDocument/2006/relationships/slideLayout" Target="../slideLayouts/slideLayout45.xml"/><Relationship Id="rId54" Type="http://schemas.openxmlformats.org/officeDocument/2006/relationships/tags" Target="../tags/tag5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5" Type="http://schemas.openxmlformats.org/officeDocument/2006/relationships/slideLayout" Target="../slideLayouts/slideLayout19.xml"/><Relationship Id="rId23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32.xml"/><Relationship Id="rId36" Type="http://schemas.openxmlformats.org/officeDocument/2006/relationships/slideLayout" Target="../slideLayouts/slideLayout40.xml"/><Relationship Id="rId49" Type="http://schemas.openxmlformats.org/officeDocument/2006/relationships/slideLayout" Target="../slideLayouts/slideLayout53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68.xml"/><Relationship Id="rId18" Type="http://schemas.openxmlformats.org/officeDocument/2006/relationships/slideLayout" Target="../slideLayouts/slideLayout73.xml"/><Relationship Id="rId26" Type="http://schemas.openxmlformats.org/officeDocument/2006/relationships/slideLayout" Target="../slideLayouts/slideLayout81.xml"/><Relationship Id="rId39" Type="http://schemas.openxmlformats.org/officeDocument/2006/relationships/slideLayout" Target="../slideLayouts/slideLayout94.xml"/><Relationship Id="rId21" Type="http://schemas.openxmlformats.org/officeDocument/2006/relationships/slideLayout" Target="../slideLayouts/slideLayout76.xml"/><Relationship Id="rId34" Type="http://schemas.openxmlformats.org/officeDocument/2006/relationships/slideLayout" Target="../slideLayouts/slideLayout89.xml"/><Relationship Id="rId42" Type="http://schemas.openxmlformats.org/officeDocument/2006/relationships/slideLayout" Target="../slideLayouts/slideLayout97.xml"/><Relationship Id="rId47" Type="http://schemas.openxmlformats.org/officeDocument/2006/relationships/slideLayout" Target="../slideLayouts/slideLayout102.xml"/><Relationship Id="rId50" Type="http://schemas.openxmlformats.org/officeDocument/2006/relationships/theme" Target="../theme/theme3.xml"/><Relationship Id="rId7" Type="http://schemas.openxmlformats.org/officeDocument/2006/relationships/slideLayout" Target="../slideLayouts/slideLayout62.xml"/><Relationship Id="rId2" Type="http://schemas.openxmlformats.org/officeDocument/2006/relationships/slideLayout" Target="../slideLayouts/slideLayout57.xml"/><Relationship Id="rId16" Type="http://schemas.openxmlformats.org/officeDocument/2006/relationships/slideLayout" Target="../slideLayouts/slideLayout71.xml"/><Relationship Id="rId29" Type="http://schemas.openxmlformats.org/officeDocument/2006/relationships/slideLayout" Target="../slideLayouts/slideLayout84.xml"/><Relationship Id="rId11" Type="http://schemas.openxmlformats.org/officeDocument/2006/relationships/slideLayout" Target="../slideLayouts/slideLayout66.xml"/><Relationship Id="rId24" Type="http://schemas.openxmlformats.org/officeDocument/2006/relationships/slideLayout" Target="../slideLayouts/slideLayout79.xml"/><Relationship Id="rId32" Type="http://schemas.openxmlformats.org/officeDocument/2006/relationships/slideLayout" Target="../slideLayouts/slideLayout87.xml"/><Relationship Id="rId37" Type="http://schemas.openxmlformats.org/officeDocument/2006/relationships/slideLayout" Target="../slideLayouts/slideLayout92.xml"/><Relationship Id="rId40" Type="http://schemas.openxmlformats.org/officeDocument/2006/relationships/slideLayout" Target="../slideLayouts/slideLayout95.xml"/><Relationship Id="rId45" Type="http://schemas.openxmlformats.org/officeDocument/2006/relationships/slideLayout" Target="../slideLayouts/slideLayout100.xml"/><Relationship Id="rId53" Type="http://schemas.openxmlformats.org/officeDocument/2006/relationships/oleObject" Target="../embeddings/oleObject1.bin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19" Type="http://schemas.openxmlformats.org/officeDocument/2006/relationships/slideLayout" Target="../slideLayouts/slideLayout74.xml"/><Relationship Id="rId31" Type="http://schemas.openxmlformats.org/officeDocument/2006/relationships/slideLayout" Target="../slideLayouts/slideLayout86.xml"/><Relationship Id="rId44" Type="http://schemas.openxmlformats.org/officeDocument/2006/relationships/slideLayout" Target="../slideLayouts/slideLayout99.xml"/><Relationship Id="rId52" Type="http://schemas.openxmlformats.org/officeDocument/2006/relationships/tags" Target="../tags/tag7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Relationship Id="rId14" Type="http://schemas.openxmlformats.org/officeDocument/2006/relationships/slideLayout" Target="../slideLayouts/slideLayout69.xml"/><Relationship Id="rId22" Type="http://schemas.openxmlformats.org/officeDocument/2006/relationships/slideLayout" Target="../slideLayouts/slideLayout77.xml"/><Relationship Id="rId27" Type="http://schemas.openxmlformats.org/officeDocument/2006/relationships/slideLayout" Target="../slideLayouts/slideLayout82.xml"/><Relationship Id="rId30" Type="http://schemas.openxmlformats.org/officeDocument/2006/relationships/slideLayout" Target="../slideLayouts/slideLayout85.xml"/><Relationship Id="rId35" Type="http://schemas.openxmlformats.org/officeDocument/2006/relationships/slideLayout" Target="../slideLayouts/slideLayout90.xml"/><Relationship Id="rId43" Type="http://schemas.openxmlformats.org/officeDocument/2006/relationships/slideLayout" Target="../slideLayouts/slideLayout98.xml"/><Relationship Id="rId48" Type="http://schemas.openxmlformats.org/officeDocument/2006/relationships/slideLayout" Target="../slideLayouts/slideLayout103.xml"/><Relationship Id="rId8" Type="http://schemas.openxmlformats.org/officeDocument/2006/relationships/slideLayout" Target="../slideLayouts/slideLayout63.xml"/><Relationship Id="rId51" Type="http://schemas.openxmlformats.org/officeDocument/2006/relationships/tags" Target="../tags/tag6.xml"/><Relationship Id="rId3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7.xml"/><Relationship Id="rId17" Type="http://schemas.openxmlformats.org/officeDocument/2006/relationships/slideLayout" Target="../slideLayouts/slideLayout72.xml"/><Relationship Id="rId25" Type="http://schemas.openxmlformats.org/officeDocument/2006/relationships/slideLayout" Target="../slideLayouts/slideLayout80.xml"/><Relationship Id="rId33" Type="http://schemas.openxmlformats.org/officeDocument/2006/relationships/slideLayout" Target="../slideLayouts/slideLayout88.xml"/><Relationship Id="rId38" Type="http://schemas.openxmlformats.org/officeDocument/2006/relationships/slideLayout" Target="../slideLayouts/slideLayout93.xml"/><Relationship Id="rId46" Type="http://schemas.openxmlformats.org/officeDocument/2006/relationships/slideLayout" Target="../slideLayouts/slideLayout101.xml"/><Relationship Id="rId20" Type="http://schemas.openxmlformats.org/officeDocument/2006/relationships/slideLayout" Target="../slideLayouts/slideLayout75.xml"/><Relationship Id="rId41" Type="http://schemas.openxmlformats.org/officeDocument/2006/relationships/slideLayout" Target="../slideLayouts/slideLayout96.xml"/><Relationship Id="rId54" Type="http://schemas.openxmlformats.org/officeDocument/2006/relationships/image" Target="../media/image1.emf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5" Type="http://schemas.openxmlformats.org/officeDocument/2006/relationships/slideLayout" Target="../slideLayouts/slideLayout70.xml"/><Relationship Id="rId23" Type="http://schemas.openxmlformats.org/officeDocument/2006/relationships/slideLayout" Target="../slideLayouts/slideLayout78.xml"/><Relationship Id="rId28" Type="http://schemas.openxmlformats.org/officeDocument/2006/relationships/slideLayout" Target="../slideLayouts/slideLayout83.xml"/><Relationship Id="rId36" Type="http://schemas.openxmlformats.org/officeDocument/2006/relationships/slideLayout" Target="../slideLayouts/slideLayout91.xml"/><Relationship Id="rId49" Type="http://schemas.openxmlformats.org/officeDocument/2006/relationships/slideLayout" Target="../slideLayouts/slideLayout10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490F368C-0662-4B05-B5E4-7B52C6EBA96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6085935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532" imgH="530" progId="TCLayout.ActiveDocument.1">
                  <p:embed/>
                </p:oleObj>
              </mc:Choice>
              <mc:Fallback>
                <p:oleObj name="think-cell Slide" r:id="rId8" imgW="532" imgH="53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490F368C-0662-4B05-B5E4-7B52C6EBA9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8949DF7F-5FAC-4247-9933-EE9462252CF9}"/>
              </a:ext>
            </a:extLst>
          </p:cNvPr>
          <p:cNvSpPr/>
          <p:nvPr userDrawn="1">
            <p:custDataLst>
              <p:tags r:id="rId7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s-ES" sz="2800" b="1" i="0" baseline="0">
              <a:latin typeface="Graphik" panose="020B0503030202060203" pitchFamily="34" charset="0"/>
              <a:ea typeface="+mj-ea"/>
              <a:cs typeface="+mj-cs"/>
              <a:sym typeface="Graphik" panose="020B0503030202060203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6D60B7-D06D-4830-BD69-35B1465FC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458" y="365126"/>
            <a:ext cx="11425084" cy="824578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s-ES" err="1"/>
              <a:t>Click</a:t>
            </a:r>
            <a:r>
              <a:rPr lang="es-ES"/>
              <a:t> </a:t>
            </a:r>
            <a:r>
              <a:rPr lang="es-ES" err="1"/>
              <a:t>to</a:t>
            </a:r>
            <a:r>
              <a:rPr lang="es-ES"/>
              <a:t> </a:t>
            </a:r>
            <a:r>
              <a:rPr lang="es-ES" err="1"/>
              <a:t>edit</a:t>
            </a:r>
            <a:r>
              <a:rPr lang="es-ES"/>
              <a:t> Master </a:t>
            </a:r>
            <a:r>
              <a:rPr lang="es-ES" err="1"/>
              <a:t>title</a:t>
            </a:r>
            <a:r>
              <a:rPr lang="es-ES"/>
              <a:t> </a:t>
            </a:r>
            <a:r>
              <a:rPr lang="es-ES" err="1"/>
              <a:t>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0DF177-00B3-4AFF-B6D4-A595D3A7C7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3458" y="1273629"/>
            <a:ext cx="11425084" cy="490333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s-ES" err="1"/>
              <a:t>Click</a:t>
            </a:r>
            <a:r>
              <a:rPr lang="es-ES"/>
              <a:t> </a:t>
            </a:r>
            <a:r>
              <a:rPr lang="es-ES" err="1"/>
              <a:t>to</a:t>
            </a:r>
            <a:r>
              <a:rPr lang="es-ES"/>
              <a:t> </a:t>
            </a:r>
            <a:r>
              <a:rPr lang="es-ES" err="1"/>
              <a:t>edit</a:t>
            </a:r>
            <a:r>
              <a:rPr lang="es-ES"/>
              <a:t> Master </a:t>
            </a:r>
            <a:r>
              <a:rPr lang="es-ES" err="1"/>
              <a:t>text</a:t>
            </a:r>
            <a:r>
              <a:rPr lang="es-ES"/>
              <a:t> </a:t>
            </a:r>
            <a:r>
              <a:rPr lang="es-ES" err="1"/>
              <a:t>styles</a:t>
            </a:r>
            <a:endParaRPr lang="es-ES"/>
          </a:p>
          <a:p>
            <a:pPr lvl="1"/>
            <a:r>
              <a:rPr lang="es-ES" err="1"/>
              <a:t>Second</a:t>
            </a:r>
            <a:r>
              <a:rPr lang="es-ES"/>
              <a:t> </a:t>
            </a:r>
            <a:r>
              <a:rPr lang="es-ES" err="1"/>
              <a:t>level</a:t>
            </a:r>
            <a:endParaRPr lang="es-ES"/>
          </a:p>
          <a:p>
            <a:pPr lvl="2"/>
            <a:r>
              <a:rPr lang="es-ES" err="1"/>
              <a:t>Third</a:t>
            </a:r>
            <a:r>
              <a:rPr lang="es-ES"/>
              <a:t> </a:t>
            </a:r>
            <a:r>
              <a:rPr lang="es-ES" err="1"/>
              <a:t>level</a:t>
            </a:r>
            <a:endParaRPr lang="es-ES"/>
          </a:p>
          <a:p>
            <a:pPr lvl="3"/>
            <a:r>
              <a:rPr lang="es-ES" err="1"/>
              <a:t>Fourth</a:t>
            </a:r>
            <a:r>
              <a:rPr lang="es-ES"/>
              <a:t> </a:t>
            </a:r>
            <a:r>
              <a:rPr lang="es-ES" err="1"/>
              <a:t>level</a:t>
            </a:r>
            <a:endParaRPr lang="es-ES"/>
          </a:p>
          <a:p>
            <a:pPr lvl="4"/>
            <a:r>
              <a:rPr lang="es-ES" err="1"/>
              <a:t>Fifth</a:t>
            </a:r>
            <a:r>
              <a:rPr lang="es-ES"/>
              <a:t> </a:t>
            </a:r>
            <a:r>
              <a:rPr lang="es-ES" err="1"/>
              <a:t>level</a:t>
            </a:r>
            <a:endParaRPr lang="es-ES"/>
          </a:p>
        </p:txBody>
      </p:sp>
      <p:sp>
        <p:nvSpPr>
          <p:cNvPr id="18" name="Footer Placeholder 2">
            <a:extLst>
              <a:ext uri="{FF2B5EF4-FFF2-40B4-BE49-F238E27FC236}">
                <a16:creationId xmlns:a16="http://schemas.microsoft.com/office/drawing/2014/main" id="{83EB6817-997F-4BFD-89D6-B40A72240A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14419" y="6492875"/>
            <a:ext cx="4114800" cy="228600"/>
          </a:xfrm>
          <a:prstGeom prst="rect">
            <a:avLst/>
          </a:prstGeom>
        </p:spPr>
        <p:txBody>
          <a:bodyPr anchor="b" anchorCtr="0"/>
          <a:lstStyle>
            <a:lvl1pPr algn="r">
              <a:defRPr sz="700">
                <a:latin typeface="Graphik" panose="020B0503030202060203" pitchFamily="34" charset="0"/>
              </a:defRPr>
            </a:lvl1pPr>
          </a:lstStyle>
          <a:p>
            <a:r>
              <a:rPr lang="es-ES"/>
              <a:t>Copyright © 2020 Accenture. </a:t>
            </a:r>
            <a:r>
              <a:rPr lang="es-ES" err="1"/>
              <a:t>All</a:t>
            </a:r>
            <a:r>
              <a:rPr lang="es-ES"/>
              <a:t> </a:t>
            </a:r>
            <a:r>
              <a:rPr lang="es-ES" err="1"/>
              <a:t>rights</a:t>
            </a:r>
            <a:r>
              <a:rPr lang="es-ES"/>
              <a:t> </a:t>
            </a:r>
            <a:r>
              <a:rPr lang="es-ES" err="1"/>
              <a:t>reserved</a:t>
            </a:r>
            <a:r>
              <a:rPr lang="es-ES"/>
              <a:t>.</a:t>
            </a:r>
          </a:p>
        </p:txBody>
      </p:sp>
      <p:sp>
        <p:nvSpPr>
          <p:cNvPr id="19" name="Slide Number Placeholder 3">
            <a:extLst>
              <a:ext uri="{FF2B5EF4-FFF2-40B4-BE49-F238E27FC236}">
                <a16:creationId xmlns:a16="http://schemas.microsoft.com/office/drawing/2014/main" id="{9D47C7C1-747A-488B-90A2-DB416575D6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29219" y="6492875"/>
            <a:ext cx="479323" cy="228600"/>
          </a:xfrm>
          <a:prstGeom prst="rect">
            <a:avLst/>
          </a:prstGeom>
        </p:spPr>
        <p:txBody>
          <a:bodyPr anchor="b" anchorCtr="0"/>
          <a:lstStyle>
            <a:lvl1pPr algn="r">
              <a:defRPr sz="700">
                <a:latin typeface="Graphik" panose="020B0503030202060203" pitchFamily="34" charset="0"/>
              </a:defRPr>
            </a:lvl1pPr>
          </a:lstStyle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06866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56" r:id="rId2"/>
    <p:sldLayoutId id="2147483757" r:id="rId3"/>
    <p:sldLayoutId id="2147483759" r:id="rId4"/>
  </p:sldLayoutIdLst>
  <p:hf hdr="0" dt="0"/>
  <p:txStyles>
    <p:titleStyle>
      <a:lvl1pPr algn="l" defTabSz="914400" rtl="0" eaLnBrk="1" latinLnBrk="0" hangingPunct="1">
        <a:lnSpc>
          <a:spcPct val="70000"/>
        </a:lnSpc>
        <a:spcBef>
          <a:spcPct val="0"/>
        </a:spcBef>
        <a:buNone/>
        <a:defRPr sz="2800" b="1" kern="1200" cap="all" spc="-150" baseline="0">
          <a:solidFill>
            <a:schemeClr val="tx1"/>
          </a:solidFill>
          <a:latin typeface="Graphik" panose="020B0503030202060203" pitchFamily="34" charset="77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None/>
        <a:defRPr sz="1600" kern="1200">
          <a:solidFill>
            <a:schemeClr val="tx1"/>
          </a:solidFill>
          <a:latin typeface="Graphik" panose="020B0503030202060203" pitchFamily="34" charset="77"/>
          <a:ea typeface="+mn-ea"/>
          <a:cs typeface="+mn-cs"/>
        </a:defRPr>
      </a:lvl1pPr>
      <a:lvl2pPr marL="511175" indent="-228600" algn="l" defTabSz="914400" rtl="0" eaLnBrk="1" latinLnBrk="0" hangingPunct="1">
        <a:lnSpc>
          <a:spcPct val="8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Graphik" panose="020B0503030202060203" pitchFamily="34" charset="77"/>
          <a:ea typeface="+mn-ea"/>
          <a:cs typeface="+mn-cs"/>
        </a:defRPr>
      </a:lvl2pPr>
      <a:lvl3pPr marL="0" indent="0" algn="l" defTabSz="914400" rtl="0" eaLnBrk="1" latinLnBrk="0" hangingPunct="1">
        <a:lnSpc>
          <a:spcPct val="80000"/>
        </a:lnSpc>
        <a:spcBef>
          <a:spcPts val="600"/>
        </a:spcBef>
        <a:spcAft>
          <a:spcPts val="0"/>
        </a:spcAft>
        <a:buClr>
          <a:schemeClr val="accent1"/>
        </a:buClr>
        <a:buFont typeface="Arial" panose="020B0604020202020204" pitchFamily="34" charset="0"/>
        <a:buNone/>
        <a:defRPr lang="en-US" sz="1800" kern="1200" dirty="0" smtClean="0">
          <a:solidFill>
            <a:schemeClr val="accent1"/>
          </a:solidFill>
          <a:latin typeface="Graphik" panose="020B0503030202060203" pitchFamily="34" charset="77"/>
          <a:ea typeface="+mn-ea"/>
          <a:cs typeface="+mn-cs"/>
        </a:defRPr>
      </a:lvl3pPr>
      <a:lvl4pPr marL="0" indent="0" algn="l" defTabSz="914400" rtl="0" eaLnBrk="1" latinLnBrk="0" hangingPunct="1">
        <a:lnSpc>
          <a:spcPct val="80000"/>
        </a:lnSpc>
        <a:spcBef>
          <a:spcPts val="600"/>
        </a:spcBef>
        <a:spcAft>
          <a:spcPts val="0"/>
        </a:spcAft>
        <a:buClr>
          <a:schemeClr val="accent1"/>
        </a:buClr>
        <a:buFont typeface="Arial" panose="020B0604020202020204" pitchFamily="34" charset="0"/>
        <a:buNone/>
        <a:defRPr sz="1600" b="1" kern="1200" cap="all" baseline="0">
          <a:solidFill>
            <a:schemeClr val="accent2"/>
          </a:solidFill>
          <a:latin typeface="Graphik" panose="020B0503030202060203" pitchFamily="34" charset="77"/>
          <a:ea typeface="+mn-ea"/>
          <a:cs typeface="+mn-cs"/>
        </a:defRPr>
      </a:lvl4pPr>
      <a:lvl5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None/>
        <a:defRPr sz="1400" b="1" kern="1200">
          <a:solidFill>
            <a:schemeClr val="accent4"/>
          </a:solidFill>
          <a:latin typeface="Graphik" panose="020B0503030202060203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Place headline here (36pt, min 30pt)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371600"/>
            <a:ext cx="11430000" cy="4936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(bullet 20pt)</a:t>
            </a:r>
          </a:p>
          <a:p>
            <a:pPr lvl="1"/>
            <a:r>
              <a:rPr lang="en-US"/>
              <a:t>Second level (bullet 20pt)</a:t>
            </a:r>
          </a:p>
          <a:p>
            <a:pPr lvl="2"/>
            <a:r>
              <a:rPr lang="en-US"/>
              <a:t>Third level (bullet 20pt)</a:t>
            </a:r>
          </a:p>
          <a:p>
            <a:pPr lvl="3"/>
            <a:r>
              <a:rPr lang="en-US"/>
              <a:t>Fourth level (bullet 18pt)</a:t>
            </a:r>
          </a:p>
          <a:p>
            <a:pPr lvl="4"/>
            <a:r>
              <a:rPr lang="en-US"/>
              <a:t>Fifth level (bullet 18pt)</a:t>
            </a:r>
          </a:p>
          <a:p>
            <a:pPr lvl="5"/>
            <a:r>
              <a:rPr lang="en-US"/>
              <a:t>Sixth level (copy 16pt)</a:t>
            </a:r>
          </a:p>
          <a:p>
            <a:pPr lvl="6"/>
            <a:r>
              <a:rPr lang="en-US"/>
              <a:t>Seventh level (small copy 12pt)</a:t>
            </a:r>
          </a:p>
          <a:p>
            <a:pPr lvl="7"/>
            <a:r>
              <a:rPr lang="en-US"/>
              <a:t>EIGHT LEVEL (DESCRIPTOR 10PT)</a:t>
            </a:r>
          </a:p>
          <a:p>
            <a:pPr lvl="8"/>
            <a:r>
              <a:rPr lang="en-US"/>
              <a:t>Ninth level (footer 8pt)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A171160-C7F3-46DE-911A-73C4F50C88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787944" y="0"/>
            <a:ext cx="2023056" cy="381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r" defTabSz="914400" rtl="0" eaLnBrk="1" latinLnBrk="0" hangingPunct="1">
              <a:defRPr lang="en-US" sz="800" kern="1200" smtClean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9624E0B2-760E-457A-8367-213CE89D65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9" name="GTS_Purple" descr="Accenture Greater Than symbol in purple">
            <a:extLst>
              <a:ext uri="{FF2B5EF4-FFF2-40B4-BE49-F238E27FC236}">
                <a16:creationId xmlns:a16="http://schemas.microsoft.com/office/drawing/2014/main" id="{AE0355C2-058C-4310-9508-BCC0F498FBBE}"/>
              </a:ext>
            </a:extLst>
          </p:cNvPr>
          <p:cNvSpPr>
            <a:spLocks noChangeAspect="1"/>
          </p:cNvSpPr>
          <p:nvPr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9DFD1-72F5-4590-A067-19F2501AAB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E4DDAE6C-DBD6-9171-7CEF-37612C1A40C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3"/>
            </p:custDataLst>
            <p:extLst>
              <p:ext uri="{D42A27DB-BD31-4B8C-83A1-F6EECF244321}">
                <p14:modId xmlns:p14="http://schemas.microsoft.com/office/powerpoint/2010/main" val="6085935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5" imgW="532" imgH="530" progId="TCLayout.ActiveDocument.1">
                  <p:embed/>
                </p:oleObj>
              </mc:Choice>
              <mc:Fallback>
                <p:oleObj name="think-cell Slide" r:id="rId55" imgW="532" imgH="53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E4DDAE6C-DBD6-9171-7CEF-37612C1A40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>
            <a:extLst>
              <a:ext uri="{FF2B5EF4-FFF2-40B4-BE49-F238E27FC236}">
                <a16:creationId xmlns:a16="http://schemas.microsoft.com/office/drawing/2014/main" id="{6918C99E-8041-E18D-FDC3-3EAD90D1708D}"/>
              </a:ext>
            </a:extLst>
          </p:cNvPr>
          <p:cNvSpPr/>
          <p:nvPr userDrawn="1">
            <p:custDataLst>
              <p:tags r:id="rId54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s-ES" sz="2800" b="1" i="0" baseline="0">
              <a:latin typeface="Graphik" panose="020B0503030202060203" pitchFamily="34" charset="0"/>
              <a:ea typeface="+mj-ea"/>
              <a:cs typeface="+mj-cs"/>
              <a:sym typeface="Graphik" panose="020B05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4714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  <p:sldLayoutId id="2147483772" r:id="rId12"/>
    <p:sldLayoutId id="2147483773" r:id="rId13"/>
    <p:sldLayoutId id="2147483774" r:id="rId14"/>
    <p:sldLayoutId id="2147483775" r:id="rId15"/>
    <p:sldLayoutId id="2147483776" r:id="rId16"/>
    <p:sldLayoutId id="2147483777" r:id="rId17"/>
    <p:sldLayoutId id="2147483778" r:id="rId18"/>
    <p:sldLayoutId id="2147483779" r:id="rId19"/>
    <p:sldLayoutId id="2147483780" r:id="rId20"/>
    <p:sldLayoutId id="2147483781" r:id="rId21"/>
    <p:sldLayoutId id="2147483782" r:id="rId22"/>
    <p:sldLayoutId id="2147483783" r:id="rId23"/>
    <p:sldLayoutId id="2147483784" r:id="rId24"/>
    <p:sldLayoutId id="2147483785" r:id="rId25"/>
    <p:sldLayoutId id="2147483786" r:id="rId26"/>
    <p:sldLayoutId id="2147483787" r:id="rId27"/>
    <p:sldLayoutId id="2147483788" r:id="rId28"/>
    <p:sldLayoutId id="2147483789" r:id="rId29"/>
    <p:sldLayoutId id="2147483790" r:id="rId30"/>
    <p:sldLayoutId id="2147483791" r:id="rId31"/>
    <p:sldLayoutId id="2147483792" r:id="rId32"/>
    <p:sldLayoutId id="2147483793" r:id="rId33"/>
    <p:sldLayoutId id="2147483794" r:id="rId34"/>
    <p:sldLayoutId id="2147483795" r:id="rId35"/>
    <p:sldLayoutId id="2147483796" r:id="rId36"/>
    <p:sldLayoutId id="2147483797" r:id="rId37"/>
    <p:sldLayoutId id="2147483798" r:id="rId38"/>
    <p:sldLayoutId id="2147483799" r:id="rId39"/>
    <p:sldLayoutId id="2147483800" r:id="rId40"/>
    <p:sldLayoutId id="2147483801" r:id="rId41"/>
    <p:sldLayoutId id="2147483802" r:id="rId42"/>
    <p:sldLayoutId id="2147483803" r:id="rId43"/>
    <p:sldLayoutId id="2147483804" r:id="rId44"/>
    <p:sldLayoutId id="2147483805" r:id="rId45"/>
    <p:sldLayoutId id="2147483806" r:id="rId46"/>
    <p:sldLayoutId id="2147483807" r:id="rId47"/>
    <p:sldLayoutId id="2147483808" r:id="rId48"/>
    <p:sldLayoutId id="2147483809" r:id="rId49"/>
    <p:sldLayoutId id="2147483810" r:id="rId50"/>
    <p:sldLayoutId id="2147483811" r:id="rId51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503030202060203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C35EA4"/>
          </p15:clr>
        </p15:guide>
        <p15:guide id="2" orient="horz" pos="3976">
          <p15:clr>
            <a:srgbClr val="C35EA4"/>
          </p15:clr>
        </p15:guide>
        <p15:guide id="3" pos="240">
          <p15:clr>
            <a:srgbClr val="C35EA4"/>
          </p15:clr>
        </p15:guide>
        <p15:guide id="4" pos="7440">
          <p15:clr>
            <a:srgbClr val="C35EA4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Place headline here (36pt, min 30pt)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371600"/>
            <a:ext cx="11430000" cy="4936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(bullet 20pt)</a:t>
            </a:r>
          </a:p>
          <a:p>
            <a:pPr lvl="1"/>
            <a:r>
              <a:rPr lang="en-US"/>
              <a:t>Second level (bullet 20pt)</a:t>
            </a:r>
          </a:p>
          <a:p>
            <a:pPr lvl="2"/>
            <a:r>
              <a:rPr lang="en-US"/>
              <a:t>Third level (bullet 20pt)</a:t>
            </a:r>
          </a:p>
          <a:p>
            <a:pPr lvl="3"/>
            <a:r>
              <a:rPr lang="en-US"/>
              <a:t>Fourth level (bullet 18pt)</a:t>
            </a:r>
          </a:p>
          <a:p>
            <a:pPr lvl="4"/>
            <a:r>
              <a:rPr lang="en-US"/>
              <a:t>Fifth level (bullet 18pt)</a:t>
            </a:r>
          </a:p>
          <a:p>
            <a:pPr lvl="5"/>
            <a:r>
              <a:rPr lang="en-US"/>
              <a:t>Sixth level (copy 16pt)</a:t>
            </a:r>
          </a:p>
          <a:p>
            <a:pPr lvl="6"/>
            <a:r>
              <a:rPr lang="en-US"/>
              <a:t>Seventh level (small copy 12pt)</a:t>
            </a:r>
          </a:p>
          <a:p>
            <a:pPr lvl="7"/>
            <a:r>
              <a:rPr lang="en-US"/>
              <a:t>EIGHT LEVEL (DESCRIPTOR 10PT)</a:t>
            </a:r>
          </a:p>
          <a:p>
            <a:pPr lvl="8"/>
            <a:r>
              <a:rPr lang="en-US"/>
              <a:t>Ninth level (footer 8pt)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A171160-C7F3-46DE-911A-73C4F50C88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787944" y="0"/>
            <a:ext cx="2023056" cy="381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r" defTabSz="914400" rtl="0" eaLnBrk="1" latinLnBrk="0" hangingPunct="1">
              <a:defRPr lang="en-US" sz="800" kern="1200" smtClean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9624E0B2-760E-457A-8367-213CE89D65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9" name="GTS_Purple" descr="Accenture Greater Than symbol in purple">
            <a:extLst>
              <a:ext uri="{FF2B5EF4-FFF2-40B4-BE49-F238E27FC236}">
                <a16:creationId xmlns:a16="http://schemas.microsoft.com/office/drawing/2014/main" id="{AE0355C2-058C-4310-9508-BCC0F498FBBE}"/>
              </a:ext>
            </a:extLst>
          </p:cNvPr>
          <p:cNvSpPr>
            <a:spLocks noChangeAspect="1"/>
          </p:cNvSpPr>
          <p:nvPr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9DFD1-72F5-4590-A067-19F2501AAB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37483A8-E899-0C9C-DC82-453B940B15E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1"/>
            </p:custDataLst>
            <p:extLst>
              <p:ext uri="{D42A27DB-BD31-4B8C-83A1-F6EECF244321}">
                <p14:modId xmlns:p14="http://schemas.microsoft.com/office/powerpoint/2010/main" val="6085935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3" imgW="532" imgH="530" progId="TCLayout.ActiveDocument.1">
                  <p:embed/>
                </p:oleObj>
              </mc:Choice>
              <mc:Fallback>
                <p:oleObj name="think-cell Slide" r:id="rId53" imgW="532" imgH="53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37483A8-E899-0C9C-DC82-453B940B15E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>
            <a:extLst>
              <a:ext uri="{FF2B5EF4-FFF2-40B4-BE49-F238E27FC236}">
                <a16:creationId xmlns:a16="http://schemas.microsoft.com/office/drawing/2014/main" id="{D1B92786-28A6-2E84-7F69-1F45B9050E9B}"/>
              </a:ext>
            </a:extLst>
          </p:cNvPr>
          <p:cNvSpPr/>
          <p:nvPr userDrawn="1">
            <p:custDataLst>
              <p:tags r:id="rId5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s-ES" sz="2800" b="1" i="0" baseline="0">
              <a:latin typeface="Graphik" panose="020B0503030202060203" pitchFamily="34" charset="0"/>
              <a:ea typeface="+mj-ea"/>
              <a:cs typeface="+mj-cs"/>
              <a:sym typeface="Graphik" panose="020B05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2985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5" r:id="rId3"/>
    <p:sldLayoutId id="2147483816" r:id="rId4"/>
    <p:sldLayoutId id="2147483817" r:id="rId5"/>
    <p:sldLayoutId id="2147483818" r:id="rId6"/>
    <p:sldLayoutId id="2147483819" r:id="rId7"/>
    <p:sldLayoutId id="2147483820" r:id="rId8"/>
    <p:sldLayoutId id="2147483821" r:id="rId9"/>
    <p:sldLayoutId id="2147483822" r:id="rId10"/>
    <p:sldLayoutId id="2147483823" r:id="rId11"/>
    <p:sldLayoutId id="2147483824" r:id="rId12"/>
    <p:sldLayoutId id="2147483825" r:id="rId13"/>
    <p:sldLayoutId id="2147483826" r:id="rId14"/>
    <p:sldLayoutId id="2147483827" r:id="rId15"/>
    <p:sldLayoutId id="2147483828" r:id="rId16"/>
    <p:sldLayoutId id="2147483829" r:id="rId17"/>
    <p:sldLayoutId id="2147483830" r:id="rId18"/>
    <p:sldLayoutId id="2147483831" r:id="rId19"/>
    <p:sldLayoutId id="2147483832" r:id="rId20"/>
    <p:sldLayoutId id="2147483833" r:id="rId21"/>
    <p:sldLayoutId id="2147483834" r:id="rId22"/>
    <p:sldLayoutId id="2147483835" r:id="rId23"/>
    <p:sldLayoutId id="2147483836" r:id="rId24"/>
    <p:sldLayoutId id="2147483837" r:id="rId25"/>
    <p:sldLayoutId id="2147483838" r:id="rId26"/>
    <p:sldLayoutId id="2147483839" r:id="rId27"/>
    <p:sldLayoutId id="2147483840" r:id="rId28"/>
    <p:sldLayoutId id="2147483841" r:id="rId29"/>
    <p:sldLayoutId id="2147483842" r:id="rId30"/>
    <p:sldLayoutId id="2147483843" r:id="rId31"/>
    <p:sldLayoutId id="2147483844" r:id="rId32"/>
    <p:sldLayoutId id="2147483845" r:id="rId33"/>
    <p:sldLayoutId id="2147483846" r:id="rId34"/>
    <p:sldLayoutId id="2147483847" r:id="rId35"/>
    <p:sldLayoutId id="2147483848" r:id="rId36"/>
    <p:sldLayoutId id="2147483849" r:id="rId37"/>
    <p:sldLayoutId id="2147483850" r:id="rId38"/>
    <p:sldLayoutId id="2147483851" r:id="rId39"/>
    <p:sldLayoutId id="2147483852" r:id="rId40"/>
    <p:sldLayoutId id="2147483853" r:id="rId41"/>
    <p:sldLayoutId id="2147483854" r:id="rId42"/>
    <p:sldLayoutId id="2147483855" r:id="rId43"/>
    <p:sldLayoutId id="2147483856" r:id="rId44"/>
    <p:sldLayoutId id="2147483857" r:id="rId45"/>
    <p:sldLayoutId id="2147483858" r:id="rId46"/>
    <p:sldLayoutId id="2147483859" r:id="rId47"/>
    <p:sldLayoutId id="2147483860" r:id="rId48"/>
    <p:sldLayoutId id="2147483861" r:id="rId49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Graphik" panose="020B0503030202060203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C35EA4"/>
          </p15:clr>
        </p15:guide>
        <p15:guide id="2" orient="horz" pos="3976">
          <p15:clr>
            <a:srgbClr val="C35EA4"/>
          </p15:clr>
        </p15:guide>
        <p15:guide id="3" pos="240">
          <p15:clr>
            <a:srgbClr val="C35EA4"/>
          </p15:clr>
        </p15:guide>
        <p15:guide id="4" pos="7440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6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diagram&#10;&#10;Description automatically generated">
            <a:extLst>
              <a:ext uri="{FF2B5EF4-FFF2-40B4-BE49-F238E27FC236}">
                <a16:creationId xmlns:a16="http://schemas.microsoft.com/office/drawing/2014/main" id="{339CA5F8-5150-298C-D8C9-4C8811B3246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12191999" cy="6352674"/>
          </a:xfrm>
          <a:prstGeom prst="rect">
            <a:avLst/>
          </a:prstGeom>
        </p:spPr>
      </p:pic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1CEEF2B6-12FF-1F3B-0ADF-93251083EC65}"/>
              </a:ext>
            </a:extLst>
          </p:cNvPr>
          <p:cNvSpPr txBox="1">
            <a:spLocks/>
          </p:cNvSpPr>
          <p:nvPr/>
        </p:nvSpPr>
        <p:spPr>
          <a:xfrm>
            <a:off x="100870" y="208333"/>
            <a:ext cx="6449864" cy="39376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3200" b="1">
                <a:solidFill>
                  <a:schemeClr val="accent3"/>
                </a:solidFill>
                <a:latin typeface="Graphik"/>
              </a:rPr>
              <a:t>Irene Altomonte</a:t>
            </a:r>
            <a:endParaRPr lang="en-US" sz="3200" b="1">
              <a:solidFill>
                <a:schemeClr val="accent3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FBD5EC0B-4D54-E441-7F31-D4C98525F636}"/>
              </a:ext>
            </a:extLst>
          </p:cNvPr>
          <p:cNvSpPr txBox="1">
            <a:spLocks/>
          </p:cNvSpPr>
          <p:nvPr/>
        </p:nvSpPr>
        <p:spPr>
          <a:xfrm>
            <a:off x="1875000" y="956458"/>
            <a:ext cx="4712989" cy="140550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>
                <a:solidFill>
                  <a:schemeClr val="accent3"/>
                </a:solidFill>
                <a:latin typeface="Graphik Black"/>
              </a:rPr>
              <a:t>Business Analyst</a:t>
            </a:r>
          </a:p>
          <a:p>
            <a:pPr marL="0" indent="0">
              <a:buNone/>
            </a:pPr>
            <a:r>
              <a:rPr lang="es-AR" sz="1200"/>
              <a:t>Accenture CIO</a:t>
            </a:r>
          </a:p>
          <a:p>
            <a:pPr marL="0" indent="0">
              <a:buNone/>
            </a:pPr>
            <a:r>
              <a:rPr lang="en-US" sz="1200" b="1">
                <a:latin typeface="Graphik"/>
              </a:rPr>
              <a:t>Irene.altomonte@accenture.com</a:t>
            </a:r>
          </a:p>
          <a:p>
            <a:pPr marL="0" indent="0">
              <a:buNone/>
            </a:pPr>
            <a:r>
              <a:rPr lang="en-US" sz="1200">
                <a:latin typeface="Graphik"/>
              </a:rPr>
              <a:t>Bs As, Argentina</a:t>
            </a:r>
            <a:endParaRPr lang="en-US" sz="1200"/>
          </a:p>
          <a:p>
            <a:endParaRPr lang="en-US" sz="900" b="1"/>
          </a:p>
          <a:p>
            <a:endParaRPr lang="en-US" sz="1200"/>
          </a:p>
          <a:p>
            <a:endParaRPr lang="en-US"/>
          </a:p>
        </p:txBody>
      </p:sp>
      <p:pic>
        <p:nvPicPr>
          <p:cNvPr id="8" name="Picture 7" descr="Icon&#10;&#10;Description automatically generated">
            <a:extLst>
              <a:ext uri="{FF2B5EF4-FFF2-40B4-BE49-F238E27FC236}">
                <a16:creationId xmlns:a16="http://schemas.microsoft.com/office/drawing/2014/main" id="{1E946E00-966C-504F-8587-9DD04432E8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450" y="764813"/>
            <a:ext cx="1518138" cy="151813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4A37382-FFD1-74CD-A6A0-BA715F04BEDE}"/>
              </a:ext>
            </a:extLst>
          </p:cNvPr>
          <p:cNvSpPr/>
          <p:nvPr/>
        </p:nvSpPr>
        <p:spPr>
          <a:xfrm>
            <a:off x="6790076" y="171448"/>
            <a:ext cx="5301053" cy="604605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0E58DF97-0E0E-C3A8-6E0E-C6ED1FC42713}"/>
              </a:ext>
            </a:extLst>
          </p:cNvPr>
          <p:cNvSpPr txBox="1">
            <a:spLocks/>
          </p:cNvSpPr>
          <p:nvPr/>
        </p:nvSpPr>
        <p:spPr>
          <a:xfrm>
            <a:off x="6907844" y="312234"/>
            <a:ext cx="2594524" cy="20564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600" b="1">
                <a:solidFill>
                  <a:schemeClr val="accent2"/>
                </a:solidFill>
                <a:latin typeface="+mj-lt"/>
              </a:rPr>
              <a:t>SELECTED EXPERIENCE </a:t>
            </a:r>
            <a:endParaRPr lang="en-US" sz="1600" b="1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99CBEA1-1572-AE45-9D04-FA330F835AD4}"/>
              </a:ext>
            </a:extLst>
          </p:cNvPr>
          <p:cNvSpPr/>
          <p:nvPr/>
        </p:nvSpPr>
        <p:spPr>
          <a:xfrm>
            <a:off x="100869" y="5237270"/>
            <a:ext cx="3252480" cy="97414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B125A6B-6104-78D8-2910-B3EC4F868DBE}"/>
              </a:ext>
            </a:extLst>
          </p:cNvPr>
          <p:cNvSpPr/>
          <p:nvPr/>
        </p:nvSpPr>
        <p:spPr>
          <a:xfrm>
            <a:off x="3431213" y="2349359"/>
            <a:ext cx="3246987" cy="281697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3AF538BA-C4F9-94DB-B619-3A89CAF5483A}"/>
              </a:ext>
            </a:extLst>
          </p:cNvPr>
          <p:cNvSpPr txBox="1">
            <a:spLocks/>
          </p:cNvSpPr>
          <p:nvPr/>
        </p:nvSpPr>
        <p:spPr>
          <a:xfrm>
            <a:off x="3717865" y="2598950"/>
            <a:ext cx="2414561" cy="32111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000" b="1">
                <a:solidFill>
                  <a:schemeClr val="accent2"/>
                </a:solidFill>
                <a:latin typeface="+mj-lt"/>
              </a:rPr>
              <a:t>HARD/SOFT SKILLS &amp; TOOLS</a:t>
            </a:r>
            <a:endParaRPr lang="en-US" sz="1000" b="1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AB14698-C111-E862-4B03-3CEA5E264033}"/>
              </a:ext>
            </a:extLst>
          </p:cNvPr>
          <p:cNvSpPr>
            <a:spLocks/>
          </p:cNvSpPr>
          <p:nvPr/>
        </p:nvSpPr>
        <p:spPr>
          <a:xfrm>
            <a:off x="100869" y="2349360"/>
            <a:ext cx="3252479" cy="282241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A82F26F-973E-6E47-064A-E58BB5E2C6B3}"/>
              </a:ext>
            </a:extLst>
          </p:cNvPr>
          <p:cNvGrpSpPr>
            <a:grpSpLocks/>
          </p:cNvGrpSpPr>
          <p:nvPr/>
        </p:nvGrpSpPr>
        <p:grpSpPr>
          <a:xfrm>
            <a:off x="328699" y="2429619"/>
            <a:ext cx="2903835" cy="2136594"/>
            <a:chOff x="652656" y="2462768"/>
            <a:chExt cx="2903835" cy="2136594"/>
          </a:xfrm>
        </p:grpSpPr>
        <p:sp>
          <p:nvSpPr>
            <p:cNvPr id="28" name="Text Placeholder 4">
              <a:extLst>
                <a:ext uri="{FF2B5EF4-FFF2-40B4-BE49-F238E27FC236}">
                  <a16:creationId xmlns:a16="http://schemas.microsoft.com/office/drawing/2014/main" id="{72A9259A-DC95-7929-2407-42F74D35B297}"/>
                </a:ext>
              </a:extLst>
            </p:cNvPr>
            <p:cNvSpPr txBox="1">
              <a:spLocks/>
            </p:cNvSpPr>
            <p:nvPr/>
          </p:nvSpPr>
          <p:spPr>
            <a:xfrm>
              <a:off x="652656" y="2462768"/>
              <a:ext cx="2887778" cy="338662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marL="2286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2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Font typeface="Graphik" panose="020B0503030202060203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503030202060203" pitchFamily="34" charset="0"/>
                <a:buChar char="–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113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503030202060203" pitchFamily="34" charset="0"/>
                <a:buNone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AR" sz="1200" b="1">
                  <a:solidFill>
                    <a:schemeClr val="accent1"/>
                  </a:solidFill>
                  <a:latin typeface="+mj-lt"/>
                </a:rPr>
                <a:t>PROFESSIONAL BACKGROUND</a:t>
              </a:r>
              <a:endParaRPr lang="en-US" sz="1200" b="1">
                <a:solidFill>
                  <a:schemeClr val="accent1"/>
                </a:solidFill>
                <a:latin typeface="+mj-lt"/>
              </a:endParaRPr>
            </a:p>
          </p:txBody>
        </p:sp>
        <p:sp>
          <p:nvSpPr>
            <p:cNvPr id="29" name="Text Placeholder 4">
              <a:extLst>
                <a:ext uri="{FF2B5EF4-FFF2-40B4-BE49-F238E27FC236}">
                  <a16:creationId xmlns:a16="http://schemas.microsoft.com/office/drawing/2014/main" id="{1B6E0D27-DFC9-0BED-62DE-B980A526E12C}"/>
                </a:ext>
              </a:extLst>
            </p:cNvPr>
            <p:cNvSpPr txBox="1">
              <a:spLocks/>
            </p:cNvSpPr>
            <p:nvPr/>
          </p:nvSpPr>
          <p:spPr>
            <a:xfrm>
              <a:off x="668713" y="4385441"/>
              <a:ext cx="2887778" cy="213921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marL="2286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2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Font typeface="Graphik" panose="020B0503030202060203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503030202060203" pitchFamily="34" charset="0"/>
                <a:buChar char="–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113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503030202060203" pitchFamily="34" charset="0"/>
                <a:buNone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AR" sz="1200" b="1">
                  <a:solidFill>
                    <a:schemeClr val="accent1"/>
                  </a:solidFill>
                  <a:latin typeface="+mj-lt"/>
                </a:rPr>
                <a:t>SPECIALIZATIONS</a:t>
              </a:r>
              <a:endParaRPr lang="en-US" sz="1200" b="1">
                <a:solidFill>
                  <a:schemeClr val="accent1"/>
                </a:solidFill>
                <a:latin typeface="+mj-lt"/>
              </a:endParaRPr>
            </a:p>
          </p:txBody>
        </p:sp>
        <p:sp>
          <p:nvSpPr>
            <p:cNvPr id="35" name="Text Placeholder 4">
              <a:extLst>
                <a:ext uri="{FF2B5EF4-FFF2-40B4-BE49-F238E27FC236}">
                  <a16:creationId xmlns:a16="http://schemas.microsoft.com/office/drawing/2014/main" id="{CAE6442A-7F7A-7520-E012-744876DD2E5B}"/>
                </a:ext>
              </a:extLst>
            </p:cNvPr>
            <p:cNvSpPr txBox="1">
              <a:spLocks/>
            </p:cNvSpPr>
            <p:nvPr/>
          </p:nvSpPr>
          <p:spPr>
            <a:xfrm>
              <a:off x="668713" y="3611504"/>
              <a:ext cx="2887778" cy="338662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marL="2286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2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Font typeface="Graphik" panose="020B0503030202060203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503030202060203" pitchFamily="34" charset="0"/>
                <a:buChar char="–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113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503030202060203" pitchFamily="34" charset="0"/>
                <a:buNone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AR" sz="1200" b="1">
                  <a:solidFill>
                    <a:schemeClr val="accent1"/>
                  </a:solidFill>
                  <a:latin typeface="+mj-lt"/>
                </a:rPr>
                <a:t>EDUCATION</a:t>
              </a:r>
              <a:endParaRPr lang="en-US" sz="1200" b="1">
                <a:solidFill>
                  <a:schemeClr val="accent1"/>
                </a:solidFill>
                <a:latin typeface="+mj-lt"/>
              </a:endParaRPr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CD3F3331-A2F2-3187-3314-9536E3A05809}"/>
              </a:ext>
            </a:extLst>
          </p:cNvPr>
          <p:cNvSpPr/>
          <p:nvPr/>
        </p:nvSpPr>
        <p:spPr>
          <a:xfrm>
            <a:off x="3431214" y="5236790"/>
            <a:ext cx="3246987" cy="96902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pPr marL="171450" indent="-17145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sz="1000">
              <a:solidFill>
                <a:schemeClr val="tx1"/>
              </a:solidFill>
              <a:latin typeface="Graphik"/>
            </a:endParaRP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E2E6DC0A-D16B-3A77-6077-F57069BD7EDC}"/>
              </a:ext>
            </a:extLst>
          </p:cNvPr>
          <p:cNvSpPr txBox="1">
            <a:spLocks/>
          </p:cNvSpPr>
          <p:nvPr/>
        </p:nvSpPr>
        <p:spPr>
          <a:xfrm>
            <a:off x="328699" y="5299574"/>
            <a:ext cx="1478408" cy="2001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200" b="1">
                <a:solidFill>
                  <a:schemeClr val="accent1"/>
                </a:solidFill>
                <a:latin typeface="+mj-lt"/>
              </a:rPr>
              <a:t>LANGUAGES</a:t>
            </a:r>
            <a:endParaRPr lang="en-US" sz="1200" b="1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40" name="Text Placeholder 4">
            <a:extLst>
              <a:ext uri="{FF2B5EF4-FFF2-40B4-BE49-F238E27FC236}">
                <a16:creationId xmlns:a16="http://schemas.microsoft.com/office/drawing/2014/main" id="{6F73DCD2-A285-29D0-D542-E4F69730AE06}"/>
              </a:ext>
            </a:extLst>
          </p:cNvPr>
          <p:cNvSpPr txBox="1">
            <a:spLocks/>
          </p:cNvSpPr>
          <p:nvPr/>
        </p:nvSpPr>
        <p:spPr>
          <a:xfrm>
            <a:off x="3717864" y="2425651"/>
            <a:ext cx="2414561" cy="32111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200" b="1">
                <a:solidFill>
                  <a:schemeClr val="accent1"/>
                </a:solidFill>
                <a:latin typeface="+mj-lt"/>
              </a:rPr>
              <a:t>AREA OF EXPERTISE</a:t>
            </a:r>
            <a:endParaRPr lang="en-US" sz="1200" b="1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45" name="Text Placeholder 4">
            <a:extLst>
              <a:ext uri="{FF2B5EF4-FFF2-40B4-BE49-F238E27FC236}">
                <a16:creationId xmlns:a16="http://schemas.microsoft.com/office/drawing/2014/main" id="{83AF36ED-0DC5-5D34-4D4E-DFABF505923D}"/>
              </a:ext>
            </a:extLst>
          </p:cNvPr>
          <p:cNvSpPr txBox="1">
            <a:spLocks/>
          </p:cNvSpPr>
          <p:nvPr/>
        </p:nvSpPr>
        <p:spPr>
          <a:xfrm>
            <a:off x="3679756" y="5301889"/>
            <a:ext cx="1278123" cy="33866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200" b="1">
                <a:solidFill>
                  <a:schemeClr val="accent1"/>
                </a:solidFill>
                <a:latin typeface="+mj-lt"/>
              </a:rPr>
              <a:t>INDUSTRY</a:t>
            </a:r>
            <a:endParaRPr lang="en-US" sz="1200" b="1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47" name="Text Placeholder 10">
            <a:extLst>
              <a:ext uri="{FF2B5EF4-FFF2-40B4-BE49-F238E27FC236}">
                <a16:creationId xmlns:a16="http://schemas.microsoft.com/office/drawing/2014/main" id="{88916E2A-4E45-86B5-A986-94589B9AFC66}"/>
              </a:ext>
            </a:extLst>
          </p:cNvPr>
          <p:cNvSpPr txBox="1">
            <a:spLocks/>
          </p:cNvSpPr>
          <p:nvPr/>
        </p:nvSpPr>
        <p:spPr>
          <a:xfrm>
            <a:off x="3605712" y="2874620"/>
            <a:ext cx="2668543" cy="242495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en-US"/>
            </a:defPPr>
            <a:lvl1pPr marL="171450" indent="-17145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000" b="1" i="0" u="none" strike="noStrike">
                <a:solidFill>
                  <a:schemeClr val="accent3"/>
                </a:solidFill>
                <a:effectLst/>
                <a:latin typeface="+mj-lt"/>
              </a:defRPr>
            </a:lvl1pPr>
            <a:lvl2pPr marL="511175" indent="-228600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>
                <a:latin typeface="Graphik" panose="020B0503030202060203" pitchFamily="34" charset="77"/>
              </a:defRPr>
            </a:lvl2pPr>
            <a:lvl3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cap="all" baseline="0">
                <a:solidFill>
                  <a:schemeClr val="accent2"/>
                </a:solidFill>
                <a:latin typeface="Graphik" panose="020B0503030202060203" pitchFamily="34" charset="77"/>
              </a:defRPr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>
                <a:solidFill>
                  <a:schemeClr val="accent4"/>
                </a:solidFill>
                <a:latin typeface="Graphik" panose="020B0503030202060203" pitchFamily="34" charset="77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/>
              <a:t>Generative AI &amp; LLMs: </a:t>
            </a:r>
            <a:r>
              <a:rPr lang="en-US" b="0"/>
              <a:t>Agentic AI Systems, RAG, Prompt Engineering</a:t>
            </a:r>
          </a:p>
          <a:p>
            <a:r>
              <a:rPr lang="en-US"/>
              <a:t>ML &amp; Data Science: </a:t>
            </a:r>
            <a:r>
              <a:rPr lang="en-US" b="0">
                <a:solidFill>
                  <a:srgbClr val="000000"/>
                </a:solidFill>
                <a:latin typeface="Graphik" panose="020B0503030202060203" pitchFamily="34" charset="0"/>
              </a:rPr>
              <a:t>Regression and Clustering​. Time Series, NLP</a:t>
            </a:r>
            <a:endParaRPr lang="en-US"/>
          </a:p>
          <a:p>
            <a:r>
              <a:rPr lang="en-US"/>
              <a:t>Dev:</a:t>
            </a:r>
            <a:r>
              <a:rPr lang="en-US" b="0">
                <a:solidFill>
                  <a:schemeClr val="bg1"/>
                </a:solidFill>
              </a:rPr>
              <a:t> </a:t>
            </a:r>
            <a:r>
              <a:rPr lang="en-US" b="0">
                <a:solidFill>
                  <a:srgbClr val="000000"/>
                </a:solidFill>
                <a:latin typeface="Graphik" panose="020B0503030202060203" pitchFamily="34" charset="0"/>
              </a:rPr>
              <a:t>Python, SQL, SAS, SPSS modeler, SPSS Statistics.</a:t>
            </a:r>
          </a:p>
          <a:p>
            <a:r>
              <a:rPr lang="en-US"/>
              <a:t>Cloud &amp; Data Platforms: </a:t>
            </a:r>
            <a:r>
              <a:rPr lang="en-US" b="0"/>
              <a:t>GCP (</a:t>
            </a:r>
            <a:r>
              <a:rPr lang="en-US" b="0" err="1"/>
              <a:t>BigQuery</a:t>
            </a:r>
            <a:r>
              <a:rPr lang="en-US" b="0"/>
              <a:t>, Vertex AI), Azure (Azure DevOps)</a:t>
            </a:r>
          </a:p>
          <a:p>
            <a:endParaRPr lang="en-US" b="0">
              <a:solidFill>
                <a:srgbClr val="000000"/>
              </a:solidFill>
              <a:latin typeface="Graphik" panose="020B0503030202060203" pitchFamily="34" charset="0"/>
            </a:endParaRPr>
          </a:p>
          <a:p>
            <a:r>
              <a:rPr lang="en-US"/>
              <a:t>OS: </a:t>
            </a:r>
            <a:r>
              <a:rPr lang="en-US" b="0">
                <a:solidFill>
                  <a:srgbClr val="000000"/>
                </a:solidFill>
                <a:latin typeface="Graphik" panose="020B0503030202060203" pitchFamily="34" charset="0"/>
              </a:rPr>
              <a:t>Windows, Unix</a:t>
            </a:r>
          </a:p>
          <a:p>
            <a:r>
              <a:rPr lang="en-US"/>
              <a:t>​Cloud: </a:t>
            </a:r>
            <a:r>
              <a:rPr lang="en-US" b="0">
                <a:solidFill>
                  <a:srgbClr val="000000"/>
                </a:solidFill>
                <a:latin typeface="Graphik" panose="020B0503030202060203" pitchFamily="34" charset="0"/>
              </a:rPr>
              <a:t>GCP, Azure</a:t>
            </a:r>
          </a:p>
          <a:p>
            <a:r>
              <a:rPr lang="en-US"/>
              <a:t>Visualization: </a:t>
            </a:r>
            <a:r>
              <a:rPr lang="en-US" b="0">
                <a:solidFill>
                  <a:srgbClr val="000000"/>
                </a:solidFill>
                <a:latin typeface="Graphik" panose="020B0503030202060203" pitchFamily="34" charset="0"/>
              </a:rPr>
              <a:t>Power BI, tableau</a:t>
            </a:r>
          </a:p>
          <a:p>
            <a:r>
              <a:rPr lang="en-US"/>
              <a:t>AI: </a:t>
            </a:r>
            <a:r>
              <a:rPr lang="en-US" b="0">
                <a:solidFill>
                  <a:srgbClr val="000000"/>
                </a:solidFill>
                <a:latin typeface="Graphik" panose="020B0503030202060203" pitchFamily="34" charset="0"/>
              </a:rPr>
              <a:t>Machine Learning, Regression and Clustering Analysis​. Time Series</a:t>
            </a:r>
          </a:p>
          <a:p>
            <a:r>
              <a:rPr lang="en-US"/>
              <a:t>Methodologies: </a:t>
            </a:r>
            <a:r>
              <a:rPr lang="en-US" b="0">
                <a:solidFill>
                  <a:srgbClr val="000000"/>
                </a:solidFill>
                <a:latin typeface="Graphik" panose="020B0503030202060203" pitchFamily="34" charset="0"/>
              </a:rPr>
              <a:t>Kanban, Scrum</a:t>
            </a:r>
          </a:p>
          <a:p>
            <a:r>
              <a:rPr lang="en-US"/>
              <a:t>People: </a:t>
            </a:r>
            <a:r>
              <a:rPr lang="en-US" b="0">
                <a:solidFill>
                  <a:srgbClr val="000000"/>
                </a:solidFill>
                <a:latin typeface="Graphik" panose="020B0503030202060203" pitchFamily="34" charset="0"/>
              </a:rPr>
              <a:t>Coaching, Team Building.</a:t>
            </a:r>
          </a:p>
          <a:p>
            <a:r>
              <a:rPr lang="en-US"/>
              <a:t>Versioning: </a:t>
            </a:r>
            <a:r>
              <a:rPr lang="en-US" b="0">
                <a:solidFill>
                  <a:srgbClr val="000000"/>
                </a:solidFill>
                <a:latin typeface="Graphik" panose="020B0503030202060203" pitchFamily="34" charset="0"/>
              </a:rPr>
              <a:t>GitHub, </a:t>
            </a:r>
            <a:r>
              <a:rPr lang="en-US" b="0" err="1">
                <a:solidFill>
                  <a:srgbClr val="000000"/>
                </a:solidFill>
                <a:latin typeface="Graphik" panose="020B0503030202060203" pitchFamily="34" charset="0"/>
              </a:rPr>
              <a:t>Sharepoint</a:t>
            </a:r>
            <a:r>
              <a:rPr lang="en-US" b="0">
                <a:solidFill>
                  <a:srgbClr val="000000"/>
                </a:solidFill>
                <a:latin typeface="Graphik" panose="020B0503030202060203" pitchFamily="34" charset="0"/>
              </a:rPr>
              <a:t>,</a:t>
            </a:r>
          </a:p>
          <a:p>
            <a:r>
              <a:rPr lang="en-US"/>
              <a:t>Others: </a:t>
            </a:r>
            <a:r>
              <a:rPr lang="en-US" b="0">
                <a:solidFill>
                  <a:srgbClr val="000000"/>
                </a:solidFill>
                <a:latin typeface="Graphik" panose="020B0503030202060203" pitchFamily="34" charset="0"/>
              </a:rPr>
              <a:t>Time management, Adaptability, Problem-solving, Teamwork, Creativity, Attention to detail, Analytical Thinking, storytelling </a:t>
            </a:r>
          </a:p>
          <a:p>
            <a:endParaRPr lang="en-US">
              <a:solidFill>
                <a:schemeClr val="tx1"/>
              </a:solidFill>
            </a:endParaRP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8" name="Text Placeholder 13">
            <a:extLst>
              <a:ext uri="{FF2B5EF4-FFF2-40B4-BE49-F238E27FC236}">
                <a16:creationId xmlns:a16="http://schemas.microsoft.com/office/drawing/2014/main" id="{CE6DAE4F-8226-621D-1573-393F25103FEA}"/>
              </a:ext>
            </a:extLst>
          </p:cNvPr>
          <p:cNvSpPr txBox="1">
            <a:spLocks/>
          </p:cNvSpPr>
          <p:nvPr/>
        </p:nvSpPr>
        <p:spPr>
          <a:xfrm>
            <a:off x="249438" y="3861758"/>
            <a:ext cx="3106657" cy="62094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1714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Graphik" panose="020B0503030202060203" pitchFamily="34" charset="0"/>
                <a:ea typeface="+mn-ea"/>
                <a:cs typeface="+mn-cs"/>
              </a:defRPr>
            </a:lvl1pPr>
            <a:lvl2pPr marL="511175" indent="-22860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lang="en-US" sz="1800" kern="1200" dirty="0" smtClean="0">
                <a:solidFill>
                  <a:schemeClr val="accent1"/>
                </a:solidFill>
                <a:latin typeface="Graphik" panose="020B0503030202060203" pitchFamily="34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kern="1200" cap="all" baseline="0">
                <a:solidFill>
                  <a:schemeClr val="accent2"/>
                </a:solidFill>
                <a:latin typeface="Graphik" panose="020B0503030202060203" pitchFamily="34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 kern="1200">
                <a:solidFill>
                  <a:schemeClr val="accent4"/>
                </a:solidFill>
                <a:latin typeface="Graphik" panose="020B0503030202060203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Char char="•"/>
            </a:pPr>
            <a:r>
              <a:rPr lang="en-US" sz="1000">
                <a:solidFill>
                  <a:srgbClr val="000000"/>
                </a:solidFill>
              </a:rPr>
              <a:t>Bachelor in Economics – Cum Laude</a:t>
            </a:r>
          </a:p>
          <a:p>
            <a:pPr marL="171450" indent="-171450">
              <a:buChar char="•"/>
            </a:pPr>
            <a:r>
              <a:rPr lang="en-US" sz="1000">
                <a:solidFill>
                  <a:srgbClr val="000000"/>
                </a:solidFill>
              </a:rPr>
              <a:t>Magister in Economics (Candidate)</a:t>
            </a:r>
            <a:endParaRPr lang="en-US" sz="1000"/>
          </a:p>
          <a:p>
            <a:endParaRPr lang="es-AR">
              <a:latin typeface="Graphik"/>
            </a:endParaRPr>
          </a:p>
        </p:txBody>
      </p:sp>
      <p:sp>
        <p:nvSpPr>
          <p:cNvPr id="49" name="Text Placeholder 13">
            <a:extLst>
              <a:ext uri="{FF2B5EF4-FFF2-40B4-BE49-F238E27FC236}">
                <a16:creationId xmlns:a16="http://schemas.microsoft.com/office/drawing/2014/main" id="{67B10EEE-BF1A-4587-0DE7-065C396FC396}"/>
              </a:ext>
            </a:extLst>
          </p:cNvPr>
          <p:cNvSpPr txBox="1">
            <a:spLocks/>
          </p:cNvSpPr>
          <p:nvPr/>
        </p:nvSpPr>
        <p:spPr>
          <a:xfrm>
            <a:off x="202405" y="2709462"/>
            <a:ext cx="2702016" cy="30095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1714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Graphik" panose="020B0503030202060203" pitchFamily="34" charset="0"/>
                <a:ea typeface="+mn-ea"/>
                <a:cs typeface="+mn-cs"/>
              </a:defRPr>
            </a:lvl1pPr>
            <a:lvl2pPr marL="511175" indent="-22860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lang="en-US" sz="1800" kern="1200" dirty="0" smtClean="0">
                <a:solidFill>
                  <a:schemeClr val="accent1"/>
                </a:solidFill>
                <a:latin typeface="Graphik" panose="020B0503030202060203" pitchFamily="34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kern="1200" cap="all" baseline="0">
                <a:solidFill>
                  <a:schemeClr val="accent2"/>
                </a:solidFill>
                <a:latin typeface="Graphik" panose="020B0503030202060203" pitchFamily="34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 kern="1200">
                <a:solidFill>
                  <a:schemeClr val="accent4"/>
                </a:solidFill>
                <a:latin typeface="Graphik" panose="020B0503030202060203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>
                <a:latin typeface="Graphik"/>
              </a:rPr>
              <a:t>8 </a:t>
            </a:r>
            <a:r>
              <a:rPr lang="en-US" sz="1000" err="1">
                <a:latin typeface="Graphik"/>
              </a:rPr>
              <a:t>yrs</a:t>
            </a:r>
            <a:r>
              <a:rPr lang="en-US" sz="1000">
                <a:latin typeface="Graphik"/>
              </a:rPr>
              <a:t> experience in getting insights from data for decision making</a:t>
            </a:r>
          </a:p>
          <a:p>
            <a:r>
              <a:rPr lang="en-US" sz="1000">
                <a:latin typeface="Graphik"/>
              </a:rPr>
              <a:t>Currently as Business analyst for </a:t>
            </a:r>
            <a:r>
              <a:rPr lang="en-US" sz="1000" err="1">
                <a:latin typeface="Graphik"/>
              </a:rPr>
              <a:t>MyS</a:t>
            </a:r>
            <a:r>
              <a:rPr lang="en-US" sz="1000">
                <a:latin typeface="Graphik"/>
              </a:rPr>
              <a:t> AI Team  and member of the Crew - AI Driven decision makers</a:t>
            </a:r>
          </a:p>
        </p:txBody>
      </p:sp>
      <p:sp>
        <p:nvSpPr>
          <p:cNvPr id="50" name="Text Placeholder 13">
            <a:extLst>
              <a:ext uri="{FF2B5EF4-FFF2-40B4-BE49-F238E27FC236}">
                <a16:creationId xmlns:a16="http://schemas.microsoft.com/office/drawing/2014/main" id="{F5B1C679-DFF5-C42C-3C67-B3D6B74019FF}"/>
              </a:ext>
            </a:extLst>
          </p:cNvPr>
          <p:cNvSpPr txBox="1">
            <a:spLocks/>
          </p:cNvSpPr>
          <p:nvPr/>
        </p:nvSpPr>
        <p:spPr>
          <a:xfrm>
            <a:off x="249438" y="4596773"/>
            <a:ext cx="3069899" cy="40471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1714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Graphik" panose="020B0503030202060203" pitchFamily="34" charset="0"/>
                <a:ea typeface="+mn-ea"/>
                <a:cs typeface="+mn-cs"/>
              </a:defRPr>
            </a:lvl1pPr>
            <a:lvl2pPr marL="511175" indent="-22860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lang="en-US" sz="1800" kern="1200" dirty="0" smtClean="0">
                <a:solidFill>
                  <a:schemeClr val="accent1"/>
                </a:solidFill>
                <a:latin typeface="Graphik" panose="020B0503030202060203" pitchFamily="34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kern="1200" cap="all" baseline="0">
                <a:solidFill>
                  <a:schemeClr val="accent2"/>
                </a:solidFill>
                <a:latin typeface="Graphik" panose="020B0503030202060203" pitchFamily="34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 kern="1200">
                <a:solidFill>
                  <a:schemeClr val="accent4"/>
                </a:solidFill>
                <a:latin typeface="Graphik" panose="020B0503030202060203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1000">
                <a:solidFill>
                  <a:srgbClr val="000000"/>
                </a:solidFill>
                <a:latin typeface="Graphik"/>
              </a:rPr>
              <a:t>Data Science Career (</a:t>
            </a:r>
            <a:r>
              <a:rPr lang="en-US" sz="1000" err="1">
                <a:solidFill>
                  <a:srgbClr val="000000"/>
                </a:solidFill>
                <a:latin typeface="Graphik"/>
              </a:rPr>
              <a:t>Coderhouse</a:t>
            </a:r>
            <a:r>
              <a:rPr lang="en-US" sz="1000">
                <a:solidFill>
                  <a:srgbClr val="000000"/>
                </a:solidFill>
                <a:latin typeface="Graphik"/>
              </a:rPr>
              <a:t>)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effectLst/>
                <a:latin typeface="Graphik"/>
              </a:rPr>
              <a:t>Big Data </a:t>
            </a:r>
            <a:r>
              <a:rPr lang="en-US" sz="1000">
                <a:solidFill>
                  <a:srgbClr val="000000"/>
                </a:solidFill>
                <a:latin typeface="Graphik"/>
              </a:rPr>
              <a:t>- </a:t>
            </a:r>
            <a:r>
              <a:rPr lang="en-US" sz="1000" b="0" i="0" u="none" strike="noStrike">
                <a:solidFill>
                  <a:srgbClr val="000000"/>
                </a:solidFill>
                <a:effectLst/>
                <a:latin typeface="Graphik"/>
              </a:rPr>
              <a:t>Data Science ( </a:t>
            </a:r>
            <a:r>
              <a:rPr lang="en-US" sz="1000" b="0" i="0" u="none" strike="noStrike" err="1">
                <a:solidFill>
                  <a:srgbClr val="000000"/>
                </a:solidFill>
                <a:effectLst/>
                <a:latin typeface="Graphik"/>
              </a:rPr>
              <a:t>Codo</a:t>
            </a:r>
            <a:r>
              <a:rPr lang="en-US" sz="1000" b="0" i="0" u="none" strike="noStrike">
                <a:solidFill>
                  <a:srgbClr val="000000"/>
                </a:solidFill>
                <a:effectLst/>
                <a:latin typeface="Graphik"/>
              </a:rPr>
              <a:t> a </a:t>
            </a:r>
            <a:r>
              <a:rPr lang="en-US" sz="1000" b="0" i="0" u="none" strike="noStrike" err="1">
                <a:solidFill>
                  <a:srgbClr val="000000"/>
                </a:solidFill>
                <a:effectLst/>
                <a:latin typeface="Graphik"/>
              </a:rPr>
              <a:t>codo</a:t>
            </a:r>
            <a:r>
              <a:rPr lang="en-US" sz="1000" b="0" i="0" u="none" strike="noStrike">
                <a:solidFill>
                  <a:srgbClr val="000000"/>
                </a:solidFill>
                <a:effectLst/>
                <a:latin typeface="Graphik"/>
              </a:rPr>
              <a:t>)</a:t>
            </a:r>
            <a:endParaRPr lang="en-US" sz="1000" b="0" i="0" u="none" strike="noStrike">
              <a:solidFill>
                <a:srgbClr val="000000"/>
              </a:solidFill>
              <a:effectLst/>
              <a:latin typeface="Graphik" panose="020B0503030202060203" pitchFamily="34" charset="0"/>
            </a:endParaRPr>
          </a:p>
          <a:p>
            <a:pPr marL="0" indent="0" algn="l" rtl="0" fontAlgn="base">
              <a:buNone/>
            </a:pPr>
            <a:endParaRPr lang="en-US" sz="1000">
              <a:solidFill>
                <a:srgbClr val="000000"/>
              </a:solidFill>
            </a:endParaRPr>
          </a:p>
          <a:p>
            <a:endParaRPr lang="es-AR" sz="1000">
              <a:latin typeface="Graphik"/>
            </a:endParaRPr>
          </a:p>
        </p:txBody>
      </p:sp>
      <p:sp>
        <p:nvSpPr>
          <p:cNvPr id="51" name="Text Placeholder 13">
            <a:extLst>
              <a:ext uri="{FF2B5EF4-FFF2-40B4-BE49-F238E27FC236}">
                <a16:creationId xmlns:a16="http://schemas.microsoft.com/office/drawing/2014/main" id="{72302F36-E7BC-42A3-0A43-CDD2E2AB577E}"/>
              </a:ext>
            </a:extLst>
          </p:cNvPr>
          <p:cNvSpPr txBox="1">
            <a:spLocks/>
          </p:cNvSpPr>
          <p:nvPr/>
        </p:nvSpPr>
        <p:spPr>
          <a:xfrm>
            <a:off x="249438" y="5511677"/>
            <a:ext cx="2702016" cy="7197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en-US"/>
            </a:defPPr>
            <a:lvl1pPr marL="171450" indent="-17145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000">
                <a:latin typeface="Graphik"/>
              </a:defRPr>
            </a:lvl1pPr>
            <a:lvl2pPr marL="511175" indent="-228600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>
                <a:latin typeface="Graphik" panose="020B0503030202060203" pitchFamily="34" charset="77"/>
              </a:defRPr>
            </a:lvl2pPr>
            <a:lvl3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cap="all" baseline="0">
                <a:solidFill>
                  <a:schemeClr val="accent2"/>
                </a:solidFill>
                <a:latin typeface="Graphik" panose="020B0503030202060203" pitchFamily="34" charset="77"/>
              </a:defRPr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>
                <a:solidFill>
                  <a:schemeClr val="accent4"/>
                </a:solidFill>
                <a:latin typeface="Graphik" panose="020B0503030202060203" pitchFamily="34" charset="77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/>
              <a:t>Spanish (Native)</a:t>
            </a:r>
          </a:p>
          <a:p>
            <a:r>
              <a:rPr lang="en-US"/>
              <a:t>English (C1)</a:t>
            </a:r>
          </a:p>
          <a:p>
            <a:endParaRPr lang="en-US"/>
          </a:p>
          <a:p>
            <a:endParaRPr lang="es-AR"/>
          </a:p>
        </p:txBody>
      </p:sp>
      <p:sp>
        <p:nvSpPr>
          <p:cNvPr id="53" name="Text Placeholder 13">
            <a:extLst>
              <a:ext uri="{FF2B5EF4-FFF2-40B4-BE49-F238E27FC236}">
                <a16:creationId xmlns:a16="http://schemas.microsoft.com/office/drawing/2014/main" id="{30377A8A-69CD-5F83-DA2E-98B9A486EC39}"/>
              </a:ext>
            </a:extLst>
          </p:cNvPr>
          <p:cNvSpPr txBox="1">
            <a:spLocks/>
          </p:cNvSpPr>
          <p:nvPr/>
        </p:nvSpPr>
        <p:spPr>
          <a:xfrm>
            <a:off x="3597166" y="5523679"/>
            <a:ext cx="1440137" cy="7197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en-US"/>
            </a:defPPr>
            <a:lvl1pPr marL="171450" indent="-17145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000">
                <a:latin typeface="Graphik"/>
              </a:defRPr>
            </a:lvl1pPr>
            <a:lvl2pPr marL="511175" indent="-228600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>
                <a:latin typeface="Graphik" panose="020B0503030202060203" pitchFamily="34" charset="77"/>
              </a:defRPr>
            </a:lvl2pPr>
            <a:lvl3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cap="all" baseline="0">
                <a:solidFill>
                  <a:schemeClr val="accent2"/>
                </a:solidFill>
                <a:latin typeface="Graphik" panose="020B0503030202060203" pitchFamily="34" charset="77"/>
              </a:defRPr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>
                <a:solidFill>
                  <a:schemeClr val="accent4"/>
                </a:solidFill>
                <a:latin typeface="Graphik" panose="020B0503030202060203" pitchFamily="34" charset="77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/>
              <a:t>FMCG</a:t>
            </a:r>
          </a:p>
          <a:p>
            <a:endParaRPr lang="es-AR"/>
          </a:p>
        </p:txBody>
      </p:sp>
      <p:sp>
        <p:nvSpPr>
          <p:cNvPr id="67" name="Text Placeholder 11">
            <a:extLst>
              <a:ext uri="{FF2B5EF4-FFF2-40B4-BE49-F238E27FC236}">
                <a16:creationId xmlns:a16="http://schemas.microsoft.com/office/drawing/2014/main" id="{C6A51E4F-7155-0013-A033-1BFC0B3D9F3D}"/>
              </a:ext>
            </a:extLst>
          </p:cNvPr>
          <p:cNvSpPr txBox="1">
            <a:spLocks/>
          </p:cNvSpPr>
          <p:nvPr/>
        </p:nvSpPr>
        <p:spPr>
          <a:xfrm>
            <a:off x="6907843" y="733213"/>
            <a:ext cx="5081751" cy="52986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100"/>
              </a:spcBef>
              <a:spcAft>
                <a:spcPts val="300"/>
              </a:spcAft>
            </a:pPr>
            <a:r>
              <a:rPr lang="es-ES" sz="1000">
                <a:solidFill>
                  <a:srgbClr val="000000"/>
                </a:solidFill>
                <a:latin typeface="+mn-lt"/>
              </a:rPr>
              <a:t>LATAM Sales &amp; MKT Performance </a:t>
            </a:r>
            <a:r>
              <a:rPr lang="es-ES" sz="1000" err="1">
                <a:solidFill>
                  <a:srgbClr val="000000"/>
                </a:solidFill>
                <a:latin typeface="+mn-lt"/>
              </a:rPr>
              <a:t>Team</a:t>
            </a:r>
            <a:r>
              <a:rPr lang="es-ES" sz="1000">
                <a:solidFill>
                  <a:srgbClr val="000000"/>
                </a:solidFill>
                <a:latin typeface="+mn-lt"/>
              </a:rPr>
              <a:t> Leader </a:t>
            </a:r>
            <a:r>
              <a:rPr lang="en-US" sz="1000">
                <a:solidFill>
                  <a:srgbClr val="000000"/>
                </a:solidFill>
                <a:latin typeface="+mn-lt"/>
              </a:rPr>
              <a:t> (08 2018 – 03 2020)</a:t>
            </a:r>
            <a:r>
              <a:rPr lang="en-US" sz="1000" b="0">
                <a:solidFill>
                  <a:srgbClr val="000000"/>
                </a:solidFill>
                <a:latin typeface="+mn-lt"/>
              </a:rPr>
              <a:t>​</a:t>
            </a:r>
          </a:p>
          <a:p>
            <a:r>
              <a:rPr lang="es-ES" sz="1000" i="1">
                <a:latin typeface="+mn-lt"/>
              </a:rPr>
              <a:t> </a:t>
            </a:r>
            <a:r>
              <a:rPr lang="es-ES" sz="1000" b="0" i="1">
                <a:latin typeface="+mn-lt"/>
              </a:rPr>
              <a:t>	</a:t>
            </a:r>
            <a:r>
              <a:rPr lang="es-ES" sz="1000" b="0" i="1">
                <a:latin typeface="+mn-lt"/>
                <a:cs typeface="Calibri" panose="020F0502020204030204" pitchFamily="34" charset="0"/>
              </a:rPr>
              <a:t>- </a:t>
            </a:r>
            <a:r>
              <a:rPr lang="es-ES" sz="1000" b="0" i="1" err="1">
                <a:latin typeface="+mn-lt"/>
                <a:cs typeface="Calibri" panose="020F0502020204030204" pitchFamily="34" charset="0"/>
              </a:rPr>
              <a:t>Overview</a:t>
            </a:r>
            <a:r>
              <a:rPr lang="es-ES" sz="1000" b="0" i="1">
                <a:latin typeface="+mn-lt"/>
                <a:cs typeface="Calibri" panose="020F0502020204030204" pitchFamily="34" charset="0"/>
              </a:rPr>
              <a:t> and </a:t>
            </a:r>
            <a:r>
              <a:rPr lang="es-ES" sz="1000" b="0" i="1" err="1">
                <a:latin typeface="+mn-lt"/>
                <a:cs typeface="Calibri" panose="020F0502020204030204" pitchFamily="34" charset="0"/>
              </a:rPr>
              <a:t>follow</a:t>
            </a:r>
            <a:r>
              <a:rPr lang="es-ES" sz="1000" b="0" i="1">
                <a:latin typeface="+mn-lt"/>
                <a:cs typeface="Calibri" panose="020F0502020204030204" pitchFamily="34" charset="0"/>
              </a:rPr>
              <a:t> up </a:t>
            </a:r>
            <a:r>
              <a:rPr lang="es-ES" sz="1000" b="0" i="1" err="1">
                <a:latin typeface="+mn-lt"/>
                <a:cs typeface="Calibri" panose="020F0502020204030204" pitchFamily="34" charset="0"/>
              </a:rPr>
              <a:t>of</a:t>
            </a:r>
            <a:r>
              <a:rPr lang="es-ES" sz="1000" b="0" i="1">
                <a:latin typeface="+mn-lt"/>
                <a:cs typeface="Calibri" panose="020F0502020204030204" pitchFamily="34" charset="0"/>
              </a:rPr>
              <a:t> marketing </a:t>
            </a:r>
            <a:r>
              <a:rPr lang="es-ES" sz="1000" b="0" i="1" err="1">
                <a:latin typeface="+mn-lt"/>
                <a:cs typeface="Calibri" panose="020F0502020204030204" pitchFamily="34" charset="0"/>
              </a:rPr>
              <a:t>strategy</a:t>
            </a:r>
            <a:r>
              <a:rPr lang="es-ES" sz="1000" b="0" i="1">
                <a:latin typeface="+mn-lt"/>
                <a:cs typeface="Calibri" panose="020F0502020204030204" pitchFamily="34" charset="0"/>
              </a:rPr>
              <a:t> performance </a:t>
            </a:r>
            <a:r>
              <a:rPr lang="es-ES" sz="1000" b="0" i="1" err="1">
                <a:latin typeface="+mn-lt"/>
                <a:cs typeface="Calibri" panose="020F0502020204030204" pitchFamily="34" charset="0"/>
              </a:rPr>
              <a:t>during</a:t>
            </a:r>
            <a:r>
              <a:rPr lang="es-ES" sz="1000" b="0" i="1">
                <a:latin typeface="+mn-lt"/>
                <a:cs typeface="Calibri" panose="020F0502020204030204" pitchFamily="34" charset="0"/>
              </a:rPr>
              <a:t> sales </a:t>
            </a:r>
            <a:r>
              <a:rPr lang="es-ES" sz="1000" b="0" i="1" err="1">
                <a:latin typeface="+mn-lt"/>
                <a:cs typeface="Calibri" panose="020F0502020204030204" pitchFamily="34" charset="0"/>
              </a:rPr>
              <a:t>cycles</a:t>
            </a:r>
            <a:r>
              <a:rPr lang="es-ES" sz="1000" b="0" i="1">
                <a:latin typeface="+mn-lt"/>
                <a:cs typeface="Calibri" panose="020F0502020204030204" pitchFamily="34" charset="0"/>
              </a:rPr>
              <a:t> and </a:t>
            </a:r>
            <a:r>
              <a:rPr lang="es-ES" sz="1000" b="0" i="1" err="1">
                <a:latin typeface="+mn-lt"/>
                <a:cs typeface="Calibri" panose="020F0502020204030204" pitchFamily="34" charset="0"/>
              </a:rPr>
              <a:t>campaigns</a:t>
            </a:r>
            <a:endParaRPr lang="es-ES" sz="1000" b="0" i="1">
              <a:latin typeface="+mn-lt"/>
              <a:cs typeface="Calibri" panose="020F0502020204030204" pitchFamily="34" charset="0"/>
            </a:endParaRPr>
          </a:p>
          <a:p>
            <a:r>
              <a:rPr lang="es-ES" sz="1000" b="0" i="1">
                <a:latin typeface="+mn-lt"/>
                <a:cs typeface="Calibri" panose="020F0502020204030204" pitchFamily="34" charset="0"/>
              </a:rPr>
              <a:t>     - Ad-hoc </a:t>
            </a:r>
            <a:r>
              <a:rPr lang="es-ES" sz="1000" b="0" i="1" err="1">
                <a:latin typeface="+mn-lt"/>
                <a:cs typeface="Calibri" panose="020F0502020204030204" pitchFamily="34" charset="0"/>
              </a:rPr>
              <a:t>analysis</a:t>
            </a:r>
            <a:r>
              <a:rPr lang="es-ES" sz="1000" b="0" i="1">
                <a:latin typeface="+mn-lt"/>
                <a:cs typeface="Calibri" panose="020F0502020204030204" pitchFamily="34" charset="0"/>
              </a:rPr>
              <a:t> </a:t>
            </a:r>
            <a:r>
              <a:rPr lang="es-ES" sz="1000" b="0" i="1" err="1">
                <a:latin typeface="+mn-lt"/>
                <a:cs typeface="Calibri" panose="020F0502020204030204" pitchFamily="34" charset="0"/>
              </a:rPr>
              <a:t>requested</a:t>
            </a:r>
            <a:r>
              <a:rPr lang="es-ES" sz="1000" b="0" i="1">
                <a:latin typeface="+mn-lt"/>
                <a:cs typeface="Calibri" panose="020F0502020204030204" pitchFamily="34" charset="0"/>
              </a:rPr>
              <a:t> </a:t>
            </a:r>
            <a:r>
              <a:rPr lang="es-ES" sz="1000" b="0" i="1" err="1">
                <a:latin typeface="+mn-lt"/>
                <a:cs typeface="Calibri" panose="020F0502020204030204" pitchFamily="34" charset="0"/>
              </a:rPr>
              <a:t>by</a:t>
            </a:r>
            <a:r>
              <a:rPr lang="es-ES" sz="1000" b="0" i="1">
                <a:latin typeface="+mn-lt"/>
                <a:cs typeface="Calibri" panose="020F0502020204030204" pitchFamily="34" charset="0"/>
              </a:rPr>
              <a:t> top </a:t>
            </a:r>
            <a:r>
              <a:rPr lang="es-ES" sz="1000" b="0" i="1" err="1">
                <a:latin typeface="+mn-lt"/>
                <a:cs typeface="Calibri" panose="020F0502020204030204" pitchFamily="34" charset="0"/>
              </a:rPr>
              <a:t>management</a:t>
            </a:r>
            <a:r>
              <a:rPr lang="es-ES" sz="1000" b="0" i="1">
                <a:latin typeface="+mn-lt"/>
                <a:cs typeface="Calibri" panose="020F0502020204030204" pitchFamily="34" charset="0"/>
              </a:rPr>
              <a:t> </a:t>
            </a:r>
          </a:p>
          <a:p>
            <a:r>
              <a:rPr lang="es-ES" sz="1000" b="0" i="1">
                <a:latin typeface="+mn-lt"/>
                <a:cs typeface="Calibri" panose="020F0502020204030204" pitchFamily="34" charset="0"/>
              </a:rPr>
              <a:t>	- </a:t>
            </a:r>
            <a:r>
              <a:rPr lang="es-ES" sz="1000" b="0" i="1" err="1">
                <a:latin typeface="+mn-lt"/>
                <a:cs typeface="Calibri" panose="020F0502020204030204" pitchFamily="34" charset="0"/>
              </a:rPr>
              <a:t>Processes</a:t>
            </a:r>
            <a:r>
              <a:rPr lang="es-ES" sz="1000" b="0" i="1">
                <a:latin typeface="+mn-lt"/>
                <a:cs typeface="Calibri" panose="020F0502020204030204" pitchFamily="34" charset="0"/>
              </a:rPr>
              <a:t> </a:t>
            </a:r>
            <a:r>
              <a:rPr lang="es-ES" sz="1000" b="0" i="1" err="1">
                <a:latin typeface="+mn-lt"/>
                <a:cs typeface="Calibri" panose="020F0502020204030204" pitchFamily="34" charset="0"/>
              </a:rPr>
              <a:t>optimization</a:t>
            </a:r>
            <a:r>
              <a:rPr lang="es-ES" sz="1000" b="0" i="1">
                <a:latin typeface="+mn-lt"/>
                <a:cs typeface="Calibri" panose="020F0502020204030204" pitchFamily="34" charset="0"/>
              </a:rPr>
              <a:t> and </a:t>
            </a:r>
            <a:r>
              <a:rPr lang="es-ES" sz="1000" b="0" i="1" err="1">
                <a:latin typeface="+mn-lt"/>
                <a:cs typeface="Calibri" panose="020F0502020204030204" pitchFamily="34" charset="0"/>
              </a:rPr>
              <a:t>automation</a:t>
            </a:r>
            <a:endParaRPr lang="es-ES" sz="1000" b="0" i="1">
              <a:latin typeface="+mn-lt"/>
              <a:cs typeface="Calibri" panose="020F0502020204030204" pitchFamily="34" charset="0"/>
            </a:endParaRPr>
          </a:p>
          <a:p>
            <a:r>
              <a:rPr lang="es-ES" sz="1000" b="0" i="1">
                <a:latin typeface="+mn-lt"/>
                <a:cs typeface="Calibri" panose="020F0502020204030204" pitchFamily="34" charset="0"/>
              </a:rPr>
              <a:t>	- PMO </a:t>
            </a:r>
            <a:r>
              <a:rPr lang="es-ES" sz="1000" b="0" i="1" err="1">
                <a:latin typeface="+mn-lt"/>
                <a:cs typeface="Calibri" panose="020F0502020204030204" pitchFamily="34" charset="0"/>
              </a:rPr>
              <a:t>of</a:t>
            </a:r>
            <a:r>
              <a:rPr lang="es-ES" sz="1000" b="0" i="1">
                <a:latin typeface="+mn-lt"/>
                <a:cs typeface="Calibri" panose="020F0502020204030204" pitchFamily="34" charset="0"/>
              </a:rPr>
              <a:t> BI </a:t>
            </a:r>
            <a:r>
              <a:rPr lang="es-ES" sz="1000" b="0" i="1" err="1">
                <a:latin typeface="+mn-lt"/>
                <a:cs typeface="Calibri" panose="020F0502020204030204" pitchFamily="34" charset="0"/>
              </a:rPr>
              <a:t>tools</a:t>
            </a:r>
            <a:r>
              <a:rPr lang="es-ES" sz="1000" b="0" i="1">
                <a:latin typeface="+mn-lt"/>
                <a:cs typeface="Calibri" panose="020F0502020204030204" pitchFamily="34" charset="0"/>
              </a:rPr>
              <a:t> </a:t>
            </a:r>
            <a:r>
              <a:rPr lang="es-ES" sz="1000" b="0" i="1" err="1">
                <a:latin typeface="+mn-lt"/>
                <a:cs typeface="Calibri" panose="020F0502020204030204" pitchFamily="34" charset="0"/>
              </a:rPr>
              <a:t>deployment</a:t>
            </a:r>
            <a:r>
              <a:rPr lang="es-ES" sz="1000" b="0" i="1">
                <a:latin typeface="+mn-lt"/>
                <a:cs typeface="Calibri" panose="020F0502020204030204" pitchFamily="34" charset="0"/>
              </a:rPr>
              <a:t> (</a:t>
            </a:r>
            <a:r>
              <a:rPr lang="es-ES" sz="1000" b="0" i="1" err="1">
                <a:latin typeface="+mn-lt"/>
                <a:cs typeface="Calibri" panose="020F0502020204030204" pitchFamily="34" charset="0"/>
              </a:rPr>
              <a:t>Tableau</a:t>
            </a:r>
            <a:r>
              <a:rPr lang="es-ES" sz="1000" b="0" i="1">
                <a:latin typeface="+mn-lt"/>
                <a:cs typeface="Calibri" panose="020F0502020204030204" pitchFamily="34" charset="0"/>
              </a:rPr>
              <a:t>)  </a:t>
            </a:r>
          </a:p>
          <a:p>
            <a:r>
              <a:rPr lang="es-ES" sz="1000">
                <a:solidFill>
                  <a:srgbClr val="000000"/>
                </a:solidFill>
                <a:latin typeface="+mn-lt"/>
              </a:rPr>
              <a:t>Business </a:t>
            </a:r>
            <a:r>
              <a:rPr lang="es-ES" sz="1000" err="1">
                <a:solidFill>
                  <a:srgbClr val="000000"/>
                </a:solidFill>
                <a:latin typeface="+mn-lt"/>
              </a:rPr>
              <a:t>Intelligence</a:t>
            </a:r>
            <a:r>
              <a:rPr lang="es-ES" sz="1000">
                <a:solidFill>
                  <a:srgbClr val="000000"/>
                </a:solidFill>
                <a:latin typeface="+mn-lt"/>
              </a:rPr>
              <a:t> </a:t>
            </a:r>
            <a:r>
              <a:rPr lang="es-ES" sz="1000" err="1">
                <a:solidFill>
                  <a:srgbClr val="000000"/>
                </a:solidFill>
                <a:latin typeface="+mn-lt"/>
              </a:rPr>
              <a:t>Team</a:t>
            </a:r>
            <a:r>
              <a:rPr lang="es-ES" sz="1000">
                <a:solidFill>
                  <a:srgbClr val="000000"/>
                </a:solidFill>
                <a:latin typeface="+mn-lt"/>
              </a:rPr>
              <a:t> Leader </a:t>
            </a:r>
            <a:r>
              <a:rPr lang="en-US" sz="1000">
                <a:solidFill>
                  <a:srgbClr val="000000"/>
                </a:solidFill>
                <a:latin typeface="+mn-lt"/>
              </a:rPr>
              <a:t>(11 2017 – 05 2018)</a:t>
            </a:r>
            <a:r>
              <a:rPr lang="en-US" sz="1000" b="0">
                <a:solidFill>
                  <a:srgbClr val="000000"/>
                </a:solidFill>
                <a:latin typeface="+mn-lt"/>
              </a:rPr>
              <a:t>​ </a:t>
            </a:r>
          </a:p>
          <a:p>
            <a:pPr marL="228600" lvl="1" indent="0">
              <a:buNone/>
            </a:pPr>
            <a:r>
              <a:rPr lang="es-ES" sz="1000" i="1">
                <a:solidFill>
                  <a:schemeClr val="accent1"/>
                </a:solidFill>
              </a:rPr>
              <a:t>- </a:t>
            </a:r>
            <a:r>
              <a:rPr lang="es-ES" sz="1000" i="1" err="1">
                <a:solidFill>
                  <a:schemeClr val="accent1"/>
                </a:solidFill>
              </a:rPr>
              <a:t>Strategy</a:t>
            </a:r>
            <a:r>
              <a:rPr lang="es-ES" sz="1000" i="1">
                <a:solidFill>
                  <a:schemeClr val="accent1"/>
                </a:solidFill>
              </a:rPr>
              <a:t> </a:t>
            </a:r>
            <a:r>
              <a:rPr lang="es-ES" sz="1000" i="1" err="1">
                <a:solidFill>
                  <a:schemeClr val="accent1"/>
                </a:solidFill>
              </a:rPr>
              <a:t>market</a:t>
            </a:r>
            <a:r>
              <a:rPr lang="es-ES" sz="1000" i="1">
                <a:solidFill>
                  <a:schemeClr val="accent1"/>
                </a:solidFill>
              </a:rPr>
              <a:t> </a:t>
            </a:r>
            <a:r>
              <a:rPr lang="es-ES" sz="1000" i="1" err="1">
                <a:solidFill>
                  <a:schemeClr val="accent1"/>
                </a:solidFill>
              </a:rPr>
              <a:t>deployment</a:t>
            </a:r>
            <a:r>
              <a:rPr lang="es-ES" sz="1000" i="1">
                <a:solidFill>
                  <a:schemeClr val="accent1"/>
                </a:solidFill>
              </a:rPr>
              <a:t> </a:t>
            </a:r>
            <a:r>
              <a:rPr lang="es-ES" sz="1000" i="1" err="1">
                <a:solidFill>
                  <a:schemeClr val="accent1"/>
                </a:solidFill>
              </a:rPr>
              <a:t>follow</a:t>
            </a:r>
            <a:r>
              <a:rPr lang="es-ES" sz="1000" i="1">
                <a:solidFill>
                  <a:schemeClr val="accent1"/>
                </a:solidFill>
              </a:rPr>
              <a:t> up. </a:t>
            </a:r>
            <a:r>
              <a:rPr lang="es-ES" sz="1000" i="1" err="1">
                <a:solidFill>
                  <a:schemeClr val="accent1"/>
                </a:solidFill>
              </a:rPr>
              <a:t>Improvement</a:t>
            </a:r>
            <a:r>
              <a:rPr lang="es-ES" sz="1000" i="1">
                <a:solidFill>
                  <a:schemeClr val="accent1"/>
                </a:solidFill>
              </a:rPr>
              <a:t> </a:t>
            </a:r>
            <a:r>
              <a:rPr lang="es-ES" sz="1000" i="1" err="1">
                <a:solidFill>
                  <a:schemeClr val="accent1"/>
                </a:solidFill>
              </a:rPr>
              <a:t>opportunities</a:t>
            </a:r>
            <a:r>
              <a:rPr lang="es-ES" sz="1000" i="1">
                <a:solidFill>
                  <a:schemeClr val="accent1"/>
                </a:solidFill>
              </a:rPr>
              <a:t> </a:t>
            </a:r>
            <a:r>
              <a:rPr lang="es-ES" sz="1000" i="1" err="1">
                <a:solidFill>
                  <a:schemeClr val="accent1"/>
                </a:solidFill>
              </a:rPr>
              <a:t>detection</a:t>
            </a:r>
            <a:r>
              <a:rPr lang="es-ES" sz="1000" i="1">
                <a:solidFill>
                  <a:schemeClr val="accent1"/>
                </a:solidFill>
              </a:rPr>
              <a:t> and </a:t>
            </a:r>
            <a:r>
              <a:rPr lang="es-ES" sz="1000" i="1" err="1">
                <a:solidFill>
                  <a:schemeClr val="accent1"/>
                </a:solidFill>
              </a:rPr>
              <a:t>deviations</a:t>
            </a:r>
            <a:r>
              <a:rPr lang="es-ES" sz="1000" i="1">
                <a:solidFill>
                  <a:schemeClr val="accent1"/>
                </a:solidFill>
              </a:rPr>
              <a:t> </a:t>
            </a:r>
            <a:r>
              <a:rPr lang="es-ES" sz="1000" i="1" err="1">
                <a:solidFill>
                  <a:schemeClr val="accent1"/>
                </a:solidFill>
              </a:rPr>
              <a:t>follow</a:t>
            </a:r>
            <a:r>
              <a:rPr lang="es-ES" sz="1000" i="1">
                <a:solidFill>
                  <a:schemeClr val="accent1"/>
                </a:solidFill>
              </a:rPr>
              <a:t> up.</a:t>
            </a:r>
            <a:br>
              <a:rPr lang="es-ES" sz="1000" i="1">
                <a:solidFill>
                  <a:schemeClr val="accent1"/>
                </a:solidFill>
              </a:rPr>
            </a:br>
            <a:r>
              <a:rPr lang="es-ES" sz="1000" i="1">
                <a:solidFill>
                  <a:schemeClr val="accent1"/>
                </a:solidFill>
              </a:rPr>
              <a:t>- </a:t>
            </a:r>
            <a:r>
              <a:rPr lang="es-ES" sz="1000" i="1" err="1">
                <a:solidFill>
                  <a:schemeClr val="accent1"/>
                </a:solidFill>
              </a:rPr>
              <a:t>Diagnostic</a:t>
            </a:r>
            <a:r>
              <a:rPr lang="es-ES" sz="1000" i="1">
                <a:solidFill>
                  <a:schemeClr val="accent1"/>
                </a:solidFill>
              </a:rPr>
              <a:t> </a:t>
            </a:r>
            <a:r>
              <a:rPr lang="es-ES" sz="1000" i="1" err="1">
                <a:solidFill>
                  <a:schemeClr val="accent1"/>
                </a:solidFill>
              </a:rPr>
              <a:t>analysis</a:t>
            </a:r>
            <a:r>
              <a:rPr lang="es-ES" sz="1000" i="1">
                <a:solidFill>
                  <a:schemeClr val="accent1"/>
                </a:solidFill>
              </a:rPr>
              <a:t> </a:t>
            </a:r>
            <a:r>
              <a:rPr lang="es-ES" sz="1000" i="1" err="1">
                <a:solidFill>
                  <a:schemeClr val="accent1"/>
                </a:solidFill>
              </a:rPr>
              <a:t>on</a:t>
            </a:r>
            <a:r>
              <a:rPr lang="es-ES" sz="1000" i="1">
                <a:solidFill>
                  <a:schemeClr val="accent1"/>
                </a:solidFill>
              </a:rPr>
              <a:t> new </a:t>
            </a:r>
            <a:r>
              <a:rPr lang="es-ES" sz="1000" i="1" err="1">
                <a:solidFill>
                  <a:schemeClr val="accent1"/>
                </a:solidFill>
              </a:rPr>
              <a:t>products</a:t>
            </a:r>
            <a:r>
              <a:rPr lang="es-ES" sz="1000" i="1">
                <a:solidFill>
                  <a:schemeClr val="accent1"/>
                </a:solidFill>
              </a:rPr>
              <a:t> performance.</a:t>
            </a:r>
            <a:br>
              <a:rPr lang="es-ES" sz="1000" i="1">
                <a:solidFill>
                  <a:schemeClr val="accent1"/>
                </a:solidFill>
              </a:rPr>
            </a:br>
            <a:r>
              <a:rPr lang="es-ES" sz="1000" i="1">
                <a:solidFill>
                  <a:schemeClr val="accent1"/>
                </a:solidFill>
              </a:rPr>
              <a:t>- </a:t>
            </a:r>
            <a:r>
              <a:rPr lang="es-ES" sz="1000" i="1" err="1">
                <a:solidFill>
                  <a:schemeClr val="accent1"/>
                </a:solidFill>
              </a:rPr>
              <a:t>Studies</a:t>
            </a:r>
            <a:r>
              <a:rPr lang="es-ES" sz="1000" i="1">
                <a:solidFill>
                  <a:schemeClr val="accent1"/>
                </a:solidFill>
              </a:rPr>
              <a:t> </a:t>
            </a:r>
            <a:r>
              <a:rPr lang="es-ES" sz="1000" i="1" err="1">
                <a:solidFill>
                  <a:schemeClr val="accent1"/>
                </a:solidFill>
              </a:rPr>
              <a:t>on</a:t>
            </a:r>
            <a:r>
              <a:rPr lang="es-ES" sz="1000" i="1">
                <a:solidFill>
                  <a:schemeClr val="accent1"/>
                </a:solidFill>
              </a:rPr>
              <a:t> </a:t>
            </a:r>
            <a:r>
              <a:rPr lang="es-ES" sz="1000" i="1" err="1">
                <a:solidFill>
                  <a:schemeClr val="accent1"/>
                </a:solidFill>
              </a:rPr>
              <a:t>customers</a:t>
            </a:r>
            <a:r>
              <a:rPr lang="es-ES" sz="1000" i="1">
                <a:solidFill>
                  <a:schemeClr val="accent1"/>
                </a:solidFill>
              </a:rPr>
              <a:t> </a:t>
            </a:r>
            <a:r>
              <a:rPr lang="es-ES" sz="1000" i="1" err="1">
                <a:solidFill>
                  <a:schemeClr val="accent1"/>
                </a:solidFill>
              </a:rPr>
              <a:t>behaviour</a:t>
            </a:r>
            <a:r>
              <a:rPr lang="es-ES" sz="1000" i="1">
                <a:solidFill>
                  <a:schemeClr val="accent1"/>
                </a:solidFill>
              </a:rPr>
              <a:t> and </a:t>
            </a:r>
            <a:r>
              <a:rPr lang="es-ES" sz="1000" i="1" err="1">
                <a:solidFill>
                  <a:schemeClr val="accent1"/>
                </a:solidFill>
              </a:rPr>
              <a:t>market</a:t>
            </a:r>
            <a:r>
              <a:rPr lang="es-ES" sz="1000" i="1">
                <a:solidFill>
                  <a:schemeClr val="accent1"/>
                </a:solidFill>
              </a:rPr>
              <a:t> </a:t>
            </a:r>
            <a:r>
              <a:rPr lang="es-ES" sz="1000" i="1" err="1">
                <a:solidFill>
                  <a:schemeClr val="accent1"/>
                </a:solidFill>
              </a:rPr>
              <a:t>trends</a:t>
            </a:r>
            <a:r>
              <a:rPr lang="es-ES" sz="1000" i="1">
                <a:solidFill>
                  <a:schemeClr val="accent1"/>
                </a:solidFill>
              </a:rPr>
              <a:t>.</a:t>
            </a:r>
          </a:p>
          <a:p>
            <a:pPr marL="228600" lvl="1" indent="0">
              <a:buNone/>
            </a:pPr>
            <a:r>
              <a:rPr lang="es-ES" sz="1000" i="1">
                <a:solidFill>
                  <a:schemeClr val="accent1"/>
                </a:solidFill>
              </a:rPr>
              <a:t>- </a:t>
            </a:r>
            <a:r>
              <a:rPr lang="es-ES" sz="1000" i="1" err="1">
                <a:solidFill>
                  <a:schemeClr val="accent1"/>
                </a:solidFill>
              </a:rPr>
              <a:t>Execution</a:t>
            </a:r>
            <a:r>
              <a:rPr lang="es-ES" sz="1000" i="1">
                <a:solidFill>
                  <a:schemeClr val="accent1"/>
                </a:solidFill>
              </a:rPr>
              <a:t> </a:t>
            </a:r>
            <a:r>
              <a:rPr lang="es-ES" sz="1000" i="1" err="1">
                <a:solidFill>
                  <a:schemeClr val="accent1"/>
                </a:solidFill>
              </a:rPr>
              <a:t>routines</a:t>
            </a:r>
            <a:r>
              <a:rPr lang="es-ES" sz="1000" i="1">
                <a:solidFill>
                  <a:schemeClr val="accent1"/>
                </a:solidFill>
              </a:rPr>
              <a:t> </a:t>
            </a:r>
            <a:r>
              <a:rPr lang="es-ES" sz="1000" i="1" err="1">
                <a:solidFill>
                  <a:schemeClr val="accent1"/>
                </a:solidFill>
              </a:rPr>
              <a:t>leadership</a:t>
            </a:r>
            <a:r>
              <a:rPr lang="es-ES" sz="1000" i="1">
                <a:solidFill>
                  <a:schemeClr val="accent1"/>
                </a:solidFill>
              </a:rPr>
              <a:t> </a:t>
            </a:r>
            <a:r>
              <a:rPr lang="es-ES" sz="1000" i="1" err="1">
                <a:solidFill>
                  <a:schemeClr val="accent1"/>
                </a:solidFill>
              </a:rPr>
              <a:t>with</a:t>
            </a:r>
            <a:r>
              <a:rPr lang="es-ES" sz="1000" i="1">
                <a:solidFill>
                  <a:schemeClr val="accent1"/>
                </a:solidFill>
              </a:rPr>
              <a:t> Sales and </a:t>
            </a:r>
            <a:r>
              <a:rPr lang="es-ES" sz="1000" i="1" err="1">
                <a:solidFill>
                  <a:schemeClr val="accent1"/>
                </a:solidFill>
              </a:rPr>
              <a:t>Trade</a:t>
            </a:r>
            <a:r>
              <a:rPr lang="es-ES" sz="1000" i="1">
                <a:solidFill>
                  <a:schemeClr val="accent1"/>
                </a:solidFill>
              </a:rPr>
              <a:t> Marketing </a:t>
            </a:r>
            <a:r>
              <a:rPr lang="es-ES" sz="1000" i="1" err="1">
                <a:solidFill>
                  <a:schemeClr val="accent1"/>
                </a:solidFill>
              </a:rPr>
              <a:t>teams</a:t>
            </a:r>
            <a:r>
              <a:rPr lang="es-ES" sz="1000" i="1">
                <a:solidFill>
                  <a:schemeClr val="accent1"/>
                </a:solidFill>
              </a:rPr>
              <a:t>.  </a:t>
            </a:r>
            <a:br>
              <a:rPr lang="es-ES" sz="1000" i="1">
                <a:solidFill>
                  <a:schemeClr val="accent1"/>
                </a:solidFill>
              </a:rPr>
            </a:br>
            <a:r>
              <a:rPr lang="es-ES" sz="1000" i="1">
                <a:solidFill>
                  <a:schemeClr val="accent1"/>
                </a:solidFill>
              </a:rPr>
              <a:t>- </a:t>
            </a:r>
            <a:r>
              <a:rPr lang="es-ES" sz="1000" i="1" err="1">
                <a:solidFill>
                  <a:schemeClr val="accent1"/>
                </a:solidFill>
              </a:rPr>
              <a:t>Information</a:t>
            </a:r>
            <a:r>
              <a:rPr lang="es-ES" sz="1000" i="1">
                <a:solidFill>
                  <a:schemeClr val="accent1"/>
                </a:solidFill>
              </a:rPr>
              <a:t> </a:t>
            </a:r>
            <a:r>
              <a:rPr lang="es-ES" sz="1000" i="1" err="1">
                <a:solidFill>
                  <a:schemeClr val="accent1"/>
                </a:solidFill>
              </a:rPr>
              <a:t>quality</a:t>
            </a:r>
            <a:r>
              <a:rPr lang="es-ES" sz="1000" i="1">
                <a:solidFill>
                  <a:schemeClr val="accent1"/>
                </a:solidFill>
              </a:rPr>
              <a:t> </a:t>
            </a:r>
            <a:r>
              <a:rPr lang="es-ES" sz="1000" i="1" err="1">
                <a:solidFill>
                  <a:schemeClr val="accent1"/>
                </a:solidFill>
              </a:rPr>
              <a:t>assurance</a:t>
            </a:r>
            <a:r>
              <a:rPr lang="es-ES" sz="1000" i="1">
                <a:solidFill>
                  <a:schemeClr val="accent1"/>
                </a:solidFill>
              </a:rPr>
              <a:t> </a:t>
            </a:r>
            <a:r>
              <a:rPr lang="es-ES" sz="1000" i="1" err="1">
                <a:solidFill>
                  <a:schemeClr val="accent1"/>
                </a:solidFill>
              </a:rPr>
              <a:t>through</a:t>
            </a:r>
            <a:r>
              <a:rPr lang="es-ES" sz="1000" i="1">
                <a:solidFill>
                  <a:schemeClr val="accent1"/>
                </a:solidFill>
              </a:rPr>
              <a:t> </a:t>
            </a:r>
            <a:r>
              <a:rPr lang="es-ES" sz="1000" i="1" err="1">
                <a:solidFill>
                  <a:schemeClr val="accent1"/>
                </a:solidFill>
              </a:rPr>
              <a:t>consistency</a:t>
            </a:r>
            <a:r>
              <a:rPr lang="es-ES" sz="1000" i="1">
                <a:solidFill>
                  <a:schemeClr val="accent1"/>
                </a:solidFill>
              </a:rPr>
              <a:t> control </a:t>
            </a:r>
            <a:r>
              <a:rPr lang="es-ES" sz="1000" i="1" err="1">
                <a:solidFill>
                  <a:schemeClr val="accent1"/>
                </a:solidFill>
              </a:rPr>
              <a:t>points</a:t>
            </a:r>
            <a:r>
              <a:rPr lang="es-ES" sz="1000" i="1">
                <a:solidFill>
                  <a:schemeClr val="accent1"/>
                </a:solidFill>
              </a:rPr>
              <a:t> and </a:t>
            </a:r>
            <a:r>
              <a:rPr lang="es-ES" sz="1000" i="1" err="1">
                <a:solidFill>
                  <a:schemeClr val="accent1"/>
                </a:solidFill>
              </a:rPr>
              <a:t>optimizing</a:t>
            </a:r>
            <a:r>
              <a:rPr lang="es-ES" sz="1000" i="1">
                <a:solidFill>
                  <a:schemeClr val="accent1"/>
                </a:solidFill>
              </a:rPr>
              <a:t>  </a:t>
            </a:r>
            <a:r>
              <a:rPr lang="es-ES" sz="1000" i="1" err="1">
                <a:solidFill>
                  <a:schemeClr val="accent1"/>
                </a:solidFill>
              </a:rPr>
              <a:t>big</a:t>
            </a:r>
            <a:r>
              <a:rPr lang="es-ES" sz="1000" i="1">
                <a:solidFill>
                  <a:schemeClr val="accent1"/>
                </a:solidFill>
              </a:rPr>
              <a:t> data bases </a:t>
            </a:r>
            <a:r>
              <a:rPr lang="es-ES" sz="1000" i="1" err="1">
                <a:solidFill>
                  <a:schemeClr val="accent1"/>
                </a:solidFill>
              </a:rPr>
              <a:t>processing</a:t>
            </a:r>
            <a:r>
              <a:rPr lang="es-ES" sz="1000" i="1">
                <a:solidFill>
                  <a:schemeClr val="accent1"/>
                </a:solidFill>
              </a:rPr>
              <a:t> </a:t>
            </a:r>
            <a:r>
              <a:rPr lang="es-ES" sz="1000" i="1" err="1">
                <a:solidFill>
                  <a:schemeClr val="accent1"/>
                </a:solidFill>
              </a:rPr>
              <a:t>from</a:t>
            </a:r>
            <a:r>
              <a:rPr lang="es-ES" sz="1000" i="1">
                <a:solidFill>
                  <a:schemeClr val="accent1"/>
                </a:solidFill>
              </a:rPr>
              <a:t> </a:t>
            </a:r>
            <a:r>
              <a:rPr lang="es-ES" sz="1000" i="1" err="1">
                <a:solidFill>
                  <a:schemeClr val="accent1"/>
                </a:solidFill>
              </a:rPr>
              <a:t>multiple</a:t>
            </a:r>
            <a:r>
              <a:rPr lang="es-ES" sz="1000" i="1">
                <a:solidFill>
                  <a:schemeClr val="accent1"/>
                </a:solidFill>
              </a:rPr>
              <a:t> </a:t>
            </a:r>
            <a:r>
              <a:rPr lang="es-ES" sz="1000" i="1" err="1">
                <a:solidFill>
                  <a:schemeClr val="accent1"/>
                </a:solidFill>
              </a:rPr>
              <a:t>sources</a:t>
            </a:r>
            <a:r>
              <a:rPr lang="es-ES" sz="1000" i="1">
                <a:solidFill>
                  <a:schemeClr val="accent1"/>
                </a:solidFill>
              </a:rPr>
              <a:t>.</a:t>
            </a:r>
          </a:p>
          <a:p>
            <a:pPr algn="just">
              <a:spcBef>
                <a:spcPts val="100"/>
              </a:spcBef>
              <a:spcAft>
                <a:spcPts val="300"/>
              </a:spcAft>
            </a:pPr>
            <a:r>
              <a:rPr lang="es-ES" sz="1000">
                <a:solidFill>
                  <a:srgbClr val="000000"/>
                </a:solidFill>
                <a:latin typeface="+mn-lt"/>
              </a:rPr>
              <a:t>Business </a:t>
            </a:r>
            <a:r>
              <a:rPr lang="es-ES" sz="1000" err="1">
                <a:solidFill>
                  <a:srgbClr val="000000"/>
                </a:solidFill>
                <a:latin typeface="+mn-lt"/>
              </a:rPr>
              <a:t>Intelligence</a:t>
            </a:r>
            <a:r>
              <a:rPr lang="es-ES" sz="1000">
                <a:solidFill>
                  <a:srgbClr val="000000"/>
                </a:solidFill>
                <a:latin typeface="+mn-lt"/>
              </a:rPr>
              <a:t> </a:t>
            </a:r>
            <a:r>
              <a:rPr lang="es-ES" sz="1000" err="1">
                <a:solidFill>
                  <a:srgbClr val="000000"/>
                </a:solidFill>
                <a:latin typeface="+mn-lt"/>
              </a:rPr>
              <a:t>Analyst</a:t>
            </a:r>
            <a:r>
              <a:rPr lang="es-ES" sz="100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00">
                <a:solidFill>
                  <a:srgbClr val="000000"/>
                </a:solidFill>
                <a:latin typeface="+mn-lt"/>
              </a:rPr>
              <a:t> (11 2013– 12 2016)</a:t>
            </a:r>
            <a:r>
              <a:rPr lang="en-US" sz="1000" b="0">
                <a:solidFill>
                  <a:srgbClr val="000000"/>
                </a:solidFill>
                <a:latin typeface="+mn-lt"/>
              </a:rPr>
              <a:t>​</a:t>
            </a:r>
          </a:p>
          <a:p>
            <a:pPr marL="228600" lvl="1" indent="0">
              <a:buNone/>
            </a:pPr>
            <a:r>
              <a:rPr lang="es-ES" sz="1000" i="1">
                <a:solidFill>
                  <a:schemeClr val="accent1"/>
                </a:solidFill>
              </a:rPr>
              <a:t>- Sales </a:t>
            </a:r>
            <a:r>
              <a:rPr lang="es-ES" sz="1000" i="1" err="1">
                <a:solidFill>
                  <a:schemeClr val="accent1"/>
                </a:solidFill>
              </a:rPr>
              <a:t>execution</a:t>
            </a:r>
            <a:r>
              <a:rPr lang="es-ES" sz="1000" i="1">
                <a:solidFill>
                  <a:schemeClr val="accent1"/>
                </a:solidFill>
              </a:rPr>
              <a:t> </a:t>
            </a:r>
            <a:r>
              <a:rPr lang="es-ES" sz="1000" i="1" err="1">
                <a:solidFill>
                  <a:schemeClr val="accent1"/>
                </a:solidFill>
              </a:rPr>
              <a:t>KPIs</a:t>
            </a:r>
            <a:r>
              <a:rPr lang="es-ES" sz="1000" i="1">
                <a:solidFill>
                  <a:schemeClr val="accent1"/>
                </a:solidFill>
              </a:rPr>
              <a:t> </a:t>
            </a:r>
            <a:r>
              <a:rPr lang="es-ES" sz="1000" i="1" err="1">
                <a:solidFill>
                  <a:schemeClr val="accent1"/>
                </a:solidFill>
              </a:rPr>
              <a:t>follow</a:t>
            </a:r>
            <a:r>
              <a:rPr lang="es-ES" sz="1000" i="1">
                <a:solidFill>
                  <a:schemeClr val="accent1"/>
                </a:solidFill>
              </a:rPr>
              <a:t> up – Performance </a:t>
            </a:r>
            <a:r>
              <a:rPr lang="es-ES" sz="1000" i="1" err="1">
                <a:solidFill>
                  <a:schemeClr val="accent1"/>
                </a:solidFill>
              </a:rPr>
              <a:t>results</a:t>
            </a:r>
            <a:r>
              <a:rPr lang="es-ES" sz="1000" i="1">
                <a:solidFill>
                  <a:schemeClr val="accent1"/>
                </a:solidFill>
              </a:rPr>
              <a:t> </a:t>
            </a:r>
            <a:r>
              <a:rPr lang="es-ES" sz="1000" i="1" err="1">
                <a:solidFill>
                  <a:schemeClr val="accent1"/>
                </a:solidFill>
              </a:rPr>
              <a:t>presentation</a:t>
            </a:r>
            <a:r>
              <a:rPr lang="es-ES" sz="1000" i="1">
                <a:solidFill>
                  <a:schemeClr val="accent1"/>
                </a:solidFill>
              </a:rPr>
              <a:t> </a:t>
            </a:r>
            <a:r>
              <a:rPr lang="es-ES" sz="1000" i="1" err="1">
                <a:solidFill>
                  <a:schemeClr val="accent1"/>
                </a:solidFill>
              </a:rPr>
              <a:t>to</a:t>
            </a:r>
            <a:r>
              <a:rPr lang="es-ES" sz="1000" i="1">
                <a:solidFill>
                  <a:schemeClr val="accent1"/>
                </a:solidFill>
              </a:rPr>
              <a:t> Sales </a:t>
            </a:r>
            <a:r>
              <a:rPr lang="es-ES" sz="1000" i="1" err="1">
                <a:solidFill>
                  <a:schemeClr val="accent1"/>
                </a:solidFill>
              </a:rPr>
              <a:t>Team</a:t>
            </a:r>
            <a:r>
              <a:rPr lang="es-ES" sz="1000" i="1">
                <a:solidFill>
                  <a:schemeClr val="accent1"/>
                </a:solidFill>
              </a:rPr>
              <a:t>.</a:t>
            </a:r>
            <a:br>
              <a:rPr lang="es-ES" sz="1000" i="1">
                <a:solidFill>
                  <a:schemeClr val="accent1"/>
                </a:solidFill>
              </a:rPr>
            </a:br>
            <a:r>
              <a:rPr lang="es-ES" sz="1000" i="1">
                <a:solidFill>
                  <a:schemeClr val="accent1"/>
                </a:solidFill>
              </a:rPr>
              <a:t>Sales </a:t>
            </a:r>
            <a:r>
              <a:rPr lang="es-ES" sz="1000" i="1" err="1">
                <a:solidFill>
                  <a:schemeClr val="accent1"/>
                </a:solidFill>
              </a:rPr>
              <a:t>execution</a:t>
            </a:r>
            <a:r>
              <a:rPr lang="es-ES" sz="1000" i="1">
                <a:solidFill>
                  <a:schemeClr val="accent1"/>
                </a:solidFill>
              </a:rPr>
              <a:t> </a:t>
            </a:r>
            <a:r>
              <a:rPr lang="es-ES" sz="1000" i="1" err="1">
                <a:solidFill>
                  <a:schemeClr val="accent1"/>
                </a:solidFill>
              </a:rPr>
              <a:t>KPIs</a:t>
            </a:r>
            <a:r>
              <a:rPr lang="es-ES" sz="1000" i="1">
                <a:solidFill>
                  <a:schemeClr val="accent1"/>
                </a:solidFill>
              </a:rPr>
              <a:t> </a:t>
            </a:r>
            <a:r>
              <a:rPr lang="es-ES" sz="1000" i="1" err="1">
                <a:solidFill>
                  <a:schemeClr val="accent1"/>
                </a:solidFill>
              </a:rPr>
              <a:t>programming</a:t>
            </a:r>
            <a:r>
              <a:rPr lang="es-ES" sz="1000" i="1">
                <a:solidFill>
                  <a:schemeClr val="accent1"/>
                </a:solidFill>
              </a:rPr>
              <a:t> in SPSS </a:t>
            </a:r>
            <a:r>
              <a:rPr lang="es-ES" sz="1000" i="1" err="1">
                <a:solidFill>
                  <a:schemeClr val="accent1"/>
                </a:solidFill>
              </a:rPr>
              <a:t>statistics</a:t>
            </a:r>
            <a:r>
              <a:rPr lang="es-ES" sz="1000" i="1">
                <a:solidFill>
                  <a:schemeClr val="accent1"/>
                </a:solidFill>
              </a:rPr>
              <a:t> – </a:t>
            </a:r>
            <a:r>
              <a:rPr lang="es-ES" sz="1000" i="1" err="1">
                <a:solidFill>
                  <a:schemeClr val="accent1"/>
                </a:solidFill>
              </a:rPr>
              <a:t>Reports</a:t>
            </a:r>
            <a:r>
              <a:rPr lang="es-ES" sz="1000" i="1">
                <a:solidFill>
                  <a:schemeClr val="accent1"/>
                </a:solidFill>
              </a:rPr>
              <a:t> </a:t>
            </a:r>
            <a:r>
              <a:rPr lang="es-ES" sz="1000" i="1" err="1">
                <a:solidFill>
                  <a:schemeClr val="accent1"/>
                </a:solidFill>
              </a:rPr>
              <a:t>drew</a:t>
            </a:r>
            <a:r>
              <a:rPr lang="es-ES" sz="1000" i="1">
                <a:solidFill>
                  <a:schemeClr val="accent1"/>
                </a:solidFill>
              </a:rPr>
              <a:t> up and </a:t>
            </a:r>
            <a:r>
              <a:rPr lang="es-ES" sz="1000" i="1" err="1">
                <a:solidFill>
                  <a:schemeClr val="accent1"/>
                </a:solidFill>
              </a:rPr>
              <a:t>automation</a:t>
            </a:r>
            <a:r>
              <a:rPr lang="es-ES" sz="1000" i="1">
                <a:solidFill>
                  <a:schemeClr val="accent1"/>
                </a:solidFill>
              </a:rPr>
              <a:t>. </a:t>
            </a:r>
          </a:p>
          <a:p>
            <a:pPr marL="228600" lvl="1" indent="0">
              <a:buNone/>
            </a:pPr>
            <a:r>
              <a:rPr lang="es-ES" sz="1000" i="1">
                <a:solidFill>
                  <a:schemeClr val="accent1"/>
                </a:solidFill>
              </a:rPr>
              <a:t>- </a:t>
            </a:r>
            <a:r>
              <a:rPr lang="es-ES" sz="1000" i="1" err="1">
                <a:solidFill>
                  <a:schemeClr val="accent1"/>
                </a:solidFill>
              </a:rPr>
              <a:t>Design</a:t>
            </a:r>
            <a:r>
              <a:rPr lang="es-ES" sz="1000" i="1">
                <a:solidFill>
                  <a:schemeClr val="accent1"/>
                </a:solidFill>
              </a:rPr>
              <a:t> and </a:t>
            </a:r>
            <a:r>
              <a:rPr lang="es-ES" sz="1000" i="1" err="1">
                <a:solidFill>
                  <a:schemeClr val="accent1"/>
                </a:solidFill>
              </a:rPr>
              <a:t>coordination</a:t>
            </a:r>
            <a:r>
              <a:rPr lang="es-ES" sz="1000" i="1">
                <a:solidFill>
                  <a:schemeClr val="accent1"/>
                </a:solidFill>
              </a:rPr>
              <a:t> </a:t>
            </a:r>
            <a:r>
              <a:rPr lang="es-ES" sz="1000" i="1" err="1">
                <a:solidFill>
                  <a:schemeClr val="accent1"/>
                </a:solidFill>
              </a:rPr>
              <a:t>of</a:t>
            </a:r>
            <a:r>
              <a:rPr lang="es-ES" sz="1000" i="1">
                <a:solidFill>
                  <a:schemeClr val="accent1"/>
                </a:solidFill>
              </a:rPr>
              <a:t> </a:t>
            </a:r>
            <a:r>
              <a:rPr lang="es-ES" sz="1000" i="1" err="1">
                <a:solidFill>
                  <a:schemeClr val="accent1"/>
                </a:solidFill>
              </a:rPr>
              <a:t>qualitative</a:t>
            </a:r>
            <a:r>
              <a:rPr lang="es-ES" sz="1000" i="1">
                <a:solidFill>
                  <a:schemeClr val="accent1"/>
                </a:solidFill>
              </a:rPr>
              <a:t>/</a:t>
            </a:r>
            <a:r>
              <a:rPr lang="es-ES" sz="1000" i="1" err="1">
                <a:solidFill>
                  <a:schemeClr val="accent1"/>
                </a:solidFill>
              </a:rPr>
              <a:t>quantitative</a:t>
            </a:r>
            <a:r>
              <a:rPr lang="es-ES" sz="1000" i="1">
                <a:solidFill>
                  <a:schemeClr val="accent1"/>
                </a:solidFill>
              </a:rPr>
              <a:t> ad hoc </a:t>
            </a:r>
            <a:r>
              <a:rPr lang="es-ES" sz="1000" i="1" err="1">
                <a:solidFill>
                  <a:schemeClr val="accent1"/>
                </a:solidFill>
              </a:rPr>
              <a:t>studies</a:t>
            </a:r>
            <a:r>
              <a:rPr lang="es-ES" sz="1000" i="1">
                <a:solidFill>
                  <a:schemeClr val="accent1"/>
                </a:solidFill>
              </a:rPr>
              <a:t> </a:t>
            </a:r>
            <a:r>
              <a:rPr lang="es-ES" sz="1000" i="1" err="1">
                <a:solidFill>
                  <a:schemeClr val="accent1"/>
                </a:solidFill>
              </a:rPr>
              <a:t>jointly</a:t>
            </a:r>
            <a:r>
              <a:rPr lang="es-ES" sz="1000" i="1">
                <a:solidFill>
                  <a:schemeClr val="accent1"/>
                </a:solidFill>
              </a:rPr>
              <a:t> </a:t>
            </a:r>
            <a:r>
              <a:rPr lang="es-ES" sz="1000" i="1" err="1">
                <a:solidFill>
                  <a:schemeClr val="accent1"/>
                </a:solidFill>
              </a:rPr>
              <a:t>with</a:t>
            </a:r>
            <a:r>
              <a:rPr lang="es-ES" sz="1000" i="1">
                <a:solidFill>
                  <a:schemeClr val="accent1"/>
                </a:solidFill>
              </a:rPr>
              <a:t> </a:t>
            </a:r>
            <a:r>
              <a:rPr lang="es-ES" sz="1000" i="1" err="1">
                <a:solidFill>
                  <a:schemeClr val="accent1"/>
                </a:solidFill>
              </a:rPr>
              <a:t>third</a:t>
            </a:r>
            <a:r>
              <a:rPr lang="es-ES" sz="1000" i="1">
                <a:solidFill>
                  <a:schemeClr val="accent1"/>
                </a:solidFill>
              </a:rPr>
              <a:t> </a:t>
            </a:r>
            <a:r>
              <a:rPr lang="es-ES" sz="1000" i="1" err="1">
                <a:solidFill>
                  <a:schemeClr val="accent1"/>
                </a:solidFill>
              </a:rPr>
              <a:t>parties</a:t>
            </a:r>
            <a:r>
              <a:rPr lang="es-ES" sz="1000" i="1">
                <a:solidFill>
                  <a:schemeClr val="accent1"/>
                </a:solidFill>
              </a:rPr>
              <a:t>.</a:t>
            </a:r>
            <a:br>
              <a:rPr lang="es-ES" sz="1000" b="1" i="1">
                <a:solidFill>
                  <a:schemeClr val="accent1"/>
                </a:solidFill>
              </a:rPr>
            </a:br>
            <a:r>
              <a:rPr lang="es-ES" sz="1000" i="1">
                <a:solidFill>
                  <a:schemeClr val="accent1"/>
                </a:solidFill>
              </a:rPr>
              <a:t>- Data </a:t>
            </a:r>
            <a:r>
              <a:rPr lang="es-ES" sz="1000" i="1" err="1">
                <a:solidFill>
                  <a:schemeClr val="accent1"/>
                </a:solidFill>
              </a:rPr>
              <a:t>survey</a:t>
            </a:r>
            <a:r>
              <a:rPr lang="es-ES" sz="1000" i="1">
                <a:solidFill>
                  <a:schemeClr val="accent1"/>
                </a:solidFill>
              </a:rPr>
              <a:t> </a:t>
            </a:r>
            <a:r>
              <a:rPr lang="es-ES" sz="1000" i="1" err="1">
                <a:solidFill>
                  <a:schemeClr val="accent1"/>
                </a:solidFill>
              </a:rPr>
              <a:t>management</a:t>
            </a:r>
            <a:r>
              <a:rPr lang="es-ES" sz="1000" i="1">
                <a:solidFill>
                  <a:schemeClr val="accent1"/>
                </a:solidFill>
              </a:rPr>
              <a:t> (</a:t>
            </a:r>
            <a:r>
              <a:rPr lang="es-ES" sz="1000" i="1" err="1">
                <a:solidFill>
                  <a:schemeClr val="accent1"/>
                </a:solidFill>
              </a:rPr>
              <a:t>Right</a:t>
            </a:r>
            <a:r>
              <a:rPr lang="es-ES" sz="1000" i="1">
                <a:solidFill>
                  <a:schemeClr val="accent1"/>
                </a:solidFill>
              </a:rPr>
              <a:t> </a:t>
            </a:r>
            <a:r>
              <a:rPr lang="es-ES" sz="1000" i="1" err="1">
                <a:solidFill>
                  <a:schemeClr val="accent1"/>
                </a:solidFill>
              </a:rPr>
              <a:t>Execution</a:t>
            </a:r>
            <a:r>
              <a:rPr lang="es-ES" sz="1000" i="1">
                <a:solidFill>
                  <a:schemeClr val="accent1"/>
                </a:solidFill>
              </a:rPr>
              <a:t> </a:t>
            </a:r>
            <a:r>
              <a:rPr lang="es-ES" sz="1000" i="1" err="1">
                <a:solidFill>
                  <a:schemeClr val="accent1"/>
                </a:solidFill>
              </a:rPr>
              <a:t>Daily</a:t>
            </a:r>
            <a:r>
              <a:rPr lang="es-ES" sz="1000" i="1">
                <a:solidFill>
                  <a:schemeClr val="accent1"/>
                </a:solidFill>
              </a:rPr>
              <a:t>).</a:t>
            </a:r>
          </a:p>
          <a:p>
            <a:pPr algn="just">
              <a:spcBef>
                <a:spcPts val="100"/>
              </a:spcBef>
              <a:spcAft>
                <a:spcPts val="300"/>
              </a:spcAft>
            </a:pPr>
            <a:r>
              <a:rPr lang="es-AR" sz="1000" err="1">
                <a:solidFill>
                  <a:srgbClr val="000000"/>
                </a:solidFill>
                <a:latin typeface="+mn-lt"/>
              </a:rPr>
              <a:t>Technical</a:t>
            </a:r>
            <a:r>
              <a:rPr lang="es-AR" sz="1000">
                <a:solidFill>
                  <a:srgbClr val="000000"/>
                </a:solidFill>
                <a:latin typeface="+mn-lt"/>
              </a:rPr>
              <a:t> Expert – </a:t>
            </a:r>
            <a:r>
              <a:rPr lang="es-AR" sz="1000" err="1">
                <a:solidFill>
                  <a:srgbClr val="000000"/>
                </a:solidFill>
                <a:latin typeface="+mn-lt"/>
              </a:rPr>
              <a:t>Modeling</a:t>
            </a:r>
            <a:r>
              <a:rPr lang="es-AR" sz="1000">
                <a:solidFill>
                  <a:srgbClr val="000000"/>
                </a:solidFill>
                <a:latin typeface="+mn-lt"/>
              </a:rPr>
              <a:t> Hub – </a:t>
            </a:r>
            <a:r>
              <a:rPr lang="es-AR" sz="1000" err="1">
                <a:solidFill>
                  <a:srgbClr val="000000"/>
                </a:solidFill>
                <a:latin typeface="+mn-lt"/>
              </a:rPr>
              <a:t>The</a:t>
            </a:r>
            <a:r>
              <a:rPr lang="es-AR" sz="1000">
                <a:solidFill>
                  <a:srgbClr val="000000"/>
                </a:solidFill>
                <a:latin typeface="+mn-lt"/>
              </a:rPr>
              <a:t> Nielsen Company </a:t>
            </a:r>
            <a:r>
              <a:rPr lang="en-US" sz="1000">
                <a:solidFill>
                  <a:srgbClr val="000000"/>
                </a:solidFill>
                <a:latin typeface="+mn-lt"/>
              </a:rPr>
              <a:t>(08 2011 – 11 2013)</a:t>
            </a:r>
            <a:r>
              <a:rPr lang="en-US" sz="1000" b="0">
                <a:solidFill>
                  <a:srgbClr val="000000"/>
                </a:solidFill>
                <a:latin typeface="+mn-lt"/>
              </a:rPr>
              <a:t>​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s-AR" sz="1000" b="0" i="1">
                <a:latin typeface="+mn-lt"/>
              </a:rPr>
              <a:t>- </a:t>
            </a:r>
            <a:r>
              <a:rPr lang="es-ES" sz="1000" b="0" i="1">
                <a:latin typeface="+mn-lt"/>
              </a:rPr>
              <a:t>Price &amp; </a:t>
            </a:r>
            <a:r>
              <a:rPr lang="es-ES" sz="1000" b="0" i="1" err="1">
                <a:latin typeface="+mn-lt"/>
              </a:rPr>
              <a:t>Promo</a:t>
            </a:r>
            <a:r>
              <a:rPr lang="es-ES" sz="1000" b="0" i="1">
                <a:latin typeface="+mn-lt"/>
              </a:rPr>
              <a:t>, Marketing </a:t>
            </a:r>
            <a:r>
              <a:rPr lang="es-ES" sz="1000" b="0" i="1" err="1">
                <a:latin typeface="+mn-lt"/>
              </a:rPr>
              <a:t>Mix</a:t>
            </a:r>
            <a:r>
              <a:rPr lang="es-ES" sz="1000" b="0" i="1">
                <a:latin typeface="+mn-lt"/>
              </a:rPr>
              <a:t> &amp; A/B </a:t>
            </a:r>
            <a:r>
              <a:rPr lang="es-ES" sz="1000" b="0" i="1" err="1">
                <a:latin typeface="+mn-lt"/>
              </a:rPr>
              <a:t>testing</a:t>
            </a:r>
            <a:r>
              <a:rPr lang="es-ES" sz="1000" b="0" i="1">
                <a:latin typeface="+mn-lt"/>
              </a:rPr>
              <a:t> </a:t>
            </a:r>
            <a:r>
              <a:rPr lang="es-ES" sz="1000" b="0" i="1" err="1">
                <a:latin typeface="+mn-lt"/>
              </a:rPr>
              <a:t>studies</a:t>
            </a:r>
            <a:r>
              <a:rPr lang="es-ES" sz="1000" b="0" i="1">
                <a:latin typeface="+mn-lt"/>
              </a:rPr>
              <a:t> </a:t>
            </a:r>
            <a:r>
              <a:rPr lang="es-AR" sz="1000" b="0" i="1" err="1">
                <a:latin typeface="+mn-lt"/>
              </a:rPr>
              <a:t>customization</a:t>
            </a:r>
            <a:r>
              <a:rPr lang="es-AR" sz="1000" b="0" i="1">
                <a:latin typeface="+mn-lt"/>
              </a:rPr>
              <a:t>  and </a:t>
            </a:r>
            <a:r>
              <a:rPr lang="es-AR" sz="1000" b="0" i="1" err="1">
                <a:latin typeface="+mn-lt"/>
              </a:rPr>
              <a:t>modeling</a:t>
            </a:r>
            <a:r>
              <a:rPr lang="es-AR" sz="1000" b="0" i="1">
                <a:latin typeface="+mn-lt"/>
              </a:rPr>
              <a:t> (SAS) – US, </a:t>
            </a:r>
            <a:r>
              <a:rPr lang="es-AR" sz="1000" b="0" i="1" err="1">
                <a:latin typeface="+mn-lt"/>
              </a:rPr>
              <a:t>Canada</a:t>
            </a:r>
            <a:r>
              <a:rPr lang="es-AR" sz="1000" b="0" i="1">
                <a:latin typeface="+mn-lt"/>
              </a:rPr>
              <a:t> and </a:t>
            </a:r>
            <a:r>
              <a:rPr lang="es-AR" sz="1000" b="0" i="1" err="1">
                <a:latin typeface="+mn-lt"/>
              </a:rPr>
              <a:t>Latam</a:t>
            </a:r>
            <a:r>
              <a:rPr lang="es-AR" sz="1000" b="0" i="1">
                <a:latin typeface="+mn-lt"/>
              </a:rPr>
              <a:t>.</a:t>
            </a:r>
            <a:br>
              <a:rPr lang="es-ES" sz="1000" b="0" i="1">
                <a:latin typeface="+mn-lt"/>
              </a:rPr>
            </a:br>
            <a:r>
              <a:rPr lang="es-ES" sz="1000" b="0" i="1">
                <a:latin typeface="+mn-lt"/>
              </a:rPr>
              <a:t>- New </a:t>
            </a:r>
            <a:r>
              <a:rPr lang="es-ES" sz="1000" b="0" i="1" err="1">
                <a:latin typeface="+mn-lt"/>
              </a:rPr>
              <a:t>services</a:t>
            </a:r>
            <a:r>
              <a:rPr lang="es-ES" sz="1000" b="0" i="1">
                <a:latin typeface="+mn-lt"/>
              </a:rPr>
              <a:t> </a:t>
            </a:r>
            <a:r>
              <a:rPr lang="es-ES" sz="1000" b="0" i="1" err="1">
                <a:latin typeface="+mn-lt"/>
              </a:rPr>
              <a:t>implementation</a:t>
            </a:r>
            <a:r>
              <a:rPr lang="es-ES" sz="1000" b="0" i="1">
                <a:latin typeface="+mn-lt"/>
              </a:rPr>
              <a:t> (</a:t>
            </a:r>
            <a:r>
              <a:rPr lang="es-ES" sz="1000" b="0" i="1" err="1">
                <a:latin typeface="+mn-lt"/>
              </a:rPr>
              <a:t>Latam</a:t>
            </a:r>
            <a:r>
              <a:rPr lang="es-ES" sz="1000" b="0" i="1">
                <a:latin typeface="+mn-lt"/>
              </a:rPr>
              <a:t>)</a:t>
            </a:r>
            <a:br>
              <a:rPr lang="es-ES" sz="1000" b="0" i="1">
                <a:latin typeface="+mn-lt"/>
              </a:rPr>
            </a:br>
            <a:r>
              <a:rPr lang="es-ES" sz="1000" b="0" i="1">
                <a:latin typeface="+mn-lt"/>
              </a:rPr>
              <a:t>- </a:t>
            </a:r>
            <a:r>
              <a:rPr lang="es-ES" sz="1000" b="0" i="1" err="1">
                <a:latin typeface="+mn-lt"/>
              </a:rPr>
              <a:t>Design</a:t>
            </a:r>
            <a:r>
              <a:rPr lang="es-ES" sz="1000" b="0" i="1">
                <a:latin typeface="+mn-lt"/>
              </a:rPr>
              <a:t> and </a:t>
            </a:r>
            <a:r>
              <a:rPr lang="es-ES" sz="1000" b="0" i="1" err="1">
                <a:latin typeface="+mn-lt"/>
              </a:rPr>
              <a:t>presentation</a:t>
            </a:r>
            <a:r>
              <a:rPr lang="es-ES" sz="1000" b="0" i="1">
                <a:latin typeface="+mn-lt"/>
              </a:rPr>
              <a:t> </a:t>
            </a:r>
            <a:r>
              <a:rPr lang="es-ES" sz="1000" b="0" i="1" err="1">
                <a:latin typeface="+mn-lt"/>
              </a:rPr>
              <a:t>of</a:t>
            </a:r>
            <a:r>
              <a:rPr lang="es-ES" sz="1000" b="0" i="1">
                <a:latin typeface="+mn-lt"/>
              </a:rPr>
              <a:t> Sales </a:t>
            </a:r>
            <a:r>
              <a:rPr lang="es-ES" sz="1000" b="0" i="1" err="1">
                <a:latin typeface="+mn-lt"/>
              </a:rPr>
              <a:t>team</a:t>
            </a:r>
            <a:r>
              <a:rPr lang="es-ES" sz="1000" b="0" i="1">
                <a:latin typeface="+mn-lt"/>
              </a:rPr>
              <a:t> </a:t>
            </a:r>
            <a:r>
              <a:rPr lang="es-ES" sz="1000" b="0" i="1" err="1">
                <a:latin typeface="+mn-lt"/>
              </a:rPr>
              <a:t>study</a:t>
            </a:r>
            <a:r>
              <a:rPr lang="es-ES" sz="1000" b="0" i="1">
                <a:latin typeface="+mn-lt"/>
              </a:rPr>
              <a:t> cases. </a:t>
            </a:r>
            <a:endParaRPr lang="en-US" sz="1000" b="0">
              <a:latin typeface="+mn-lt"/>
            </a:endParaRPr>
          </a:p>
          <a:p>
            <a:pPr>
              <a:spcAft>
                <a:spcPts val="300"/>
              </a:spcAft>
            </a:pPr>
            <a:endParaRPr lang="en-US" sz="1000" b="0">
              <a:latin typeface="+mn-lt"/>
            </a:endParaRPr>
          </a:p>
          <a:p>
            <a:pPr>
              <a:spcAft>
                <a:spcPts val="300"/>
              </a:spcAft>
            </a:pPr>
            <a:endParaRPr lang="en-US" sz="1000" b="0">
              <a:latin typeface="+mn-lt"/>
            </a:endParaRPr>
          </a:p>
          <a:p>
            <a:pPr marL="171450" indent="-171450">
              <a:spcAft>
                <a:spcPts val="300"/>
              </a:spcAft>
              <a:buFont typeface="Arial,Sans-Serif"/>
              <a:buChar char="•"/>
            </a:pPr>
            <a:endParaRPr lang="en-US" sz="1000">
              <a:latin typeface="+mn-lt"/>
            </a:endParaRPr>
          </a:p>
        </p:txBody>
      </p:sp>
      <p:sp>
        <p:nvSpPr>
          <p:cNvPr id="69" name="Footer Placeholder 3">
            <a:extLst>
              <a:ext uri="{FF2B5EF4-FFF2-40B4-BE49-F238E27FC236}">
                <a16:creationId xmlns:a16="http://schemas.microsoft.com/office/drawing/2014/main" id="{17669171-BA86-2E1F-B097-BA943AB81E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</p:spPr>
        <p:txBody>
          <a:bodyPr wrap="square" lIns="0" tIns="0" rIns="0" bIns="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s-ES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Copyright © 2022 Accenture. </a:t>
            </a:r>
            <a:r>
              <a:rPr lang="es-ES" kern="120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All</a:t>
            </a:r>
            <a:r>
              <a:rPr lang="es-ES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s-ES" kern="120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rights</a:t>
            </a:r>
            <a:r>
              <a:rPr lang="es-ES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s-ES" kern="120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reserved</a:t>
            </a:r>
            <a:r>
              <a:rPr lang="es-ES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70" name="Title 8">
            <a:extLst>
              <a:ext uri="{FF2B5EF4-FFF2-40B4-BE49-F238E27FC236}">
                <a16:creationId xmlns:a16="http://schemas.microsoft.com/office/drawing/2014/main" id="{96770A72-DC69-0907-ADF8-C3F228C3B9E6}"/>
              </a:ext>
            </a:extLst>
          </p:cNvPr>
          <p:cNvSpPr txBox="1">
            <a:spLocks/>
          </p:cNvSpPr>
          <p:nvPr/>
        </p:nvSpPr>
        <p:spPr>
          <a:xfrm>
            <a:off x="641267" y="6217505"/>
            <a:ext cx="5761038" cy="739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2000">
                <a:solidFill>
                  <a:schemeClr val="bg1"/>
                </a:solidFill>
              </a:rPr>
              <a:t>Accenture Applied Intelligence</a:t>
            </a:r>
          </a:p>
        </p:txBody>
      </p:sp>
    </p:spTree>
    <p:extLst>
      <p:ext uri="{BB962C8B-B14F-4D97-AF65-F5344CB8AC3E}">
        <p14:creationId xmlns:p14="http://schemas.microsoft.com/office/powerpoint/2010/main" val="374795415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AGENDA" val="TOC Dividers SectionNumber SlideNumber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vZvkRSR5KMO17f7BvNcZ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vZvkRSR5KMO17f7BvNcZA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vZvkRSR5KMO17f7BvNcZA"/>
</p:tagLst>
</file>

<file path=ppt/theme/theme1.xml><?xml version="1.0" encoding="utf-8"?>
<a:theme xmlns:a="http://schemas.openxmlformats.org/drawingml/2006/main" name="6_Office Theme">
  <a:themeElements>
    <a:clrScheme name="VISA">
      <a:dk1>
        <a:sysClr val="windowText" lastClr="000000"/>
      </a:dk1>
      <a:lt1>
        <a:sysClr val="window" lastClr="FFFFFF"/>
      </a:lt1>
      <a:dk2>
        <a:srgbClr val="F0F0F0"/>
      </a:dk2>
      <a:lt2>
        <a:srgbClr val="ADADAD"/>
      </a:lt2>
      <a:accent1>
        <a:srgbClr val="1A1F71"/>
      </a:accent1>
      <a:accent2>
        <a:srgbClr val="F7B600"/>
      </a:accent2>
      <a:accent3>
        <a:srgbClr val="5C5C5C"/>
      </a:accent3>
      <a:accent4>
        <a:srgbClr val="003EA9"/>
      </a:accent4>
      <a:accent5>
        <a:srgbClr val="EF8400"/>
      </a:accent5>
      <a:accent6>
        <a:srgbClr val="FFD700"/>
      </a:accent6>
      <a:hlink>
        <a:srgbClr val="1A1F71"/>
      </a:hlink>
      <a:folHlink>
        <a:srgbClr val="ADADAD"/>
      </a:folHlink>
    </a:clrScheme>
    <a:fontScheme name="Custom 1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>
            <a:lumMod val="75000"/>
          </a:schemeClr>
        </a:solidFill>
        <a:ln>
          <a:noFill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 cap="sq">
          <a:solidFill>
            <a:schemeClr val="bg2">
              <a:lumMod val="9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emeACCENture">
  <a:themeElements>
    <a:clrScheme name="Accenture 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Acc_Fonts_Arial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custClrLst>
    <a:custClr name="Accent Purple 1">
      <a:srgbClr val="B455AA"/>
    </a:custClr>
    <a:custClr name="Accent Purple 2">
      <a:srgbClr val="A055F5"/>
    </a:custClr>
    <a:custClr name="Accent Purple 3">
      <a:srgbClr val="BE82FF"/>
    </a:custClr>
    <a:custClr name="Accent Purple 4">
      <a:srgbClr val="DCAFFF"/>
    </a:custClr>
    <a:custClr name="Accent Purple 5">
      <a:srgbClr val="E6DC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0041F0"/>
    </a:custClr>
    <a:custClr name="Light Blue">
      <a:srgbClr val="00FFFF"/>
    </a:custClr>
    <a:custClr name="Green">
      <a:srgbClr val="64FF50"/>
    </a:custClr>
    <a:custClr name="Blue Green">
      <a:srgbClr val="05F0A5"/>
    </a:custClr>
    <a:custClr name="Red">
      <a:srgbClr val="FF3246"/>
    </a:custClr>
    <a:custClr name="Pink">
      <a:srgbClr val="FF50A0"/>
    </a:custClr>
    <a:custClr name="Orange">
      <a:srgbClr val="FF7800"/>
    </a:custClr>
    <a:custClr name="Yellow">
      <a:srgbClr val="FFEB32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ThemeACCENture" id="{CC97BB4A-B5B4-4409-B17B-7852844FDFFA}" vid="{0BB4CAA1-AE1F-4AF8-B344-62FB55F0150B}"/>
    </a:ext>
  </a:extLst>
</a:theme>
</file>

<file path=ppt/theme/theme3.xml><?xml version="1.0" encoding="utf-8"?>
<a:theme xmlns:a="http://schemas.openxmlformats.org/drawingml/2006/main" name="ThemeACN2">
  <a:themeElements>
    <a:clrScheme name="Accenture 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Custom 1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custClrLst>
    <a:custClr name="Accent Purple 1">
      <a:srgbClr val="B455AA"/>
    </a:custClr>
    <a:custClr name="Accent Purple 2">
      <a:srgbClr val="A055F5"/>
    </a:custClr>
    <a:custClr name="Accent Purple 3">
      <a:srgbClr val="BE82FF"/>
    </a:custClr>
    <a:custClr name="Accent Purple 4">
      <a:srgbClr val="DCAFFF"/>
    </a:custClr>
    <a:custClr name="Accent Purple 5">
      <a:srgbClr val="E6DC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0041F0"/>
    </a:custClr>
    <a:custClr name="Light Blue">
      <a:srgbClr val="00FFFF"/>
    </a:custClr>
    <a:custClr name="Green">
      <a:srgbClr val="64FF50"/>
    </a:custClr>
    <a:custClr name="Blue Green">
      <a:srgbClr val="05F0A5"/>
    </a:custClr>
    <a:custClr name="Red">
      <a:srgbClr val="FF3246"/>
    </a:custClr>
    <a:custClr name="Pink">
      <a:srgbClr val="FF50A0"/>
    </a:custClr>
    <a:custClr name="Orange">
      <a:srgbClr val="FF7800"/>
    </a:custClr>
    <a:custClr name="Yellow">
      <a:srgbClr val="FFEB32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ThemeACN2" id="{C5CBB487-2795-4FA3-82FE-53D900CF3761}" vid="{C10CF5D9-D365-43EF-8820-07B68B70E832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1666D6F4CFFA446B5D32C4039F08BDD" ma:contentTypeVersion="12" ma:contentTypeDescription="Create a new document." ma:contentTypeScope="" ma:versionID="7a6cc17327f8fd4a1bea693b89822f0e">
  <xsd:schema xmlns:xsd="http://www.w3.org/2001/XMLSchema" xmlns:xs="http://www.w3.org/2001/XMLSchema" xmlns:p="http://schemas.microsoft.com/office/2006/metadata/properties" xmlns:ns2="9e5dff9b-ec84-400a-8d4d-02e969566393" xmlns:ns3="9e1adda6-93f2-443e-b0ef-40d6e1dc8c9d" targetNamespace="http://schemas.microsoft.com/office/2006/metadata/properties" ma:root="true" ma:fieldsID="0fcd0ec4e5a5c37c753411fc93cc8c20" ns2:_="" ns3:_="">
    <xsd:import namespace="9e5dff9b-ec84-400a-8d4d-02e969566393"/>
    <xsd:import namespace="9e1adda6-93f2-443e-b0ef-40d6e1dc8c9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5dff9b-ec84-400a-8d4d-02e9695663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6d165d17-9b79-46c3-82b9-c927e733c4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1adda6-93f2-443e-b0ef-40d6e1dc8c9d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54a7b0e6-297d-4a6a-b5d6-da3887b93b0d}" ma:internalName="TaxCatchAll" ma:showField="CatchAllData" ma:web="9e1adda6-93f2-443e-b0ef-40d6e1dc8c9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e1adda6-93f2-443e-b0ef-40d6e1dc8c9d" xsi:nil="true"/>
    <lcf76f155ced4ddcb4097134ff3c332f xmlns="9e5dff9b-ec84-400a-8d4d-02e969566393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B622B5A-EC92-4943-9085-9E7C67C5B92A}">
  <ds:schemaRefs>
    <ds:schemaRef ds:uri="9e1adda6-93f2-443e-b0ef-40d6e1dc8c9d"/>
    <ds:schemaRef ds:uri="9e5dff9b-ec84-400a-8d4d-02e96956639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247B172E-CD09-404A-9D73-CF6EC1E50CB2}">
  <ds:schemaRefs>
    <ds:schemaRef ds:uri="9e1adda6-93f2-443e-b0ef-40d6e1dc8c9d"/>
    <ds:schemaRef ds:uri="9e5dff9b-ec84-400a-8d4d-02e96956639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953E4F1-EED6-4251-8956-041C290CBDF2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1bc0f418-96a4-4caf-9d7c-ccc5ec7f9d91}" enabled="1" method="Privileged" siteId="{e0793d39-0939-496d-b129-198edd916feb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</Slides>
  <Notes>1</Notes>
  <HiddenSlides>0</HiddenSlide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6_Office Theme</vt:lpstr>
      <vt:lpstr>ThemeACCENture</vt:lpstr>
      <vt:lpstr>ThemeACN2</vt:lpstr>
      <vt:lpstr>PowerPoint Presentation</vt:lpstr>
    </vt:vector>
  </TitlesOfParts>
  <Company>Accenture GmbH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Consulting Proposal CoE</dc:title>
  <dc:creator>rosana.gonzalez@accenture.com</dc:creator>
  <cp:keywords>Products CV Template</cp:keywords>
  <cp:revision>1</cp:revision>
  <dcterms:modified xsi:type="dcterms:W3CDTF">2026-04-09T13:07:07Z</dcterms:modified>
  <cp:category>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0x010100D1666D6F4CFFA446B5D32C4039F08BDD</vt:lpwstr>
  </property>
  <property fmtid="{D5CDD505-2E9C-101B-9397-08002B2CF9AE}" pid="3" name="Order">
    <vt:r8>390400</vt:r8>
  </property>
  <property fmtid="{D5CDD505-2E9C-101B-9397-08002B2CF9AE}" pid="4" name="xd_ProgID">
    <vt:lpwstr/>
  </property>
  <property fmtid="{D5CDD505-2E9C-101B-9397-08002B2CF9AE}" pid="5" name="_CopySource">
    <vt:lpwstr>https://ts.accenture.com/sites/PRODUCTS_ASG/dcde/Mentoring/PRD Onboarding Deck/ASG_PRD Onboarding Session_2018_01_January_final.pptx</vt:lpwstr>
  </property>
  <property fmtid="{D5CDD505-2E9C-101B-9397-08002B2CF9AE}" pid="6" name="TemplateUrl">
    <vt:lpwstr/>
  </property>
  <property fmtid="{D5CDD505-2E9C-101B-9397-08002B2CF9AE}" pid="7" name="MSIP_Label_1bc0f418-96a4-4caf-9d7c-ccc5ec7f9d91_Enabled">
    <vt:lpwstr>true</vt:lpwstr>
  </property>
  <property fmtid="{D5CDD505-2E9C-101B-9397-08002B2CF9AE}" pid="8" name="MSIP_Label_1bc0f418-96a4-4caf-9d7c-ccc5ec7f9d91_SetDate">
    <vt:lpwstr>2020-04-30T23:14:57Z</vt:lpwstr>
  </property>
  <property fmtid="{D5CDD505-2E9C-101B-9397-08002B2CF9AE}" pid="9" name="MSIP_Label_1bc0f418-96a4-4caf-9d7c-ccc5ec7f9d91_Method">
    <vt:lpwstr>Privileged</vt:lpwstr>
  </property>
  <property fmtid="{D5CDD505-2E9C-101B-9397-08002B2CF9AE}" pid="10" name="MSIP_Label_1bc0f418-96a4-4caf-9d7c-ccc5ec7f9d91_Name">
    <vt:lpwstr>1bc0f418-96a4-4caf-9d7c-ccc5ec7f9d91</vt:lpwstr>
  </property>
  <property fmtid="{D5CDD505-2E9C-101B-9397-08002B2CF9AE}" pid="11" name="MSIP_Label_1bc0f418-96a4-4caf-9d7c-ccc5ec7f9d91_SiteId">
    <vt:lpwstr>e0793d39-0939-496d-b129-198edd916feb</vt:lpwstr>
  </property>
  <property fmtid="{D5CDD505-2E9C-101B-9397-08002B2CF9AE}" pid="12" name="MSIP_Label_1bc0f418-96a4-4caf-9d7c-ccc5ec7f9d91_ActionId">
    <vt:lpwstr>6258137a-c4ad-4877-b5d3-000067d54560</vt:lpwstr>
  </property>
  <property fmtid="{D5CDD505-2E9C-101B-9397-08002B2CF9AE}" pid="13" name="MSIP_Label_1bc0f418-96a4-4caf-9d7c-ccc5ec7f9d91_ContentBits">
    <vt:lpwstr>0</vt:lpwstr>
  </property>
  <property fmtid="{D5CDD505-2E9C-101B-9397-08002B2CF9AE}" pid="14" name="MediaServiceImageTags">
    <vt:lpwstr/>
  </property>
</Properties>
</file>