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0" r:id="rId4"/>
  </p:sldMasterIdLst>
  <p:notesMasterIdLst>
    <p:notesMasterId r:id="rId6"/>
  </p:notesMasterIdLst>
  <p:handoutMasterIdLst>
    <p:handoutMasterId r:id="rId7"/>
  </p:handoutMasterIdLst>
  <p:sldIdLst>
    <p:sldId id="3774" r:id="rId5"/>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3" pos="3772" userDrawn="1">
          <p15:clr>
            <a:srgbClr val="A4A3A4"/>
          </p15:clr>
        </p15:guide>
        <p15:guide id="6" pos="3931" userDrawn="1">
          <p15:clr>
            <a:srgbClr val="A4A3A4"/>
          </p15:clr>
        </p15:guide>
        <p15:guide id="7" orient="horz" pos="2160">
          <p15:clr>
            <a:srgbClr val="A4A3A4"/>
          </p15:clr>
        </p15:guide>
        <p15:guide id="8" pos="597"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adermann, Uta" initials="SU" lastIdx="8" clrIdx="0">
    <p:extLst>
      <p:ext uri="{19B8F6BF-5375-455C-9EA6-DF929625EA0E}">
        <p15:presenceInfo xmlns:p15="http://schemas.microsoft.com/office/powerpoint/2012/main" userId="S-1-5-21-329068152-1454471165-1417001333-4183212" providerId="AD"/>
      </p:ext>
    </p:extLst>
  </p:cmAuthor>
  <p:cmAuthor id="2" name="Habel, Till" initials="HT" lastIdx="5" clrIdx="1">
    <p:extLst>
      <p:ext uri="{19B8F6BF-5375-455C-9EA6-DF929625EA0E}">
        <p15:presenceInfo xmlns:p15="http://schemas.microsoft.com/office/powerpoint/2012/main" userId="S-1-5-21-329068152-1454471165-1417001333-76534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30A0"/>
    <a:srgbClr val="A100FF"/>
    <a:srgbClr val="969696"/>
    <a:srgbClr val="5A5A5A"/>
    <a:srgbClr val="002266"/>
    <a:srgbClr val="FFB500"/>
    <a:srgbClr val="FFFFFF"/>
    <a:srgbClr val="000000"/>
    <a:srgbClr val="C9F3FF"/>
    <a:srgbClr val="F2F2F2"/>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147F1D-6105-FEE2-5A67-948DD4638030}" v="6" dt="2024-11-12T15:01:53.2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pos="3772"/>
        <p:guide pos="3931"/>
        <p:guide orient="horz" pos="2160"/>
        <p:guide pos="597"/>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viewProps" Target="view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chara, Sebastian S." userId="S::santiago.s.buchara@accenture.com::d65fadc2-35ea-47d4-9da7-812dfbcfa3c2" providerId="AD" clId="Web-{7311F53D-28FA-4355-A5AA-938E3570EA0F}"/>
    <pc:docChg chg="modSld">
      <pc:chgData name="Buchara, Sebastian S." userId="S::santiago.s.buchara@accenture.com::d65fadc2-35ea-47d4-9da7-812dfbcfa3c2" providerId="AD" clId="Web-{7311F53D-28FA-4355-A5AA-938E3570EA0F}" dt="2024-02-16T18:32:47.715" v="209" actId="20577"/>
      <pc:docMkLst>
        <pc:docMk/>
      </pc:docMkLst>
      <pc:sldChg chg="addSp delSp modSp">
        <pc:chgData name="Buchara, Sebastian S." userId="S::santiago.s.buchara@accenture.com::d65fadc2-35ea-47d4-9da7-812dfbcfa3c2" providerId="AD" clId="Web-{7311F53D-28FA-4355-A5AA-938E3570EA0F}" dt="2024-02-16T18:32:47.715" v="209" actId="20577"/>
        <pc:sldMkLst>
          <pc:docMk/>
          <pc:sldMk cId="746063517" sldId="3774"/>
        </pc:sldMkLst>
        <pc:spChg chg="mod">
          <ac:chgData name="Buchara, Sebastian S." userId="S::santiago.s.buchara@accenture.com::d65fadc2-35ea-47d4-9da7-812dfbcfa3c2" providerId="AD" clId="Web-{7311F53D-28FA-4355-A5AA-938E3570EA0F}" dt="2024-02-16T18:32:35.496" v="205" actId="20577"/>
          <ac:spMkLst>
            <pc:docMk/>
            <pc:sldMk cId="746063517" sldId="3774"/>
            <ac:spMk id="2" creationId="{CBAD93C9-BAAA-1B8B-14DE-A37760847F78}"/>
          </ac:spMkLst>
        </pc:spChg>
        <pc:spChg chg="mod">
          <ac:chgData name="Buchara, Sebastian S." userId="S::santiago.s.buchara@accenture.com::d65fadc2-35ea-47d4-9da7-812dfbcfa3c2" providerId="AD" clId="Web-{7311F53D-28FA-4355-A5AA-938E3570EA0F}" dt="2024-02-16T18:32:47.715" v="209" actId="20577"/>
          <ac:spMkLst>
            <pc:docMk/>
            <pc:sldMk cId="746063517" sldId="3774"/>
            <ac:spMk id="5" creationId="{ECB597F7-1063-46BB-A5C6-BD69CD4624A0}"/>
          </ac:spMkLst>
        </pc:spChg>
        <pc:spChg chg="mod">
          <ac:chgData name="Buchara, Sebastian S." userId="S::santiago.s.buchara@accenture.com::d65fadc2-35ea-47d4-9da7-812dfbcfa3c2" providerId="AD" clId="Web-{7311F53D-28FA-4355-A5AA-938E3570EA0F}" dt="2024-02-16T18:29:27.114" v="155" actId="1076"/>
          <ac:spMkLst>
            <pc:docMk/>
            <pc:sldMk cId="746063517" sldId="3774"/>
            <ac:spMk id="6" creationId="{643080F5-2607-4F7B-9264-C5041032336B}"/>
          </ac:spMkLst>
        </pc:spChg>
        <pc:spChg chg="mod">
          <ac:chgData name="Buchara, Sebastian S." userId="S::santiago.s.buchara@accenture.com::d65fadc2-35ea-47d4-9da7-812dfbcfa3c2" providerId="AD" clId="Web-{7311F53D-28FA-4355-A5AA-938E3570EA0F}" dt="2024-02-16T18:29:08.489" v="144" actId="20577"/>
          <ac:spMkLst>
            <pc:docMk/>
            <pc:sldMk cId="746063517" sldId="3774"/>
            <ac:spMk id="7" creationId="{D52E9116-884D-487E-A1F6-B67499333E59}"/>
          </ac:spMkLst>
        </pc:spChg>
        <pc:spChg chg="add mod">
          <ac:chgData name="Buchara, Sebastian S." userId="S::santiago.s.buchara@accenture.com::d65fadc2-35ea-47d4-9da7-812dfbcfa3c2" providerId="AD" clId="Web-{7311F53D-28FA-4355-A5AA-938E3570EA0F}" dt="2024-02-16T18:28:05.862" v="141" actId="1076"/>
          <ac:spMkLst>
            <pc:docMk/>
            <pc:sldMk cId="746063517" sldId="3774"/>
            <ac:spMk id="9" creationId="{9926DEDF-D19A-0C8D-0D41-C2BC86D86099}"/>
          </ac:spMkLst>
        </pc:spChg>
        <pc:spChg chg="del mod">
          <ac:chgData name="Buchara, Sebastian S." userId="S::santiago.s.buchara@accenture.com::d65fadc2-35ea-47d4-9da7-812dfbcfa3c2" providerId="AD" clId="Web-{7311F53D-28FA-4355-A5AA-938E3570EA0F}" dt="2024-02-16T18:27:37.783" v="112"/>
          <ac:spMkLst>
            <pc:docMk/>
            <pc:sldMk cId="746063517" sldId="3774"/>
            <ac:spMk id="11" creationId="{1B95D3D0-EDF6-4D74-965C-4B25FEDFCCC5}"/>
          </ac:spMkLst>
        </pc:spChg>
        <pc:spChg chg="mod">
          <ac:chgData name="Buchara, Sebastian S." userId="S::santiago.s.buchara@accenture.com::d65fadc2-35ea-47d4-9da7-812dfbcfa3c2" providerId="AD" clId="Web-{7311F53D-28FA-4355-A5AA-938E3570EA0F}" dt="2024-02-16T18:28:41.675" v="143" actId="1076"/>
          <ac:spMkLst>
            <pc:docMk/>
            <pc:sldMk cId="746063517" sldId="3774"/>
            <ac:spMk id="13" creationId="{8AB44894-8232-41D9-A194-2698685863BB}"/>
          </ac:spMkLst>
        </pc:spChg>
        <pc:spChg chg="del mod">
          <ac:chgData name="Buchara, Sebastian S." userId="S::santiago.s.buchara@accenture.com::d65fadc2-35ea-47d4-9da7-812dfbcfa3c2" providerId="AD" clId="Web-{7311F53D-28FA-4355-A5AA-938E3570EA0F}" dt="2024-02-16T18:22:21.647" v="2"/>
          <ac:spMkLst>
            <pc:docMk/>
            <pc:sldMk cId="746063517" sldId="3774"/>
            <ac:spMk id="15" creationId="{19543D1C-D392-B1B7-C8E5-F80C11FB40A9}"/>
          </ac:spMkLst>
        </pc:spChg>
        <pc:spChg chg="add del mod">
          <ac:chgData name="Buchara, Sebastian S." userId="S::santiago.s.buchara@accenture.com::d65fadc2-35ea-47d4-9da7-812dfbcfa3c2" providerId="AD" clId="Web-{7311F53D-28FA-4355-A5AA-938E3570EA0F}" dt="2024-02-16T18:27:44.642" v="115"/>
          <ac:spMkLst>
            <pc:docMk/>
            <pc:sldMk cId="746063517" sldId="3774"/>
            <ac:spMk id="16" creationId="{3221C22E-BDD0-A5BE-BF65-44382C8A2522}"/>
          </ac:spMkLst>
        </pc:spChg>
      </pc:sldChg>
    </pc:docChg>
  </pc:docChgLst>
  <pc:docChgLst>
    <pc:chgData name="Buchara, Sebastian S." userId="S::santiago.s.buchara@accenture.com::d65fadc2-35ea-47d4-9da7-812dfbcfa3c2" providerId="AD" clId="Web-{AA147F1D-6105-FEE2-5A67-948DD4638030}"/>
    <pc:docChg chg="modSld">
      <pc:chgData name="Buchara, Sebastian S." userId="S::santiago.s.buchara@accenture.com::d65fadc2-35ea-47d4-9da7-812dfbcfa3c2" providerId="AD" clId="Web-{AA147F1D-6105-FEE2-5A67-948DD4638030}" dt="2024-11-12T15:01:53.207" v="5" actId="1076"/>
      <pc:docMkLst>
        <pc:docMk/>
      </pc:docMkLst>
      <pc:sldChg chg="addSp delSp modSp">
        <pc:chgData name="Buchara, Sebastian S." userId="S::santiago.s.buchara@accenture.com::d65fadc2-35ea-47d4-9da7-812dfbcfa3c2" providerId="AD" clId="Web-{AA147F1D-6105-FEE2-5A67-948DD4638030}" dt="2024-11-12T15:01:53.207" v="5" actId="1076"/>
        <pc:sldMkLst>
          <pc:docMk/>
          <pc:sldMk cId="746063517" sldId="3774"/>
        </pc:sldMkLst>
        <pc:picChg chg="add del">
          <ac:chgData name="Buchara, Sebastian S." userId="S::santiago.s.buchara@accenture.com::d65fadc2-35ea-47d4-9da7-812dfbcfa3c2" providerId="AD" clId="Web-{AA147F1D-6105-FEE2-5A67-948DD4638030}" dt="2024-11-12T15:01:24.174" v="2"/>
          <ac:picMkLst>
            <pc:docMk/>
            <pc:sldMk cId="746063517" sldId="3774"/>
            <ac:picMk id="11" creationId="{D4A1E44F-B92F-3B82-4E20-5CA6AF8A4435}"/>
          </ac:picMkLst>
        </pc:picChg>
        <pc:picChg chg="mod">
          <ac:chgData name="Buchara, Sebastian S." userId="S::santiago.s.buchara@accenture.com::d65fadc2-35ea-47d4-9da7-812dfbcfa3c2" providerId="AD" clId="Web-{AA147F1D-6105-FEE2-5A67-948DD4638030}" dt="2024-11-12T15:01:53.207" v="5" actId="1076"/>
          <ac:picMkLst>
            <pc:docMk/>
            <pc:sldMk cId="746063517" sldId="3774"/>
            <ac:picMk id="22" creationId="{C9D77BF1-2DC0-4578-9A33-0AA114103989}"/>
          </ac:picMkLst>
        </pc:picChg>
      </pc:sldChg>
    </pc:docChg>
  </pc:docChgLst>
  <pc:docChgLst>
    <pc:chgData name="Buchara, Sebastian S." userId="S::santiago.s.buchara@accenture.com::d65fadc2-35ea-47d4-9da7-812dfbcfa3c2" providerId="AD" clId="Web-{8BE4969B-9968-47FC-A27E-2C3054786B4B}"/>
    <pc:docChg chg="modSld">
      <pc:chgData name="Buchara, Sebastian S." userId="S::santiago.s.buchara@accenture.com::d65fadc2-35ea-47d4-9da7-812dfbcfa3c2" providerId="AD" clId="Web-{8BE4969B-9968-47FC-A27E-2C3054786B4B}" dt="2024-07-05T19:00:48.117" v="1" actId="1076"/>
      <pc:docMkLst>
        <pc:docMk/>
      </pc:docMkLst>
      <pc:sldChg chg="modSp">
        <pc:chgData name="Buchara, Sebastian S." userId="S::santiago.s.buchara@accenture.com::d65fadc2-35ea-47d4-9da7-812dfbcfa3c2" providerId="AD" clId="Web-{8BE4969B-9968-47FC-A27E-2C3054786B4B}" dt="2024-07-05T19:00:48.117" v="1" actId="1076"/>
        <pc:sldMkLst>
          <pc:docMk/>
          <pc:sldMk cId="746063517" sldId="3774"/>
        </pc:sldMkLst>
        <pc:picChg chg="mod">
          <ac:chgData name="Buchara, Sebastian S." userId="S::santiago.s.buchara@accenture.com::d65fadc2-35ea-47d4-9da7-812dfbcfa3c2" providerId="AD" clId="Web-{8BE4969B-9968-47FC-A27E-2C3054786B4B}" dt="2024-07-05T19:00:48.117" v="1" actId="1076"/>
          <ac:picMkLst>
            <pc:docMk/>
            <pc:sldMk cId="746063517" sldId="3774"/>
            <ac:picMk id="22" creationId="{C9D77BF1-2DC0-4578-9A33-0AA114103989}"/>
          </ac:picMkLst>
        </pc:picChg>
      </pc:sldChg>
    </pc:docChg>
  </pc:docChgLst>
  <pc:docChgLst>
    <pc:chgData name="Buchara, Sebastian S." userId="S::santiago.s.buchara@accenture.com::d65fadc2-35ea-47d4-9da7-812dfbcfa3c2" providerId="AD" clId="Web-{F14084B4-90B9-4873-A49D-4860A71F2D35}"/>
    <pc:docChg chg="modSld">
      <pc:chgData name="Buchara, Sebastian S." userId="S::santiago.s.buchara@accenture.com::d65fadc2-35ea-47d4-9da7-812dfbcfa3c2" providerId="AD" clId="Web-{F14084B4-90B9-4873-A49D-4860A71F2D35}" dt="2024-02-16T18:20:14.741" v="207"/>
      <pc:docMkLst>
        <pc:docMk/>
      </pc:docMkLst>
      <pc:sldChg chg="addSp delSp modSp">
        <pc:chgData name="Buchara, Sebastian S." userId="S::santiago.s.buchara@accenture.com::d65fadc2-35ea-47d4-9da7-812dfbcfa3c2" providerId="AD" clId="Web-{F14084B4-90B9-4873-A49D-4860A71F2D35}" dt="2024-02-16T18:20:14.741" v="207"/>
        <pc:sldMkLst>
          <pc:docMk/>
          <pc:sldMk cId="746063517" sldId="3774"/>
        </pc:sldMkLst>
        <pc:spChg chg="add mod">
          <ac:chgData name="Buchara, Sebastian S." userId="S::santiago.s.buchara@accenture.com::d65fadc2-35ea-47d4-9da7-812dfbcfa3c2" providerId="AD" clId="Web-{F14084B4-90B9-4873-A49D-4860A71F2D35}" dt="2024-02-16T18:20:07.116" v="204" actId="20577"/>
          <ac:spMkLst>
            <pc:docMk/>
            <pc:sldMk cId="746063517" sldId="3774"/>
            <ac:spMk id="2" creationId="{CBAD93C9-BAAA-1B8B-14DE-A37760847F78}"/>
          </ac:spMkLst>
        </pc:spChg>
        <pc:spChg chg="mod">
          <ac:chgData name="Buchara, Sebastian S." userId="S::santiago.s.buchara@accenture.com::d65fadc2-35ea-47d4-9da7-812dfbcfa3c2" providerId="AD" clId="Web-{F14084B4-90B9-4873-A49D-4860A71F2D35}" dt="2024-02-16T18:11:59.283" v="118" actId="1076"/>
          <ac:spMkLst>
            <pc:docMk/>
            <pc:sldMk cId="746063517" sldId="3774"/>
            <ac:spMk id="11" creationId="{1B95D3D0-EDF6-4D74-965C-4B25FEDFCCC5}"/>
          </ac:spMkLst>
        </pc:spChg>
        <pc:spChg chg="del mod">
          <ac:chgData name="Buchara, Sebastian S." userId="S::santiago.s.buchara@accenture.com::d65fadc2-35ea-47d4-9da7-812dfbcfa3c2" providerId="AD" clId="Web-{F14084B4-90B9-4873-A49D-4860A71F2D35}" dt="2024-02-16T18:20:14.741" v="207"/>
          <ac:spMkLst>
            <pc:docMk/>
            <pc:sldMk cId="746063517" sldId="3774"/>
            <ac:spMk id="12" creationId="{2134980F-833A-4CEA-B193-B68AFF606610}"/>
          </ac:spMkLst>
        </pc:spChg>
        <pc:spChg chg="mod">
          <ac:chgData name="Buchara, Sebastian S." userId="S::santiago.s.buchara@accenture.com::d65fadc2-35ea-47d4-9da7-812dfbcfa3c2" providerId="AD" clId="Web-{F14084B4-90B9-4873-A49D-4860A71F2D35}" dt="2024-02-16T18:12:02.908" v="119" actId="1076"/>
          <ac:spMkLst>
            <pc:docMk/>
            <pc:sldMk cId="746063517" sldId="3774"/>
            <ac:spMk id="14" creationId="{50E7C7A6-37A1-45A4-A4C5-04D35EB29D89}"/>
          </ac:spMkLst>
        </pc:spChg>
        <pc:spChg chg="add mod">
          <ac:chgData name="Buchara, Sebastian S." userId="S::santiago.s.buchara@accenture.com::d65fadc2-35ea-47d4-9da7-812dfbcfa3c2" providerId="AD" clId="Web-{F14084B4-90B9-4873-A49D-4860A71F2D35}" dt="2024-02-16T18:20:14.741" v="207"/>
          <ac:spMkLst>
            <pc:docMk/>
            <pc:sldMk cId="746063517" sldId="3774"/>
            <ac:spMk id="15" creationId="{19543D1C-D392-B1B7-C8E5-F80C11FB40A9}"/>
          </ac:spMkLst>
        </pc:spChg>
        <pc:picChg chg="mod">
          <ac:chgData name="Buchara, Sebastian S." userId="S::santiago.s.buchara@accenture.com::d65fadc2-35ea-47d4-9da7-812dfbcfa3c2" providerId="AD" clId="Web-{F14084B4-90B9-4873-A49D-4860A71F2D35}" dt="2024-02-16T18:20:12.022" v="205" actId="1076"/>
          <ac:picMkLst>
            <pc:docMk/>
            <pc:sldMk cId="746063517" sldId="3774"/>
            <ac:picMk id="22" creationId="{C9D77BF1-2DC0-4578-9A33-0AA114103989}"/>
          </ac:picMkLst>
        </pc:picChg>
      </pc:sldChg>
    </pc:docChg>
  </pc:docChgLst>
  <pc:docChgLst>
    <pc:chgData name="Zuloaga, Evelyn" userId="S::evelyn.zuloaga@accenture.com::68c13c02-e672-4b22-ab16-0210f61a1064" providerId="AD" clId="Web-{C4A466B7-1FBA-2026-CCA3-88B665A1B3FE}"/>
    <pc:docChg chg="modSld">
      <pc:chgData name="Zuloaga, Evelyn" userId="S::evelyn.zuloaga@accenture.com::68c13c02-e672-4b22-ab16-0210f61a1064" providerId="AD" clId="Web-{C4A466B7-1FBA-2026-CCA3-88B665A1B3FE}" dt="2024-02-16T18:46:44.751" v="2" actId="20577"/>
      <pc:docMkLst>
        <pc:docMk/>
      </pc:docMkLst>
      <pc:sldChg chg="modSp">
        <pc:chgData name="Zuloaga, Evelyn" userId="S::evelyn.zuloaga@accenture.com::68c13c02-e672-4b22-ab16-0210f61a1064" providerId="AD" clId="Web-{C4A466B7-1FBA-2026-CCA3-88B665A1B3FE}" dt="2024-02-16T18:46:44.751" v="2" actId="20577"/>
        <pc:sldMkLst>
          <pc:docMk/>
          <pc:sldMk cId="746063517" sldId="3774"/>
        </pc:sldMkLst>
        <pc:spChg chg="mod">
          <ac:chgData name="Zuloaga, Evelyn" userId="S::evelyn.zuloaga@accenture.com::68c13c02-e672-4b22-ab16-0210f61a1064" providerId="AD" clId="Web-{C4A466B7-1FBA-2026-CCA3-88B665A1B3FE}" dt="2024-02-16T18:46:44.751" v="2" actId="20577"/>
          <ac:spMkLst>
            <pc:docMk/>
            <pc:sldMk cId="746063517" sldId="3774"/>
            <ac:spMk id="2" creationId="{CBAD93C9-BAAA-1B8B-14DE-A37760847F78}"/>
          </ac:spMkLst>
        </pc:spChg>
        <pc:spChg chg="mod">
          <ac:chgData name="Zuloaga, Evelyn" userId="S::evelyn.zuloaga@accenture.com::68c13c02-e672-4b22-ab16-0210f61a1064" providerId="AD" clId="Web-{C4A466B7-1FBA-2026-CCA3-88B665A1B3FE}" dt="2024-02-16T18:45:20.795" v="0" actId="20577"/>
          <ac:spMkLst>
            <pc:docMk/>
            <pc:sldMk cId="746063517" sldId="3774"/>
            <ac:spMk id="9" creationId="{9926DEDF-D19A-0C8D-0D41-C2BC86D8609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BD7333-DD87-4773-BED3-E2892A4094EE}" type="datetimeFigureOut">
              <a:rPr lang="en-US" smtClean="0">
                <a:latin typeface="Arial" panose="020B0604020202020204" pitchFamily="34" charset="0"/>
              </a:rPr>
              <a:t>11/12/2024</a:t>
            </a:fld>
            <a:endParaRPr lang="en-US">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3A0E21C-7E3E-40C1-A5B4-152F0F11E190}" type="slidenum">
              <a:rPr lang="en-US" smtClean="0">
                <a:latin typeface="Arial" panose="020B0604020202020204" pitchFamily="34" charset="0"/>
              </a:rPr>
              <a:t>‹Nº›</a:t>
            </a:fld>
            <a:endParaRPr lang="en-US">
              <a:latin typeface="Arial" panose="020B0604020202020204" pitchFamily="34" charset="0"/>
            </a:endParaRPr>
          </a:p>
        </p:txBody>
      </p:sp>
    </p:spTree>
    <p:extLst>
      <p:ext uri="{BB962C8B-B14F-4D97-AF65-F5344CB8AC3E}">
        <p14:creationId xmlns:p14="http://schemas.microsoft.com/office/powerpoint/2010/main" val="1635044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D39D084F-DC83-4EB0-8CED-52E9AA3ECA1C}" type="datetimeFigureOut">
              <a:rPr lang="en-US" smtClean="0"/>
              <a:pPr/>
              <a:t>11/12/2024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AC157E0A-F321-48DC-AF94-681D4DCF344D}" type="slidenum">
              <a:rPr lang="en-US" smtClean="0"/>
              <a:pPr/>
              <a:t>‹Nº›</a:t>
            </a:fld>
            <a:endParaRPr lang="en-US"/>
          </a:p>
        </p:txBody>
      </p:sp>
    </p:spTree>
    <p:extLst>
      <p:ext uri="{BB962C8B-B14F-4D97-AF65-F5344CB8AC3E}">
        <p14:creationId xmlns:p14="http://schemas.microsoft.com/office/powerpoint/2010/main" val="379690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White">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233544-EAA4-455F-8C8C-F9FC7D06BFAB}"/>
              </a:ext>
            </a:extLst>
          </p:cNvPr>
          <p:cNvSpPr>
            <a:spLocks noGrp="1"/>
          </p:cNvSpPr>
          <p:nvPr>
            <p:ph type="body" sz="quarter" idx="10" hasCustomPrompt="1"/>
          </p:nvPr>
        </p:nvSpPr>
        <p:spPr>
          <a:xfrm>
            <a:off x="380998" y="1744826"/>
            <a:ext cx="6435081" cy="1714500"/>
          </a:xfrm>
          <a:prstGeom prst="rect">
            <a:avLst/>
          </a:prstGeom>
        </p:spPr>
        <p:txBody>
          <a:bodyPr lIns="0" tIns="0" rIns="0" bIns="0">
            <a:noAutofit/>
          </a:bodyPr>
          <a:lstStyle>
            <a:lvl1pPr>
              <a:lnSpc>
                <a:spcPct val="70000"/>
              </a:lnSpc>
              <a:defRPr sz="6000" cap="all" baseline="0">
                <a:latin typeface="+mj-lt"/>
              </a:defRPr>
            </a:lvl1pPr>
          </a:lstStyle>
          <a:p>
            <a:pPr lvl="0"/>
            <a:r>
              <a:rPr lang="de-DE" err="1"/>
              <a:t>Presentation</a:t>
            </a:r>
            <a:r>
              <a:rPr lang="de-DE"/>
              <a:t> Title</a:t>
            </a:r>
            <a:endParaRPr lang="en-GB"/>
          </a:p>
        </p:txBody>
      </p:sp>
      <p:sp>
        <p:nvSpPr>
          <p:cNvPr id="18" name="Text Placeholder 4">
            <a:extLst>
              <a:ext uri="{FF2B5EF4-FFF2-40B4-BE49-F238E27FC236}">
                <a16:creationId xmlns:a16="http://schemas.microsoft.com/office/drawing/2014/main" id="{D6C774CE-8A51-462C-A6DA-3353B65B8EAB}"/>
              </a:ext>
            </a:extLst>
          </p:cNvPr>
          <p:cNvSpPr>
            <a:spLocks noGrp="1"/>
          </p:cNvSpPr>
          <p:nvPr>
            <p:ph type="body" sz="quarter" idx="11" hasCustomPrompt="1"/>
          </p:nvPr>
        </p:nvSpPr>
        <p:spPr>
          <a:xfrm>
            <a:off x="380998" y="3486875"/>
            <a:ext cx="6435081" cy="507831"/>
          </a:xfrm>
          <a:prstGeom prst="rect">
            <a:avLst/>
          </a:prstGeom>
        </p:spPr>
        <p:txBody>
          <a:bodyPr lIns="0" tIns="0" rIns="0" bIns="0">
            <a:noAutofit/>
          </a:bodyPr>
          <a:lstStyle>
            <a:lvl1pPr>
              <a:lnSpc>
                <a:spcPct val="70000"/>
              </a:lnSpc>
              <a:defRPr sz="3000" cap="all" baseline="0">
                <a:solidFill>
                  <a:schemeClr val="tx1"/>
                </a:solidFill>
                <a:latin typeface="+mj-lt"/>
              </a:defRPr>
            </a:lvl1pPr>
            <a:lvl2pPr>
              <a:defRPr sz="3000">
                <a:latin typeface="Graphik Black" panose="020B0A03030202060203" pitchFamily="34" charset="0"/>
              </a:defRPr>
            </a:lvl2pPr>
            <a:lvl3pPr>
              <a:defRPr sz="3000">
                <a:latin typeface="Graphik Black" panose="020B0A03030202060203" pitchFamily="34" charset="0"/>
              </a:defRPr>
            </a:lvl3pPr>
            <a:lvl4pPr>
              <a:defRPr sz="3000">
                <a:latin typeface="Graphik Black" panose="020B0A03030202060203" pitchFamily="34" charset="0"/>
              </a:defRPr>
            </a:lvl4pPr>
            <a:lvl5pPr>
              <a:defRPr sz="3000">
                <a:latin typeface="Graphik Black" panose="020B0A03030202060203" pitchFamily="34" charset="0"/>
              </a:defRPr>
            </a:lvl5pPr>
          </a:lstStyle>
          <a:p>
            <a:pPr lvl="0"/>
            <a:r>
              <a:rPr lang="en-US"/>
              <a:t>Subtitle</a:t>
            </a:r>
            <a:endParaRPr lang="en-GB"/>
          </a:p>
        </p:txBody>
      </p:sp>
    </p:spTree>
    <p:extLst>
      <p:ext uri="{BB962C8B-B14F-4D97-AF65-F5344CB8AC3E}">
        <p14:creationId xmlns:p14="http://schemas.microsoft.com/office/powerpoint/2010/main" val="2763933093"/>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E9706-BAC5-4069-AD74-C26B67385C93}"/>
              </a:ext>
            </a:extLst>
          </p:cNvPr>
          <p:cNvSpPr>
            <a:spLocks noGrp="1"/>
          </p:cNvSpPr>
          <p:nvPr>
            <p:ph type="title" hasCustomPrompt="1"/>
          </p:nvPr>
        </p:nvSpPr>
        <p:spPr>
          <a:xfrm>
            <a:off x="376912" y="247621"/>
            <a:ext cx="11425084" cy="824578"/>
          </a:xfrm>
        </p:spPr>
        <p:txBody>
          <a:bodyPr/>
          <a:lstStyle>
            <a:lvl1pPr marL="0" indent="0">
              <a:buFontTx/>
              <a:buNone/>
              <a:defRPr/>
            </a:lvl1pPr>
          </a:lstStyle>
          <a:p>
            <a:r>
              <a:rPr lang="es-ES" err="1"/>
              <a:t>Two</a:t>
            </a:r>
            <a:r>
              <a:rPr lang="es-ES"/>
              <a:t> </a:t>
            </a:r>
            <a:r>
              <a:rPr lang="es-ES" err="1"/>
              <a:t>separate</a:t>
            </a:r>
            <a:r>
              <a:rPr lang="es-ES"/>
              <a:t> </a:t>
            </a:r>
            <a:r>
              <a:rPr lang="es-ES" err="1"/>
              <a:t>columns</a:t>
            </a:r>
            <a:endParaRPr lang="es-ES"/>
          </a:p>
        </p:txBody>
      </p:sp>
      <p:sp>
        <p:nvSpPr>
          <p:cNvPr id="3" name="Footer Placeholder 2">
            <a:extLst>
              <a:ext uri="{FF2B5EF4-FFF2-40B4-BE49-F238E27FC236}">
                <a16:creationId xmlns:a16="http://schemas.microsoft.com/office/drawing/2014/main" id="{0C1515B9-F148-4C42-8287-2EF0A98A3C8B}"/>
              </a:ext>
            </a:extLst>
          </p:cNvPr>
          <p:cNvSpPr>
            <a:spLocks noGrp="1"/>
          </p:cNvSpPr>
          <p:nvPr>
            <p:ph type="ftr" sz="quarter" idx="10"/>
          </p:nvPr>
        </p:nvSpPr>
        <p:spPr>
          <a:xfrm>
            <a:off x="7214419" y="6492875"/>
            <a:ext cx="4114800" cy="228600"/>
          </a:xfrm>
          <a:prstGeom prst="rect">
            <a:avLst/>
          </a:prstGeom>
        </p:spPr>
        <p:txBody>
          <a:bodyPr/>
          <a:lstStyle/>
          <a:p>
            <a:r>
              <a:rPr lang="es-ES"/>
              <a:t>Copyright © 2020 Accenture. </a:t>
            </a:r>
            <a:r>
              <a:rPr lang="es-ES" err="1"/>
              <a:t>All</a:t>
            </a:r>
            <a:r>
              <a:rPr lang="es-ES"/>
              <a:t> </a:t>
            </a:r>
            <a:r>
              <a:rPr lang="es-ES" err="1"/>
              <a:t>rights</a:t>
            </a:r>
            <a:r>
              <a:rPr lang="es-ES"/>
              <a:t> </a:t>
            </a:r>
            <a:r>
              <a:rPr lang="es-ES" err="1"/>
              <a:t>reserved</a:t>
            </a:r>
            <a:r>
              <a:rPr lang="es-ES"/>
              <a:t>.</a:t>
            </a:r>
          </a:p>
        </p:txBody>
      </p:sp>
      <p:sp>
        <p:nvSpPr>
          <p:cNvPr id="4" name="Slide Number Placeholder 3">
            <a:extLst>
              <a:ext uri="{FF2B5EF4-FFF2-40B4-BE49-F238E27FC236}">
                <a16:creationId xmlns:a16="http://schemas.microsoft.com/office/drawing/2014/main" id="{C4521C2C-E7F9-492C-AF2A-874D593CF4A6}"/>
              </a:ext>
            </a:extLst>
          </p:cNvPr>
          <p:cNvSpPr>
            <a:spLocks noGrp="1"/>
          </p:cNvSpPr>
          <p:nvPr>
            <p:ph type="sldNum" sz="quarter" idx="11"/>
          </p:nvPr>
        </p:nvSpPr>
        <p:spPr>
          <a:xfrm>
            <a:off x="11329219" y="6492875"/>
            <a:ext cx="479323" cy="228600"/>
          </a:xfrm>
          <a:prstGeom prst="rect">
            <a:avLst/>
          </a:prstGeom>
        </p:spPr>
        <p:txBody>
          <a:bodyPr/>
          <a:lstStyle/>
          <a:p>
            <a:fld id="{804BFBA5-6622-4657-A915-630FEC1BA0AA}" type="slidenum">
              <a:rPr lang="es-ES" smtClean="0"/>
              <a:pPr/>
              <a:t>‹Nº›</a:t>
            </a:fld>
            <a:endParaRPr lang="es-ES"/>
          </a:p>
        </p:txBody>
      </p:sp>
    </p:spTree>
    <p:extLst>
      <p:ext uri="{BB962C8B-B14F-4D97-AF65-F5344CB8AC3E}">
        <p14:creationId xmlns:p14="http://schemas.microsoft.com/office/powerpoint/2010/main" val="2285803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mplate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CDBE22B4-94C9-441A-996E-23DF1FFB52FB}"/>
              </a:ext>
            </a:extLst>
          </p:cNvPr>
          <p:cNvSpPr/>
          <p:nvPr userDrawn="1"/>
        </p:nvSpPr>
        <p:spPr>
          <a:xfrm>
            <a:off x="3791" y="-46505"/>
            <a:ext cx="12184418" cy="193907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851" rtl="0" eaLnBrk="1" fontAlgn="auto" latinLnBrk="0" hangingPunct="1">
              <a:lnSpc>
                <a:spcPct val="100000"/>
              </a:lnSpc>
              <a:spcBef>
                <a:spcPts val="0"/>
              </a:spcBef>
              <a:spcAft>
                <a:spcPts val="0"/>
              </a:spcAft>
              <a:buClrTx/>
              <a:buSzTx/>
              <a:buFontTx/>
              <a:buNone/>
              <a:tabLst/>
              <a:defRPr/>
            </a:pPr>
            <a:endParaRPr kumimoji="0" lang="en-US" sz="1599" b="0" i="0" u="none" strike="noStrike" kern="1200" cap="none" spc="0" normalizeH="0" baseline="0" noProof="0">
              <a:ln>
                <a:noFill/>
              </a:ln>
              <a:solidFill>
                <a:prstClr val="white"/>
              </a:solidFill>
              <a:effectLst/>
              <a:uLnTx/>
              <a:uFillTx/>
              <a:latin typeface="Arial"/>
              <a:ea typeface="+mn-ea"/>
              <a:cs typeface="+mn-cs"/>
            </a:endParaRPr>
          </a:p>
        </p:txBody>
      </p:sp>
      <p:sp>
        <p:nvSpPr>
          <p:cNvPr id="3" name="Picture Placeholder 2">
            <a:extLst>
              <a:ext uri="{FF2B5EF4-FFF2-40B4-BE49-F238E27FC236}">
                <a16:creationId xmlns:a16="http://schemas.microsoft.com/office/drawing/2014/main" id="{181CC0BF-8C69-48FA-9821-905B5B8FAEBB}"/>
              </a:ext>
            </a:extLst>
          </p:cNvPr>
          <p:cNvSpPr>
            <a:spLocks noGrp="1"/>
          </p:cNvSpPr>
          <p:nvPr>
            <p:ph type="pic" sz="quarter" idx="15"/>
          </p:nvPr>
        </p:nvSpPr>
        <p:spPr>
          <a:xfrm>
            <a:off x="642938" y="88223"/>
            <a:ext cx="1336675" cy="1673225"/>
          </a:xfrm>
        </p:spPr>
        <p:txBody>
          <a:bodyPr/>
          <a:lstStyle/>
          <a:p>
            <a:endParaRPr lang="en-US"/>
          </a:p>
        </p:txBody>
      </p:sp>
      <p:sp>
        <p:nvSpPr>
          <p:cNvPr id="15" name="Footer Placeholder 7">
            <a:extLst>
              <a:ext uri="{FF2B5EF4-FFF2-40B4-BE49-F238E27FC236}">
                <a16:creationId xmlns:a16="http://schemas.microsoft.com/office/drawing/2014/main" id="{B8AF3E59-7034-4140-8A44-78141E815021}"/>
              </a:ext>
            </a:extLst>
          </p:cNvPr>
          <p:cNvSpPr txBox="1">
            <a:spLocks/>
          </p:cNvSpPr>
          <p:nvPr userDrawn="1"/>
        </p:nvSpPr>
        <p:spPr>
          <a:xfrm>
            <a:off x="384558" y="6517088"/>
            <a:ext cx="5711445" cy="206246"/>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851"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white">
                    <a:lumMod val="65000"/>
                  </a:prstClr>
                </a:solidFill>
                <a:effectLst/>
                <a:uLnTx/>
                <a:uFillTx/>
                <a:latin typeface="Arial"/>
                <a:ea typeface="+mn-ea"/>
                <a:cs typeface="+mn-cs"/>
              </a:rPr>
              <a:t>Copyright © 2020 Accenture. All rights reserved.</a:t>
            </a:r>
          </a:p>
        </p:txBody>
      </p:sp>
      <p:sp>
        <p:nvSpPr>
          <p:cNvPr id="16" name="Slide Number Placeholder 9">
            <a:extLst>
              <a:ext uri="{FF2B5EF4-FFF2-40B4-BE49-F238E27FC236}">
                <a16:creationId xmlns:a16="http://schemas.microsoft.com/office/drawing/2014/main" id="{AEE8CA5D-8B85-43BD-926A-533776C7D0B7}"/>
              </a:ext>
            </a:extLst>
          </p:cNvPr>
          <p:cNvSpPr>
            <a:spLocks noGrp="1"/>
          </p:cNvSpPr>
          <p:nvPr>
            <p:ph type="sldNum" sz="quarter" idx="4"/>
          </p:nvPr>
        </p:nvSpPr>
        <p:spPr>
          <a:xfrm>
            <a:off x="9209312" y="6490741"/>
            <a:ext cx="2743200" cy="365125"/>
          </a:xfrm>
          <a:prstGeom prst="rect">
            <a:avLst/>
          </a:prstGeom>
        </p:spPr>
        <p:txBody>
          <a:bodyPr anchor="ctr"/>
          <a:lstStyle>
            <a:lvl1pPr algn="r">
              <a:defRPr kumimoji="0" lang="en-US" sz="1000" b="0" i="0" u="none" strike="noStrike" kern="1200" cap="none" spc="0" normalizeH="0" baseline="0" smtClean="0">
                <a:ln>
                  <a:noFill/>
                </a:ln>
                <a:solidFill>
                  <a:prstClr val="white">
                    <a:lumMod val="65000"/>
                  </a:prstClr>
                </a:solidFill>
                <a:effectLst/>
                <a:uLnTx/>
                <a:uFillTx/>
                <a:latin typeface="Arial"/>
                <a:ea typeface="+mn-ea"/>
                <a:cs typeface="+mn-cs"/>
              </a:defRPr>
            </a:lvl1pPr>
          </a:lstStyle>
          <a:p>
            <a:fld id="{4F9AC08D-23A9-440E-BCB9-AA1E9877CC38}" type="slidenum">
              <a:rPr lang="en-US" smtClean="0"/>
              <a:pPr/>
              <a:t>‹Nº›</a:t>
            </a:fld>
            <a:endParaRPr lang="en-US"/>
          </a:p>
        </p:txBody>
      </p:sp>
      <p:sp>
        <p:nvSpPr>
          <p:cNvPr id="31" name="Freeform: Shape 30">
            <a:extLst>
              <a:ext uri="{FF2B5EF4-FFF2-40B4-BE49-F238E27FC236}">
                <a16:creationId xmlns:a16="http://schemas.microsoft.com/office/drawing/2014/main" id="{0D66BAD1-5A09-4097-906B-2A706FC0E505}"/>
              </a:ext>
            </a:extLst>
          </p:cNvPr>
          <p:cNvSpPr>
            <a:spLocks noChangeAspect="1"/>
          </p:cNvSpPr>
          <p:nvPr userDrawn="1"/>
        </p:nvSpPr>
        <p:spPr bwMode="auto">
          <a:xfrm>
            <a:off x="9394130" y="-36778"/>
            <a:ext cx="1946341" cy="1673225"/>
          </a:xfrm>
          <a:custGeom>
            <a:avLst/>
            <a:gdLst>
              <a:gd name="connsiteX0" fmla="*/ 0 w 2211700"/>
              <a:gd name="connsiteY0" fmla="*/ 0 h 1901348"/>
              <a:gd name="connsiteX1" fmla="*/ 960881 w 2211700"/>
              <a:gd name="connsiteY1" fmla="*/ 0 h 1901348"/>
              <a:gd name="connsiteX2" fmla="*/ 2211700 w 2211700"/>
              <a:gd name="connsiteY2" fmla="*/ 506353 h 1901348"/>
              <a:gd name="connsiteX3" fmla="*/ 2211700 w 2211700"/>
              <a:gd name="connsiteY3" fmla="*/ 1006015 h 1901348"/>
              <a:gd name="connsiteX4" fmla="*/ 0 w 2211700"/>
              <a:gd name="connsiteY4" fmla="*/ 1901348 h 1901348"/>
              <a:gd name="connsiteX5" fmla="*/ 0 w 2211700"/>
              <a:gd name="connsiteY5" fmla="*/ 1401686 h 1901348"/>
              <a:gd name="connsiteX6" fmla="*/ 1595366 w 2211700"/>
              <a:gd name="connsiteY6" fmla="*/ 754915 h 1901348"/>
              <a:gd name="connsiteX7" fmla="*/ 0 w 2211700"/>
              <a:gd name="connsiteY7" fmla="*/ 110681 h 1901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11700" h="1901348">
                <a:moveTo>
                  <a:pt x="0" y="0"/>
                </a:moveTo>
                <a:lnTo>
                  <a:pt x="960881" y="0"/>
                </a:lnTo>
                <a:lnTo>
                  <a:pt x="2211700" y="506353"/>
                </a:lnTo>
                <a:lnTo>
                  <a:pt x="2211700" y="1006015"/>
                </a:lnTo>
                <a:lnTo>
                  <a:pt x="0" y="1901348"/>
                </a:lnTo>
                <a:lnTo>
                  <a:pt x="0" y="1401686"/>
                </a:lnTo>
                <a:lnTo>
                  <a:pt x="1595366" y="754915"/>
                </a:lnTo>
                <a:lnTo>
                  <a:pt x="0" y="110681"/>
                </a:lnTo>
                <a:close/>
              </a:path>
            </a:pathLst>
          </a:custGeom>
          <a:solidFill>
            <a:srgbClr val="CC99FF"/>
          </a:solidFill>
          <a:ln>
            <a:noFill/>
          </a:ln>
        </p:spPr>
        <p:txBody>
          <a:bodyPr vert="horz" wrap="square" lIns="91383" tIns="45691" rIns="91383" bIns="45691" numCol="1" anchor="t" anchorCtr="0" compatLnSpc="1">
            <a:prstTxWarp prst="textNoShape">
              <a:avLst/>
            </a:prstTxWarp>
            <a:noAutofit/>
          </a:bodyPr>
          <a:lstStyle/>
          <a:p>
            <a:pPr marL="0" marR="0" lvl="0" indent="0" algn="l" defTabSz="913851"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Rectangle 12">
            <a:extLst>
              <a:ext uri="{FF2B5EF4-FFF2-40B4-BE49-F238E27FC236}">
                <a16:creationId xmlns:a16="http://schemas.microsoft.com/office/drawing/2014/main" id="{1418F404-19B5-4B57-A040-19AD40173BF7}"/>
              </a:ext>
            </a:extLst>
          </p:cNvPr>
          <p:cNvSpPr>
            <a:spLocks noChangeArrowheads="1"/>
          </p:cNvSpPr>
          <p:nvPr userDrawn="1"/>
        </p:nvSpPr>
        <p:spPr bwMode="auto">
          <a:xfrm>
            <a:off x="3299975" y="2132513"/>
            <a:ext cx="2679306"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AREAS OF EXPERTISE</a:t>
            </a:r>
          </a:p>
        </p:txBody>
      </p:sp>
      <p:sp>
        <p:nvSpPr>
          <p:cNvPr id="38" name="Rectangle 12">
            <a:extLst>
              <a:ext uri="{FF2B5EF4-FFF2-40B4-BE49-F238E27FC236}">
                <a16:creationId xmlns:a16="http://schemas.microsoft.com/office/drawing/2014/main" id="{13DDC02B-51EE-44E0-BEDD-AE88AE5888A3}"/>
              </a:ext>
            </a:extLst>
          </p:cNvPr>
          <p:cNvSpPr>
            <a:spLocks noChangeArrowheads="1"/>
          </p:cNvSpPr>
          <p:nvPr userDrawn="1"/>
        </p:nvSpPr>
        <p:spPr bwMode="auto">
          <a:xfrm>
            <a:off x="5252944" y="2132513"/>
            <a:ext cx="5408559"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rgbClr val="7030A0"/>
                </a:solidFill>
                <a:effectLst/>
                <a:uLnTx/>
                <a:uFillTx/>
                <a:latin typeface="Graphik Super" panose="020B0B03030202060203" pitchFamily="34" charset="0"/>
                <a:ea typeface="+mn-ea"/>
                <a:cs typeface="+mn-cs"/>
              </a:rPr>
              <a:t>SELECTED EXPERIENCE</a:t>
            </a:r>
            <a:endParaRPr kumimoji="0" lang="en-US" sz="1800" b="0" i="0" u="none" strike="noStrike" kern="1200" cap="none" spc="0" normalizeH="0" baseline="0" noProof="0">
              <a:ln>
                <a:noFill/>
              </a:ln>
              <a:solidFill>
                <a:srgbClr val="7030A0"/>
              </a:solidFill>
              <a:effectLst/>
              <a:uLnTx/>
              <a:uFillTx/>
              <a:latin typeface="Graphik Super" panose="020B0B03030202060203" pitchFamily="34" charset="0"/>
              <a:ea typeface="+mn-ea"/>
              <a:cs typeface="+mn-cs"/>
            </a:endParaRPr>
          </a:p>
        </p:txBody>
      </p:sp>
      <p:sp>
        <p:nvSpPr>
          <p:cNvPr id="39" name="Rectangle 38">
            <a:extLst>
              <a:ext uri="{FF2B5EF4-FFF2-40B4-BE49-F238E27FC236}">
                <a16:creationId xmlns:a16="http://schemas.microsoft.com/office/drawing/2014/main" id="{6891B2A9-4B3C-4A70-9C20-306568572CF4}"/>
              </a:ext>
            </a:extLst>
          </p:cNvPr>
          <p:cNvSpPr/>
          <p:nvPr userDrawn="1"/>
        </p:nvSpPr>
        <p:spPr>
          <a:xfrm>
            <a:off x="248824" y="2132513"/>
            <a:ext cx="2667718" cy="276999"/>
          </a:xfrm>
          <a:prstGeom prst="rect">
            <a:avLst/>
          </a:prstGeom>
        </p:spPr>
        <p:txBody>
          <a:bodyPr wrap="none">
            <a:spAutoFit/>
          </a:bodyPr>
          <a:lstStyle/>
          <a:p>
            <a:r>
              <a:rPr kumimoji="0" lang="en-US" sz="1200" b="1" i="0" u="none" strike="noStrike" kern="1200" cap="none" spc="0" normalizeH="0" baseline="0">
                <a:ln>
                  <a:noFill/>
                </a:ln>
                <a:solidFill>
                  <a:srgbClr val="7030A0"/>
                </a:solidFill>
                <a:effectLst/>
                <a:uLnTx/>
                <a:uFillTx/>
                <a:latin typeface="Graphik Super" panose="020B0B03030202060203" pitchFamily="34" charset="0"/>
                <a:ea typeface="+mn-ea"/>
                <a:cs typeface="+mn-cs"/>
              </a:rPr>
              <a:t>PROFESSIONAL BACKGROUND</a:t>
            </a:r>
          </a:p>
        </p:txBody>
      </p:sp>
      <p:grpSp>
        <p:nvGrpSpPr>
          <p:cNvPr id="41" name="Group 40">
            <a:extLst>
              <a:ext uri="{FF2B5EF4-FFF2-40B4-BE49-F238E27FC236}">
                <a16:creationId xmlns:a16="http://schemas.microsoft.com/office/drawing/2014/main" id="{4F4863CF-A9CF-4E25-8C24-C00A183C18E3}"/>
              </a:ext>
            </a:extLst>
          </p:cNvPr>
          <p:cNvGrpSpPr/>
          <p:nvPr userDrawn="1"/>
        </p:nvGrpSpPr>
        <p:grpSpPr>
          <a:xfrm>
            <a:off x="237237" y="2237951"/>
            <a:ext cx="5074087" cy="4252790"/>
            <a:chOff x="470702" y="2490873"/>
            <a:chExt cx="5074087" cy="4252790"/>
          </a:xfrm>
        </p:grpSpPr>
        <p:cxnSp>
          <p:nvCxnSpPr>
            <p:cNvPr id="42" name="Straight Connector 41">
              <a:extLst>
                <a:ext uri="{FF2B5EF4-FFF2-40B4-BE49-F238E27FC236}">
                  <a16:creationId xmlns:a16="http://schemas.microsoft.com/office/drawing/2014/main" id="{67A9885D-A32A-4F6C-952D-566AFC7BC7BC}"/>
                </a:ext>
              </a:extLst>
            </p:cNvPr>
            <p:cNvCxnSpPr>
              <a:cxnSpLocks/>
            </p:cNvCxnSpPr>
            <p:nvPr userDrawn="1"/>
          </p:nvCxnSpPr>
          <p:spPr>
            <a:xfrm>
              <a:off x="470702" y="2490873"/>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F3C22190-B227-49DD-8F11-48D76E075E94}"/>
                </a:ext>
              </a:extLst>
            </p:cNvPr>
            <p:cNvCxnSpPr>
              <a:cxnSpLocks/>
            </p:cNvCxnSpPr>
            <p:nvPr userDrawn="1"/>
          </p:nvCxnSpPr>
          <p:spPr>
            <a:xfrm>
              <a:off x="3312947" y="2490875"/>
              <a:ext cx="0" cy="3319272"/>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7EE7479-6552-4B10-8999-F9FFF684DA70}"/>
                </a:ext>
              </a:extLst>
            </p:cNvPr>
            <p:cNvCxnSpPr>
              <a:cxnSpLocks/>
            </p:cNvCxnSpPr>
            <p:nvPr userDrawn="1"/>
          </p:nvCxnSpPr>
          <p:spPr>
            <a:xfrm flipH="1">
              <a:off x="5544788" y="2518340"/>
              <a:ext cx="1" cy="4225323"/>
            </a:xfrm>
            <a:prstGeom prst="line">
              <a:avLst/>
            </a:prstGeom>
            <a:ln w="285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45" name="Text Placeholder 31">
            <a:extLst>
              <a:ext uri="{FF2B5EF4-FFF2-40B4-BE49-F238E27FC236}">
                <a16:creationId xmlns:a16="http://schemas.microsoft.com/office/drawing/2014/main" id="{F3D691ED-AD26-4C5B-A0B8-F0E39B64E481}"/>
              </a:ext>
            </a:extLst>
          </p:cNvPr>
          <p:cNvSpPr>
            <a:spLocks noGrp="1"/>
          </p:cNvSpPr>
          <p:nvPr>
            <p:ph type="body" sz="quarter" idx="11" hasCustomPrompt="1"/>
          </p:nvPr>
        </p:nvSpPr>
        <p:spPr>
          <a:xfrm>
            <a:off x="2369005" y="59040"/>
            <a:ext cx="6541532" cy="471774"/>
          </a:xfrm>
        </p:spPr>
        <p:txBody>
          <a:bodyPr/>
          <a:lstStyle>
            <a:lvl1pPr marL="0" indent="0">
              <a:buNone/>
              <a:defRPr sz="3600" b="1">
                <a:solidFill>
                  <a:srgbClr val="7030A0"/>
                </a:solidFill>
                <a:latin typeface="Graphik" panose="020B0503030202060203" pitchFamily="34" charset="0"/>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Name Last Name</a:t>
            </a:r>
          </a:p>
        </p:txBody>
      </p:sp>
      <p:sp>
        <p:nvSpPr>
          <p:cNvPr id="46" name="Text Placeholder 31">
            <a:extLst>
              <a:ext uri="{FF2B5EF4-FFF2-40B4-BE49-F238E27FC236}">
                <a16:creationId xmlns:a16="http://schemas.microsoft.com/office/drawing/2014/main" id="{0DC117CF-F328-48B8-9236-47C84E0A3FAA}"/>
              </a:ext>
            </a:extLst>
          </p:cNvPr>
          <p:cNvSpPr>
            <a:spLocks noGrp="1"/>
          </p:cNvSpPr>
          <p:nvPr>
            <p:ph type="body" sz="quarter" idx="12" hasCustomPrompt="1"/>
          </p:nvPr>
        </p:nvSpPr>
        <p:spPr>
          <a:xfrm>
            <a:off x="2369005" y="504446"/>
            <a:ext cx="6541532" cy="317045"/>
          </a:xfrm>
        </p:spPr>
        <p:txBody>
          <a:bodyPr>
            <a:normAutofit/>
          </a:bodyPr>
          <a:lstStyle>
            <a:lvl1pPr marL="0" indent="0">
              <a:buNone/>
              <a:defRPr kumimoji="0" lang="en-US" sz="2400"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Role</a:t>
            </a:r>
          </a:p>
        </p:txBody>
      </p:sp>
      <p:sp>
        <p:nvSpPr>
          <p:cNvPr id="47" name="Text Placeholder 31">
            <a:extLst>
              <a:ext uri="{FF2B5EF4-FFF2-40B4-BE49-F238E27FC236}">
                <a16:creationId xmlns:a16="http://schemas.microsoft.com/office/drawing/2014/main" id="{FC7E85F2-52A4-4511-88B0-F2C73442A444}"/>
              </a:ext>
            </a:extLst>
          </p:cNvPr>
          <p:cNvSpPr>
            <a:spLocks noGrp="1"/>
          </p:cNvSpPr>
          <p:nvPr>
            <p:ph type="body" sz="quarter" idx="13" hasCustomPrompt="1"/>
          </p:nvPr>
        </p:nvSpPr>
        <p:spPr>
          <a:xfrm>
            <a:off x="2369005" y="1202219"/>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Email address</a:t>
            </a:r>
          </a:p>
        </p:txBody>
      </p:sp>
      <p:sp>
        <p:nvSpPr>
          <p:cNvPr id="48" name="Text Placeholder 31">
            <a:extLst>
              <a:ext uri="{FF2B5EF4-FFF2-40B4-BE49-F238E27FC236}">
                <a16:creationId xmlns:a16="http://schemas.microsoft.com/office/drawing/2014/main" id="{FC8802FF-03E3-4495-BE0C-83F054507732}"/>
              </a:ext>
            </a:extLst>
          </p:cNvPr>
          <p:cNvSpPr>
            <a:spLocks noGrp="1"/>
          </p:cNvSpPr>
          <p:nvPr>
            <p:ph type="body" sz="quarter" idx="14" hasCustomPrompt="1"/>
          </p:nvPr>
        </p:nvSpPr>
        <p:spPr>
          <a:xfrm>
            <a:off x="2369005" y="1517216"/>
            <a:ext cx="6541532" cy="310896"/>
          </a:xfrm>
        </p:spPr>
        <p:txBody>
          <a:bodyPr anchor="ctr">
            <a:noAutofit/>
          </a:bodyPr>
          <a:lstStyle>
            <a:lvl1pPr marL="0" indent="0">
              <a:buNone/>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vl2pPr marL="457200" indent="0">
              <a:buNone/>
              <a:defRPr kumimoji="0" lang="en-US" sz="2799" b="0" i="0" u="none" strike="noStrike" kern="1200" cap="none" spc="0" normalizeH="0" baseline="0" dirty="0" smtClean="0">
                <a:ln>
                  <a:noFill/>
                </a:ln>
                <a:solidFill>
                  <a:prstClr val="black"/>
                </a:solidFill>
                <a:effectLst/>
                <a:uLnTx/>
                <a:uFillTx/>
                <a:latin typeface="Graphik Black" panose="020B0A03030202060203" pitchFamily="34" charset="0"/>
                <a:ea typeface="+mn-ea"/>
                <a:cs typeface="+mn-cs"/>
              </a:defRPr>
            </a:lvl2pPr>
            <a:lvl3pPr marL="914400" indent="0">
              <a:buNone/>
              <a:defRPr>
                <a:latin typeface="Graphik" panose="020B0503030202060203" pitchFamily="34" charset="0"/>
              </a:defRPr>
            </a:lvl3pPr>
            <a:lvl4pPr marL="1371600" indent="0">
              <a:buNone/>
              <a:defRPr>
                <a:latin typeface="Graphik" panose="020B0503030202060203" pitchFamily="34" charset="0"/>
              </a:defRPr>
            </a:lvl4pPr>
            <a:lvl5pPr marL="1828800" indent="0">
              <a:buNone/>
              <a:defRPr>
                <a:latin typeface="Graphik" panose="020B0503030202060203" pitchFamily="34" charset="0"/>
              </a:defRPr>
            </a:lvl5pPr>
          </a:lstStyle>
          <a:p>
            <a:pPr lvl="0"/>
            <a:r>
              <a:rPr lang="en-US"/>
              <a:t>Home location: City, Country</a:t>
            </a:r>
          </a:p>
        </p:txBody>
      </p:sp>
      <p:sp>
        <p:nvSpPr>
          <p:cNvPr id="5" name="Text Placeholder 4">
            <a:extLst>
              <a:ext uri="{FF2B5EF4-FFF2-40B4-BE49-F238E27FC236}">
                <a16:creationId xmlns:a16="http://schemas.microsoft.com/office/drawing/2014/main" id="{A9E78606-7DF7-4ECE-BFD6-9805E216A984}"/>
              </a:ext>
            </a:extLst>
          </p:cNvPr>
          <p:cNvSpPr>
            <a:spLocks noGrp="1"/>
          </p:cNvSpPr>
          <p:nvPr>
            <p:ph type="body" sz="quarter" idx="16"/>
          </p:nvPr>
        </p:nvSpPr>
        <p:spPr>
          <a:xfrm>
            <a:off x="341211" y="2421646"/>
            <a:ext cx="2586918" cy="2983301"/>
          </a:xfr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p:txBody>
      </p:sp>
      <p:sp>
        <p:nvSpPr>
          <p:cNvPr id="9" name="Text Placeholder 8">
            <a:extLst>
              <a:ext uri="{FF2B5EF4-FFF2-40B4-BE49-F238E27FC236}">
                <a16:creationId xmlns:a16="http://schemas.microsoft.com/office/drawing/2014/main" id="{C824ABDA-AF82-4D3F-B9B8-924763598D47}"/>
              </a:ext>
            </a:extLst>
          </p:cNvPr>
          <p:cNvSpPr>
            <a:spLocks noGrp="1"/>
          </p:cNvSpPr>
          <p:nvPr>
            <p:ph type="body" sz="quarter" idx="17"/>
          </p:nvPr>
        </p:nvSpPr>
        <p:spPr>
          <a:xfrm>
            <a:off x="3231099" y="2739487"/>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13" name="Text Placeholder 12">
            <a:extLst>
              <a:ext uri="{FF2B5EF4-FFF2-40B4-BE49-F238E27FC236}">
                <a16:creationId xmlns:a16="http://schemas.microsoft.com/office/drawing/2014/main" id="{27D6F9E4-2287-45A1-9D25-09DDA8C090D7}"/>
              </a:ext>
            </a:extLst>
          </p:cNvPr>
          <p:cNvSpPr>
            <a:spLocks noGrp="1"/>
          </p:cNvSpPr>
          <p:nvPr>
            <p:ph type="body" sz="quarter" idx="18"/>
          </p:nvPr>
        </p:nvSpPr>
        <p:spPr>
          <a:xfrm>
            <a:off x="5427750" y="2437520"/>
            <a:ext cx="6524747" cy="3916033"/>
          </a:xfrm>
        </p:spPr>
        <p:txBody>
          <a:bodyPr/>
          <a:lstStyle>
            <a:lvl1pPr>
              <a:defRPr sz="1200" b="1"/>
            </a:lvl1pPr>
            <a:lvl2pPr>
              <a:defRPr sz="1200"/>
            </a:lvl2pPr>
            <a:lvl3pPr>
              <a:defRPr sz="1200"/>
            </a:lvl3pPr>
            <a:lvl4pPr>
              <a:defRPr sz="1200"/>
            </a:lvl4pPr>
            <a:lvl5pPr>
              <a:defRPr sz="1200"/>
            </a:lvl5pPr>
          </a:lstStyle>
          <a:p>
            <a:pPr lvl="0"/>
            <a:r>
              <a:rPr lang="en-US"/>
              <a:t>Click to edit Master text styles</a:t>
            </a:r>
          </a:p>
          <a:p>
            <a:pPr lvl="1"/>
            <a:r>
              <a:rPr lang="en-US"/>
              <a:t>Second level</a:t>
            </a:r>
          </a:p>
        </p:txBody>
      </p:sp>
      <p:sp>
        <p:nvSpPr>
          <p:cNvPr id="49" name="Text Placeholder 56">
            <a:extLst>
              <a:ext uri="{FF2B5EF4-FFF2-40B4-BE49-F238E27FC236}">
                <a16:creationId xmlns:a16="http://schemas.microsoft.com/office/drawing/2014/main" id="{908FC9C2-4A4A-4293-B184-158C9D2DD04B}"/>
              </a:ext>
            </a:extLst>
          </p:cNvPr>
          <p:cNvSpPr>
            <a:spLocks noGrp="1"/>
          </p:cNvSpPr>
          <p:nvPr>
            <p:ph type="body" sz="quarter" idx="19" hasCustomPrompt="1"/>
          </p:nvPr>
        </p:nvSpPr>
        <p:spPr>
          <a:xfrm>
            <a:off x="2369005" y="887223"/>
            <a:ext cx="6541532" cy="310896"/>
          </a:xfrm>
        </p:spPr>
        <p:txBody>
          <a:bodyPr anchor="ctr"/>
          <a:lstStyle>
            <a:lvl1pPr>
              <a:defRPr kumimoji="0" lang="en-US" sz="1200" b="0" i="0" u="none" strike="noStrike" kern="1200" cap="none" spc="0" normalizeH="0" baseline="0" dirty="0" smtClean="0">
                <a:ln>
                  <a:noFill/>
                </a:ln>
                <a:solidFill>
                  <a:prstClr val="black"/>
                </a:solidFill>
                <a:effectLst/>
                <a:uLnTx/>
                <a:uFillTx/>
                <a:latin typeface="Graphik" panose="020B0503030202060203" pitchFamily="34" charset="0"/>
                <a:ea typeface="+mn-ea"/>
                <a:cs typeface="+mn-cs"/>
              </a:defRPr>
            </a:lvl1pPr>
          </a:lstStyle>
          <a:p>
            <a:r>
              <a:rPr lang="es-ES" err="1"/>
              <a:t>Major</a:t>
            </a:r>
            <a:r>
              <a:rPr lang="es-ES"/>
              <a:t> </a:t>
            </a:r>
            <a:endParaRPr lang="en-US"/>
          </a:p>
        </p:txBody>
      </p:sp>
      <p:sp>
        <p:nvSpPr>
          <p:cNvPr id="50" name="Text Placeholder 8">
            <a:extLst>
              <a:ext uri="{FF2B5EF4-FFF2-40B4-BE49-F238E27FC236}">
                <a16:creationId xmlns:a16="http://schemas.microsoft.com/office/drawing/2014/main" id="{3BBBEA3D-ACAB-4B7B-8EF3-C7C27964A6B9}"/>
              </a:ext>
            </a:extLst>
          </p:cNvPr>
          <p:cNvSpPr>
            <a:spLocks noGrp="1"/>
          </p:cNvSpPr>
          <p:nvPr>
            <p:ph type="body" sz="quarter" idx="20"/>
          </p:nvPr>
        </p:nvSpPr>
        <p:spPr>
          <a:xfrm>
            <a:off x="3255677" y="4272823"/>
            <a:ext cx="2012108" cy="1132124"/>
          </a:xfrm>
        </p:spPr>
        <p:txBody>
          <a:bodyPr/>
          <a:lstStyle>
            <a:lvl1pPr marL="171450" indent="-171450">
              <a:buFont typeface="Arial" panose="020B0604020202020204" pitchFamily="34" charset="0"/>
              <a:buChar char="•"/>
              <a:defRPr sz="1200">
                <a:latin typeface="Graphik" panose="020B0503030202060203" pitchFamily="34" charset="0"/>
              </a:defRPr>
            </a:lvl1pPr>
          </a:lstStyle>
          <a:p>
            <a:pPr lvl="0"/>
            <a:r>
              <a:rPr lang="en-US"/>
              <a:t>Click to edit Master text styles</a:t>
            </a:r>
          </a:p>
        </p:txBody>
      </p:sp>
      <p:sp>
        <p:nvSpPr>
          <p:cNvPr id="51" name="Rectangle 12">
            <a:extLst>
              <a:ext uri="{FF2B5EF4-FFF2-40B4-BE49-F238E27FC236}">
                <a16:creationId xmlns:a16="http://schemas.microsoft.com/office/drawing/2014/main" id="{DF81F04B-AB69-4A8B-A7F9-39A43C1B7AE1}"/>
              </a:ext>
            </a:extLst>
          </p:cNvPr>
          <p:cNvSpPr>
            <a:spLocks noChangeArrowheads="1"/>
          </p:cNvSpPr>
          <p:nvPr userDrawn="1"/>
        </p:nvSpPr>
        <p:spPr bwMode="auto">
          <a:xfrm>
            <a:off x="3066510" y="2421103"/>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FUNCTIONAL</a:t>
            </a:r>
          </a:p>
        </p:txBody>
      </p:sp>
      <p:sp>
        <p:nvSpPr>
          <p:cNvPr id="54" name="Rectangle 12">
            <a:extLst>
              <a:ext uri="{FF2B5EF4-FFF2-40B4-BE49-F238E27FC236}">
                <a16:creationId xmlns:a16="http://schemas.microsoft.com/office/drawing/2014/main" id="{6C494296-126C-42D3-943D-AC2F5E54E594}"/>
              </a:ext>
            </a:extLst>
          </p:cNvPr>
          <p:cNvSpPr>
            <a:spLocks noChangeArrowheads="1"/>
          </p:cNvSpPr>
          <p:nvPr userDrawn="1"/>
        </p:nvSpPr>
        <p:spPr bwMode="auto">
          <a:xfrm>
            <a:off x="3066510" y="3926442"/>
            <a:ext cx="2176694" cy="293661"/>
          </a:xfrm>
          <a:prstGeom prst="rect">
            <a:avLst/>
          </a:prstGeom>
          <a:noFill/>
          <a:ln w="25400" algn="ctr">
            <a:noFill/>
            <a:miter lim="800000"/>
            <a:headEnd/>
            <a:tailEnd/>
          </a:ln>
        </p:spPr>
        <p:txBody>
          <a:bodyPr wrap="square" lIns="179888" tIns="26983" rIns="26983" bIns="26983" anchor="t">
            <a:spAutoFit/>
          </a:bodyPr>
          <a:lstStyle/>
          <a:p>
            <a:pPr marL="146021" marR="0" lvl="0" indent="-146021" algn="l" defTabSz="913851" rtl="0" eaLnBrk="0" fontAlgn="auto" latinLnBrk="0" hangingPunct="0">
              <a:lnSpc>
                <a:spcPct val="150000"/>
              </a:lnSpc>
              <a:spcBef>
                <a:spcPts val="0"/>
              </a:spcBef>
              <a:spcAft>
                <a:spcPts val="0"/>
              </a:spcAft>
              <a:buClrTx/>
              <a:buSzTx/>
              <a:buFontTx/>
              <a:buNone/>
              <a:tabLst/>
              <a:defRPr/>
            </a:pPr>
            <a:r>
              <a:rPr kumimoji="0" lang="en-US" sz="1200" b="1" i="0" u="none" strike="noStrike" kern="1200" cap="none" spc="0" normalizeH="0" baseline="0" noProof="0">
                <a:ln>
                  <a:noFill/>
                </a:ln>
                <a:solidFill>
                  <a:schemeClr val="tx1"/>
                </a:solidFill>
                <a:effectLst/>
                <a:uLnTx/>
                <a:uFillTx/>
                <a:latin typeface="Graphik Super" panose="020B0B03030202060203" pitchFamily="34" charset="0"/>
                <a:ea typeface="+mn-ea"/>
                <a:cs typeface="+mn-cs"/>
              </a:rPr>
              <a:t>INDUSTRY</a:t>
            </a:r>
          </a:p>
        </p:txBody>
      </p:sp>
    </p:spTree>
    <p:extLst>
      <p:ext uri="{BB962C8B-B14F-4D97-AF65-F5344CB8AC3E}">
        <p14:creationId xmlns:p14="http://schemas.microsoft.com/office/powerpoint/2010/main" val="233307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490F368C-0662-4B05-B5E4-7B52C6EBA962}"/>
              </a:ext>
            </a:extLst>
          </p:cNvPr>
          <p:cNvGraphicFramePr>
            <a:graphicFrameLocks noChangeAspect="1"/>
          </p:cNvGraphicFramePr>
          <p:nvPr userDrawn="1">
            <p:custDataLst>
              <p:tags r:id="rId5"/>
            </p:custDataLst>
            <p:extLst>
              <p:ext uri="{D42A27DB-BD31-4B8C-83A1-F6EECF244321}">
                <p14:modId xmlns:p14="http://schemas.microsoft.com/office/powerpoint/2010/main" val="608593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532" imgH="530" progId="TCLayout.ActiveDocument.1">
                  <p:embed/>
                </p:oleObj>
              </mc:Choice>
              <mc:Fallback>
                <p:oleObj name="think-cell Slide" r:id="rId7" imgW="532" imgH="530" progId="TCLayout.ActiveDocument.1">
                  <p:embed/>
                  <p:pic>
                    <p:nvPicPr>
                      <p:cNvPr id="5" name="Object 4" hidden="1">
                        <a:extLst>
                          <a:ext uri="{FF2B5EF4-FFF2-40B4-BE49-F238E27FC236}">
                            <a16:creationId xmlns:a16="http://schemas.microsoft.com/office/drawing/2014/main" id="{490F368C-0662-4B05-B5E4-7B52C6EBA962}"/>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8949DF7F-5FAC-4247-9933-EE9462252CF9}"/>
              </a:ext>
            </a:extLst>
          </p:cNvPr>
          <p:cNvSpPr/>
          <p:nvPr userDrawn="1">
            <p:custDataLst>
              <p:tags r:id="rId6"/>
            </p:custDataLst>
          </p:nvPr>
        </p:nvSpPr>
        <p:spPr>
          <a:xfrm>
            <a:off x="0" y="0"/>
            <a:ext cx="158750" cy="15875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s-ES" sz="2800" b="1" i="0" baseline="0">
              <a:latin typeface="Graphik" panose="020B0503030202060203" pitchFamily="34" charset="0"/>
              <a:ea typeface="+mj-ea"/>
              <a:cs typeface="+mj-cs"/>
              <a:sym typeface="Graphik" panose="020B0503030202060203" pitchFamily="34" charset="0"/>
            </a:endParaRPr>
          </a:p>
        </p:txBody>
      </p:sp>
      <p:sp>
        <p:nvSpPr>
          <p:cNvPr id="2" name="Title Placeholder 1">
            <a:extLst>
              <a:ext uri="{FF2B5EF4-FFF2-40B4-BE49-F238E27FC236}">
                <a16:creationId xmlns:a16="http://schemas.microsoft.com/office/drawing/2014/main" id="{A86D60B7-D06D-4830-BD69-35B1465FCFC2}"/>
              </a:ext>
            </a:extLst>
          </p:cNvPr>
          <p:cNvSpPr>
            <a:spLocks noGrp="1"/>
          </p:cNvSpPr>
          <p:nvPr>
            <p:ph type="title"/>
          </p:nvPr>
        </p:nvSpPr>
        <p:spPr>
          <a:xfrm>
            <a:off x="383458" y="365126"/>
            <a:ext cx="11425084" cy="824578"/>
          </a:xfrm>
          <a:prstGeom prst="rect">
            <a:avLst/>
          </a:prstGeom>
        </p:spPr>
        <p:txBody>
          <a:bodyPr vert="horz" lIns="0" tIns="0" rIns="0" bIns="0" rtlCol="0" anchor="b">
            <a:noAutofit/>
          </a:bodyPr>
          <a:lstStyle/>
          <a:p>
            <a:r>
              <a:rPr lang="es-ES" err="1"/>
              <a:t>Click</a:t>
            </a:r>
            <a:r>
              <a:rPr lang="es-ES"/>
              <a:t> </a:t>
            </a:r>
            <a:r>
              <a:rPr lang="es-ES" err="1"/>
              <a:t>to</a:t>
            </a:r>
            <a:r>
              <a:rPr lang="es-ES"/>
              <a:t> </a:t>
            </a:r>
            <a:r>
              <a:rPr lang="es-ES" err="1"/>
              <a:t>edit</a:t>
            </a:r>
            <a:r>
              <a:rPr lang="es-ES"/>
              <a:t> Master </a:t>
            </a:r>
            <a:r>
              <a:rPr lang="es-ES" err="1"/>
              <a:t>title</a:t>
            </a:r>
            <a:r>
              <a:rPr lang="es-ES"/>
              <a:t> </a:t>
            </a:r>
            <a:r>
              <a:rPr lang="es-ES" err="1"/>
              <a:t>style</a:t>
            </a:r>
            <a:endParaRPr lang="es-ES"/>
          </a:p>
        </p:txBody>
      </p:sp>
      <p:sp>
        <p:nvSpPr>
          <p:cNvPr id="3" name="Text Placeholder 2">
            <a:extLst>
              <a:ext uri="{FF2B5EF4-FFF2-40B4-BE49-F238E27FC236}">
                <a16:creationId xmlns:a16="http://schemas.microsoft.com/office/drawing/2014/main" id="{530DF177-00B3-4AFF-B6D4-A595D3A7C716}"/>
              </a:ext>
            </a:extLst>
          </p:cNvPr>
          <p:cNvSpPr>
            <a:spLocks noGrp="1"/>
          </p:cNvSpPr>
          <p:nvPr>
            <p:ph type="body" idx="1"/>
          </p:nvPr>
        </p:nvSpPr>
        <p:spPr>
          <a:xfrm>
            <a:off x="383458" y="1273629"/>
            <a:ext cx="11425084" cy="4903334"/>
          </a:xfrm>
          <a:prstGeom prst="rect">
            <a:avLst/>
          </a:prstGeom>
        </p:spPr>
        <p:txBody>
          <a:bodyPr vert="horz" lIns="0" tIns="0" rIns="0" bIns="0" rtlCol="0">
            <a:noAutofit/>
          </a:bodyPr>
          <a:lstStyle/>
          <a:p>
            <a:pPr lvl="0"/>
            <a:r>
              <a:rPr lang="es-ES" err="1"/>
              <a:t>Click</a:t>
            </a:r>
            <a:r>
              <a:rPr lang="es-ES"/>
              <a:t> </a:t>
            </a:r>
            <a:r>
              <a:rPr lang="es-ES" err="1"/>
              <a:t>to</a:t>
            </a:r>
            <a:r>
              <a:rPr lang="es-ES"/>
              <a:t> </a:t>
            </a:r>
            <a:r>
              <a:rPr lang="es-ES" err="1"/>
              <a:t>edit</a:t>
            </a:r>
            <a:r>
              <a:rPr lang="es-ES"/>
              <a:t> Master </a:t>
            </a:r>
            <a:r>
              <a:rPr lang="es-ES" err="1"/>
              <a:t>text</a:t>
            </a:r>
            <a:r>
              <a:rPr lang="es-ES"/>
              <a:t> </a:t>
            </a:r>
            <a:r>
              <a:rPr lang="es-ES" err="1"/>
              <a:t>styles</a:t>
            </a:r>
            <a:endParaRPr lang="es-ES"/>
          </a:p>
          <a:p>
            <a:pPr lvl="1"/>
            <a:r>
              <a:rPr lang="es-ES" err="1"/>
              <a:t>Second</a:t>
            </a:r>
            <a:r>
              <a:rPr lang="es-ES"/>
              <a:t> </a:t>
            </a:r>
            <a:r>
              <a:rPr lang="es-ES" err="1"/>
              <a:t>level</a:t>
            </a:r>
            <a:endParaRPr lang="es-ES"/>
          </a:p>
          <a:p>
            <a:pPr lvl="2"/>
            <a:r>
              <a:rPr lang="es-ES" err="1"/>
              <a:t>Third</a:t>
            </a:r>
            <a:r>
              <a:rPr lang="es-ES"/>
              <a:t> </a:t>
            </a:r>
            <a:r>
              <a:rPr lang="es-ES" err="1"/>
              <a:t>level</a:t>
            </a:r>
            <a:endParaRPr lang="es-ES"/>
          </a:p>
          <a:p>
            <a:pPr lvl="3"/>
            <a:r>
              <a:rPr lang="es-ES" err="1"/>
              <a:t>Fourth</a:t>
            </a:r>
            <a:r>
              <a:rPr lang="es-ES"/>
              <a:t> </a:t>
            </a:r>
            <a:r>
              <a:rPr lang="es-ES" err="1"/>
              <a:t>level</a:t>
            </a:r>
            <a:endParaRPr lang="es-ES"/>
          </a:p>
          <a:p>
            <a:pPr lvl="4"/>
            <a:r>
              <a:rPr lang="es-ES" err="1"/>
              <a:t>Fifth</a:t>
            </a:r>
            <a:r>
              <a:rPr lang="es-ES"/>
              <a:t> </a:t>
            </a:r>
            <a:r>
              <a:rPr lang="es-ES" err="1"/>
              <a:t>level</a:t>
            </a:r>
            <a:endParaRPr lang="es-ES"/>
          </a:p>
        </p:txBody>
      </p:sp>
      <p:sp>
        <p:nvSpPr>
          <p:cNvPr id="18" name="Footer Placeholder 2">
            <a:extLst>
              <a:ext uri="{FF2B5EF4-FFF2-40B4-BE49-F238E27FC236}">
                <a16:creationId xmlns:a16="http://schemas.microsoft.com/office/drawing/2014/main" id="{83EB6817-997F-4BFD-89D6-B40A72240A65}"/>
              </a:ext>
            </a:extLst>
          </p:cNvPr>
          <p:cNvSpPr>
            <a:spLocks noGrp="1"/>
          </p:cNvSpPr>
          <p:nvPr>
            <p:ph type="ftr" sz="quarter" idx="3"/>
          </p:nvPr>
        </p:nvSpPr>
        <p:spPr>
          <a:xfrm>
            <a:off x="7214419" y="6492875"/>
            <a:ext cx="4114800" cy="228600"/>
          </a:xfrm>
          <a:prstGeom prst="rect">
            <a:avLst/>
          </a:prstGeom>
        </p:spPr>
        <p:txBody>
          <a:bodyPr anchor="b" anchorCtr="0"/>
          <a:lstStyle>
            <a:lvl1pPr algn="r">
              <a:defRPr sz="700">
                <a:latin typeface="Graphik" panose="020B0503030202060203" pitchFamily="34" charset="0"/>
              </a:defRPr>
            </a:lvl1pPr>
          </a:lstStyle>
          <a:p>
            <a:r>
              <a:rPr lang="es-ES"/>
              <a:t>Copyright © 2020 Accenture. </a:t>
            </a:r>
            <a:r>
              <a:rPr lang="es-ES" err="1"/>
              <a:t>All</a:t>
            </a:r>
            <a:r>
              <a:rPr lang="es-ES"/>
              <a:t> </a:t>
            </a:r>
            <a:r>
              <a:rPr lang="es-ES" err="1"/>
              <a:t>rights</a:t>
            </a:r>
            <a:r>
              <a:rPr lang="es-ES"/>
              <a:t> </a:t>
            </a:r>
            <a:r>
              <a:rPr lang="es-ES" err="1"/>
              <a:t>reserved</a:t>
            </a:r>
            <a:r>
              <a:rPr lang="es-ES"/>
              <a:t>.</a:t>
            </a:r>
          </a:p>
        </p:txBody>
      </p:sp>
      <p:sp>
        <p:nvSpPr>
          <p:cNvPr id="19" name="Slide Number Placeholder 3">
            <a:extLst>
              <a:ext uri="{FF2B5EF4-FFF2-40B4-BE49-F238E27FC236}">
                <a16:creationId xmlns:a16="http://schemas.microsoft.com/office/drawing/2014/main" id="{9D47C7C1-747A-488B-90A2-DB416575D67B}"/>
              </a:ext>
            </a:extLst>
          </p:cNvPr>
          <p:cNvSpPr>
            <a:spLocks noGrp="1"/>
          </p:cNvSpPr>
          <p:nvPr>
            <p:ph type="sldNum" sz="quarter" idx="4"/>
          </p:nvPr>
        </p:nvSpPr>
        <p:spPr>
          <a:xfrm>
            <a:off x="11329219" y="6492875"/>
            <a:ext cx="479323" cy="228600"/>
          </a:xfrm>
          <a:prstGeom prst="rect">
            <a:avLst/>
          </a:prstGeom>
        </p:spPr>
        <p:txBody>
          <a:bodyPr anchor="b" anchorCtr="0"/>
          <a:lstStyle>
            <a:lvl1pPr algn="r">
              <a:defRPr sz="700">
                <a:latin typeface="Graphik" panose="020B0503030202060203" pitchFamily="34" charset="0"/>
              </a:defRPr>
            </a:lvl1pPr>
          </a:lstStyle>
          <a:p>
            <a:fld id="{804BFBA5-6622-4657-A915-630FEC1BA0AA}" type="slidenum">
              <a:rPr lang="es-ES" smtClean="0"/>
              <a:pPr/>
              <a:t>‹Nº›</a:t>
            </a:fld>
            <a:endParaRPr lang="es-ES"/>
          </a:p>
        </p:txBody>
      </p:sp>
    </p:spTree>
    <p:extLst>
      <p:ext uri="{BB962C8B-B14F-4D97-AF65-F5344CB8AC3E}">
        <p14:creationId xmlns:p14="http://schemas.microsoft.com/office/powerpoint/2010/main" val="1206866293"/>
      </p:ext>
    </p:extLst>
  </p:cSld>
  <p:clrMap bg1="lt1" tx1="dk1" bg2="lt2" tx2="dk2" accent1="accent1" accent2="accent2" accent3="accent3" accent4="accent4" accent5="accent5" accent6="accent6" hlink="hlink" folHlink="folHlink"/>
  <p:sldLayoutIdLst>
    <p:sldLayoutId id="2147483736" r:id="rId1"/>
    <p:sldLayoutId id="2147483747" r:id="rId2"/>
    <p:sldLayoutId id="2147483756" r:id="rId3"/>
  </p:sldLayoutIdLst>
  <p:hf hdr="0" dt="0"/>
  <p:txStyles>
    <p:titleStyle>
      <a:lvl1pPr algn="l" defTabSz="914400" rtl="0" eaLnBrk="1" latinLnBrk="0" hangingPunct="1">
        <a:lnSpc>
          <a:spcPct val="70000"/>
        </a:lnSpc>
        <a:spcBef>
          <a:spcPct val="0"/>
        </a:spcBef>
        <a:buNone/>
        <a:defRPr sz="2800" b="1" kern="1200" cap="all" spc="-150" baseline="0">
          <a:solidFill>
            <a:schemeClr val="tx1"/>
          </a:solidFill>
          <a:latin typeface="Graphik" panose="020B0503030202060203" pitchFamily="34" charset="77"/>
          <a:ea typeface="+mj-ea"/>
          <a:cs typeface="+mj-cs"/>
        </a:defRPr>
      </a:lvl1pPr>
    </p:titleStyle>
    <p:bodyStyle>
      <a:lvl1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600" kern="1200">
          <a:solidFill>
            <a:schemeClr val="tx1"/>
          </a:solidFill>
          <a:latin typeface="Graphik" panose="020B0503030202060203" pitchFamily="34" charset="77"/>
          <a:ea typeface="+mn-ea"/>
          <a:cs typeface="+mn-cs"/>
        </a:defRPr>
      </a:lvl1pPr>
      <a:lvl2pPr marL="511175" indent="-228600" algn="l" defTabSz="914400" rtl="0" eaLnBrk="1" latinLnBrk="0" hangingPunct="1">
        <a:lnSpc>
          <a:spcPct val="80000"/>
        </a:lnSpc>
        <a:spcBef>
          <a:spcPts val="0"/>
        </a:spcBef>
        <a:spcAft>
          <a:spcPts val="300"/>
        </a:spcAft>
        <a:buClr>
          <a:schemeClr val="accent1"/>
        </a:buClr>
        <a:buFont typeface="Arial" panose="020B0604020202020204" pitchFamily="34" charset="0"/>
        <a:buChar char="•"/>
        <a:defRPr sz="1400" kern="1200">
          <a:solidFill>
            <a:schemeClr val="tx1"/>
          </a:solidFill>
          <a:latin typeface="Graphik" panose="020B0503030202060203" pitchFamily="34" charset="77"/>
          <a:ea typeface="+mn-ea"/>
          <a:cs typeface="+mn-cs"/>
        </a:defRPr>
      </a:lvl2pPr>
      <a:lvl3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lang="en-US" sz="1800" kern="1200" dirty="0" smtClean="0">
          <a:solidFill>
            <a:schemeClr val="accent1"/>
          </a:solidFill>
          <a:latin typeface="Graphik" panose="020B0503030202060203" pitchFamily="34" charset="77"/>
          <a:ea typeface="+mn-ea"/>
          <a:cs typeface="+mn-cs"/>
        </a:defRPr>
      </a:lvl3pPr>
      <a:lvl4pPr marL="0" indent="0" algn="l" defTabSz="914400" rtl="0" eaLnBrk="1" latinLnBrk="0" hangingPunct="1">
        <a:lnSpc>
          <a:spcPct val="80000"/>
        </a:lnSpc>
        <a:spcBef>
          <a:spcPts val="600"/>
        </a:spcBef>
        <a:spcAft>
          <a:spcPts val="0"/>
        </a:spcAft>
        <a:buClr>
          <a:schemeClr val="accent1"/>
        </a:buClr>
        <a:buFont typeface="Arial" panose="020B0604020202020204" pitchFamily="34" charset="0"/>
        <a:buNone/>
        <a:defRPr sz="1600" b="1" kern="1200" cap="all" baseline="0">
          <a:solidFill>
            <a:schemeClr val="accent2"/>
          </a:solidFill>
          <a:latin typeface="Graphik" panose="020B0503030202060203" pitchFamily="34" charset="77"/>
          <a:ea typeface="+mn-ea"/>
          <a:cs typeface="+mn-cs"/>
        </a:defRPr>
      </a:lvl4pPr>
      <a:lvl5pPr marL="0" indent="0" algn="l" defTabSz="914400" rtl="0" eaLnBrk="1" latinLnBrk="0" hangingPunct="1">
        <a:lnSpc>
          <a:spcPct val="90000"/>
        </a:lnSpc>
        <a:spcBef>
          <a:spcPts val="0"/>
        </a:spcBef>
        <a:spcAft>
          <a:spcPts val="600"/>
        </a:spcAft>
        <a:buClr>
          <a:schemeClr val="accent1"/>
        </a:buClr>
        <a:buFont typeface="Arial" panose="020B0604020202020204" pitchFamily="34" charset="0"/>
        <a:buNone/>
        <a:defRPr sz="1400" b="1" kern="1200">
          <a:solidFill>
            <a:schemeClr val="accent4"/>
          </a:solidFill>
          <a:latin typeface="Graphik" panose="020B0503030202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808BDC1-E9F8-4EEF-9FAB-00FC58FA9F33}"/>
              </a:ext>
            </a:extLst>
          </p:cNvPr>
          <p:cNvSpPr>
            <a:spLocks noGrp="1"/>
          </p:cNvSpPr>
          <p:nvPr>
            <p:ph type="sldNum" sz="quarter" idx="4"/>
          </p:nvPr>
        </p:nvSpPr>
        <p:spPr/>
        <p:txBody>
          <a:bodyPr/>
          <a:lstStyle/>
          <a:p>
            <a:fld id="{804BFBA5-6622-4657-A915-630FEC1BA0AA}" type="slidenum">
              <a:rPr lang="es-ES" smtClean="0"/>
              <a:pPr/>
              <a:t>1</a:t>
            </a:fld>
            <a:endParaRPr lang="es-ES"/>
          </a:p>
        </p:txBody>
      </p:sp>
      <p:sp>
        <p:nvSpPr>
          <p:cNvPr id="5" name="Text Placeholder 4">
            <a:extLst>
              <a:ext uri="{FF2B5EF4-FFF2-40B4-BE49-F238E27FC236}">
                <a16:creationId xmlns:a16="http://schemas.microsoft.com/office/drawing/2014/main" id="{ECB597F7-1063-46BB-A5C6-BD69CD4624A0}"/>
              </a:ext>
            </a:extLst>
          </p:cNvPr>
          <p:cNvSpPr>
            <a:spLocks noGrp="1"/>
          </p:cNvSpPr>
          <p:nvPr>
            <p:ph type="body" sz="quarter" idx="11"/>
          </p:nvPr>
        </p:nvSpPr>
        <p:spPr/>
        <p:txBody>
          <a:bodyPr vert="horz" lIns="0" tIns="0" rIns="0" bIns="0" rtlCol="0" anchor="t">
            <a:noAutofit/>
          </a:bodyPr>
          <a:lstStyle/>
          <a:p>
            <a:r>
              <a:rPr lang="en-US">
                <a:latin typeface="Graphik"/>
              </a:rPr>
              <a:t>Santiago, Sebastian Buchara</a:t>
            </a:r>
            <a:endParaRPr lang="en-US"/>
          </a:p>
        </p:txBody>
      </p:sp>
      <p:sp>
        <p:nvSpPr>
          <p:cNvPr id="6" name="Text Placeholder 5">
            <a:extLst>
              <a:ext uri="{FF2B5EF4-FFF2-40B4-BE49-F238E27FC236}">
                <a16:creationId xmlns:a16="http://schemas.microsoft.com/office/drawing/2014/main" id="{643080F5-2607-4F7B-9264-C5041032336B}"/>
              </a:ext>
            </a:extLst>
          </p:cNvPr>
          <p:cNvSpPr>
            <a:spLocks noGrp="1"/>
          </p:cNvSpPr>
          <p:nvPr>
            <p:ph type="body" sz="quarter" idx="12"/>
          </p:nvPr>
        </p:nvSpPr>
        <p:spPr>
          <a:xfrm>
            <a:off x="2369005" y="573719"/>
            <a:ext cx="6541532" cy="317045"/>
          </a:xfrm>
        </p:spPr>
        <p:txBody>
          <a:bodyPr vert="horz" lIns="0" tIns="0" rIns="0" bIns="0" rtlCol="0" anchor="t">
            <a:normAutofit lnSpcReduction="10000"/>
          </a:bodyPr>
          <a:lstStyle/>
          <a:p>
            <a:r>
              <a:rPr lang="en-US">
                <a:latin typeface="Graphik Black"/>
              </a:rPr>
              <a:t>ML Engineering Sr. Analyst</a:t>
            </a:r>
            <a:endParaRPr lang="en-US"/>
          </a:p>
        </p:txBody>
      </p:sp>
      <p:sp>
        <p:nvSpPr>
          <p:cNvPr id="7" name="Text Placeholder 6">
            <a:extLst>
              <a:ext uri="{FF2B5EF4-FFF2-40B4-BE49-F238E27FC236}">
                <a16:creationId xmlns:a16="http://schemas.microsoft.com/office/drawing/2014/main" id="{D52E9116-884D-487E-A1F6-B67499333E59}"/>
              </a:ext>
            </a:extLst>
          </p:cNvPr>
          <p:cNvSpPr>
            <a:spLocks noGrp="1"/>
          </p:cNvSpPr>
          <p:nvPr>
            <p:ph type="body" sz="quarter" idx="13"/>
          </p:nvPr>
        </p:nvSpPr>
        <p:spPr/>
        <p:txBody>
          <a:bodyPr/>
          <a:lstStyle/>
          <a:p>
            <a:r>
              <a:rPr lang="en-US" b="1">
                <a:latin typeface="Graphik"/>
              </a:rPr>
              <a:t>santiago.s.buchara@accenture.com</a:t>
            </a:r>
          </a:p>
        </p:txBody>
      </p:sp>
      <p:sp>
        <p:nvSpPr>
          <p:cNvPr id="8" name="Text Placeholder 7">
            <a:extLst>
              <a:ext uri="{FF2B5EF4-FFF2-40B4-BE49-F238E27FC236}">
                <a16:creationId xmlns:a16="http://schemas.microsoft.com/office/drawing/2014/main" id="{6E54985B-72FF-41C6-B083-F11D3DDEF40C}"/>
              </a:ext>
            </a:extLst>
          </p:cNvPr>
          <p:cNvSpPr>
            <a:spLocks noGrp="1"/>
          </p:cNvSpPr>
          <p:nvPr>
            <p:ph type="body" sz="quarter" idx="14"/>
          </p:nvPr>
        </p:nvSpPr>
        <p:spPr/>
        <p:txBody>
          <a:bodyPr/>
          <a:lstStyle/>
          <a:p>
            <a:r>
              <a:rPr lang="en-US">
                <a:latin typeface="Graphik"/>
              </a:rPr>
              <a:t>Cordoba, Argentina</a:t>
            </a:r>
            <a:endParaRPr lang="en-US"/>
          </a:p>
        </p:txBody>
      </p:sp>
      <p:sp>
        <p:nvSpPr>
          <p:cNvPr id="10" name="Text Placeholder 9">
            <a:extLst>
              <a:ext uri="{FF2B5EF4-FFF2-40B4-BE49-F238E27FC236}">
                <a16:creationId xmlns:a16="http://schemas.microsoft.com/office/drawing/2014/main" id="{C3265563-7E7C-4DBB-AF77-CDEA802FB0B2}"/>
              </a:ext>
            </a:extLst>
          </p:cNvPr>
          <p:cNvSpPr>
            <a:spLocks noGrp="1"/>
          </p:cNvSpPr>
          <p:nvPr>
            <p:ph type="body" sz="quarter" idx="16"/>
          </p:nvPr>
        </p:nvSpPr>
        <p:spPr>
          <a:xfrm>
            <a:off x="341211" y="2421646"/>
            <a:ext cx="2586918" cy="3549131"/>
          </a:xfrm>
        </p:spPr>
        <p:txBody>
          <a:bodyPr vert="horz" lIns="0" tIns="0" rIns="0" bIns="0" rtlCol="0" anchor="t">
            <a:noAutofit/>
          </a:bodyPr>
          <a:lstStyle/>
          <a:p>
            <a:pPr>
              <a:lnSpc>
                <a:spcPct val="100000"/>
              </a:lnSpc>
              <a:spcAft>
                <a:spcPts val="0"/>
              </a:spcAft>
            </a:pPr>
            <a:r>
              <a:rPr lang="en-US">
                <a:latin typeface="Calibri"/>
                <a:cs typeface="Calibri"/>
              </a:rPr>
              <a:t>Sebastian is a student of Systems Engineering in process. He is also part of the Accenture team responsible for the industrialization and operationalization of AI models through the application of MLOps techniques to automate the customer’s AI process, always learning and improving learning, and applying knowledge to the team.</a:t>
            </a:r>
          </a:p>
          <a:p>
            <a:pPr>
              <a:lnSpc>
                <a:spcPct val="100000"/>
              </a:lnSpc>
              <a:spcAft>
                <a:spcPts val="0"/>
              </a:spcAft>
            </a:pPr>
            <a:endParaRPr lang="en-US">
              <a:latin typeface="Calibri"/>
              <a:cs typeface="Calibri"/>
            </a:endParaRPr>
          </a:p>
          <a:p>
            <a:pPr>
              <a:lnSpc>
                <a:spcPct val="100000"/>
              </a:lnSpc>
              <a:spcAft>
                <a:spcPts val="0"/>
              </a:spcAft>
            </a:pPr>
            <a:r>
              <a:rPr lang="en-US">
                <a:latin typeface="Calibri"/>
                <a:cs typeface="Calibri"/>
              </a:rPr>
              <a:t>He has knowledge of the cloud with Amazon web services (AWS), willing and eager to learn more about clouds (azure and google)</a:t>
            </a:r>
          </a:p>
          <a:p>
            <a:pPr>
              <a:lnSpc>
                <a:spcPct val="100000"/>
              </a:lnSpc>
              <a:spcAft>
                <a:spcPts val="0"/>
              </a:spcAft>
            </a:pPr>
            <a:endParaRPr lang="en-US">
              <a:latin typeface="Calibri"/>
              <a:cs typeface="Calibri"/>
            </a:endParaRPr>
          </a:p>
          <a:p>
            <a:pPr>
              <a:lnSpc>
                <a:spcPct val="100000"/>
              </a:lnSpc>
              <a:spcAft>
                <a:spcPts val="0"/>
              </a:spcAft>
            </a:pPr>
            <a:r>
              <a:rPr lang="en-US">
                <a:latin typeface="Calibri"/>
                <a:cs typeface="Calibri"/>
              </a:rPr>
              <a:t>In addition, Sebastian has interpretation of English A2.</a:t>
            </a:r>
            <a:endParaRPr lang="en-US"/>
          </a:p>
        </p:txBody>
      </p:sp>
      <p:sp>
        <p:nvSpPr>
          <p:cNvPr id="13" name="Text Placeholder 12">
            <a:extLst>
              <a:ext uri="{FF2B5EF4-FFF2-40B4-BE49-F238E27FC236}">
                <a16:creationId xmlns:a16="http://schemas.microsoft.com/office/drawing/2014/main" id="{8AB44894-8232-41D9-A194-2698685863BB}"/>
              </a:ext>
            </a:extLst>
          </p:cNvPr>
          <p:cNvSpPr>
            <a:spLocks noGrp="1"/>
          </p:cNvSpPr>
          <p:nvPr>
            <p:ph type="body" sz="quarter" idx="19"/>
          </p:nvPr>
        </p:nvSpPr>
        <p:spPr>
          <a:xfrm>
            <a:off x="2369005" y="991132"/>
            <a:ext cx="6541532" cy="310896"/>
          </a:xfrm>
        </p:spPr>
        <p:txBody>
          <a:bodyPr/>
          <a:lstStyle/>
          <a:p>
            <a:r>
              <a:rPr lang="en-US">
                <a:latin typeface="Graphik"/>
              </a:rPr>
              <a:t>Technology / Data &amp; AI</a:t>
            </a:r>
            <a:endParaRPr lang="en-US"/>
          </a:p>
          <a:p>
            <a:endParaRPr lang="en-US"/>
          </a:p>
        </p:txBody>
      </p:sp>
      <p:sp>
        <p:nvSpPr>
          <p:cNvPr id="14" name="Text Placeholder 13">
            <a:extLst>
              <a:ext uri="{FF2B5EF4-FFF2-40B4-BE49-F238E27FC236}">
                <a16:creationId xmlns:a16="http://schemas.microsoft.com/office/drawing/2014/main" id="{50E7C7A6-37A1-45A4-A4C5-04D35EB29D89}"/>
              </a:ext>
            </a:extLst>
          </p:cNvPr>
          <p:cNvSpPr>
            <a:spLocks noGrp="1"/>
          </p:cNvSpPr>
          <p:nvPr>
            <p:ph type="body" sz="quarter" idx="20"/>
          </p:nvPr>
        </p:nvSpPr>
        <p:spPr>
          <a:xfrm>
            <a:off x="3143618" y="4452116"/>
            <a:ext cx="2012108" cy="1614269"/>
          </a:xfrm>
        </p:spPr>
        <p:txBody>
          <a:bodyPr vert="horz" lIns="0" tIns="0" rIns="0" bIns="0" rtlCol="0" anchor="t">
            <a:noAutofit/>
          </a:bodyPr>
          <a:lstStyle/>
          <a:p>
            <a:pPr marL="170180" indent="-170180">
              <a:lnSpc>
                <a:spcPct val="100000"/>
              </a:lnSpc>
              <a:spcBef>
                <a:spcPts val="450"/>
              </a:spcBef>
              <a:spcAft>
                <a:spcPts val="0"/>
              </a:spcAft>
            </a:pPr>
            <a:r>
              <a:rPr lang="en-US">
                <a:latin typeface="Calibri"/>
                <a:cs typeface="Calibri"/>
              </a:rPr>
              <a:t>Consultancy</a:t>
            </a:r>
            <a:endParaRPr lang="en-US"/>
          </a:p>
        </p:txBody>
      </p:sp>
      <p:sp>
        <p:nvSpPr>
          <p:cNvPr id="3" name="Footer Placeholder 2">
            <a:extLst>
              <a:ext uri="{FF2B5EF4-FFF2-40B4-BE49-F238E27FC236}">
                <a16:creationId xmlns:a16="http://schemas.microsoft.com/office/drawing/2014/main" id="{33D966CF-FD9C-4253-80B3-E3B4151511A0}"/>
              </a:ext>
            </a:extLst>
          </p:cNvPr>
          <p:cNvSpPr>
            <a:spLocks noGrp="1"/>
          </p:cNvSpPr>
          <p:nvPr>
            <p:ph type="ftr" sz="quarter" idx="4294967295"/>
          </p:nvPr>
        </p:nvSpPr>
        <p:spPr>
          <a:xfrm>
            <a:off x="8077200" y="6492875"/>
            <a:ext cx="4114800" cy="228600"/>
          </a:xfrm>
        </p:spPr>
        <p:txBody>
          <a:bodyPr/>
          <a:lstStyle/>
          <a:p>
            <a:r>
              <a:rPr lang="es-ES"/>
              <a:t>Copyright © 2020 Accenture. </a:t>
            </a:r>
            <a:r>
              <a:rPr lang="es-ES" err="1"/>
              <a:t>All</a:t>
            </a:r>
            <a:r>
              <a:rPr lang="es-ES"/>
              <a:t> </a:t>
            </a:r>
            <a:r>
              <a:rPr lang="es-ES" err="1"/>
              <a:t>rights</a:t>
            </a:r>
            <a:r>
              <a:rPr lang="es-ES"/>
              <a:t> </a:t>
            </a:r>
            <a:r>
              <a:rPr lang="es-ES" err="1"/>
              <a:t>reserved</a:t>
            </a:r>
            <a:r>
              <a:rPr lang="es-ES"/>
              <a:t>.</a:t>
            </a:r>
          </a:p>
        </p:txBody>
      </p:sp>
      <p:pic>
        <p:nvPicPr>
          <p:cNvPr id="22" name="Picture 21">
            <a:extLst>
              <a:ext uri="{FF2B5EF4-FFF2-40B4-BE49-F238E27FC236}">
                <a16:creationId xmlns:a16="http://schemas.microsoft.com/office/drawing/2014/main" id="{C9D77BF1-2DC0-4578-9A33-0AA114103989}"/>
              </a:ext>
            </a:extLst>
          </p:cNvPr>
          <p:cNvPicPr>
            <a:picLocks noChangeAspect="1"/>
          </p:cNvPicPr>
          <p:nvPr/>
        </p:nvPicPr>
        <p:blipFill>
          <a:blip r:embed="rId2"/>
          <a:srcRect t="22727" b="22727"/>
          <a:stretch/>
        </p:blipFill>
        <p:spPr>
          <a:xfrm>
            <a:off x="343150" y="-21026"/>
            <a:ext cx="1886216" cy="1829058"/>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TextBox 1">
            <a:extLst>
              <a:ext uri="{FF2B5EF4-FFF2-40B4-BE49-F238E27FC236}">
                <a16:creationId xmlns:a16="http://schemas.microsoft.com/office/drawing/2014/main" id="{CBAD93C9-BAAA-1B8B-14DE-A37760847F78}"/>
              </a:ext>
            </a:extLst>
          </p:cNvPr>
          <p:cNvSpPr txBox="1"/>
          <p:nvPr/>
        </p:nvSpPr>
        <p:spPr>
          <a:xfrm>
            <a:off x="5435923" y="2440619"/>
            <a:ext cx="6667327" cy="40780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Graphik"/>
                <a:ea typeface="+mn-lt"/>
                <a:cs typeface="+mn-lt"/>
              </a:rPr>
              <a:t>Logistics in YPF  (GAPP &amp; </a:t>
            </a:r>
            <a:r>
              <a:rPr lang="en-US" sz="1200" b="1" err="1">
                <a:latin typeface="Graphik"/>
                <a:ea typeface="+mn-lt"/>
                <a:cs typeface="+mn-lt"/>
              </a:rPr>
              <a:t>SCOpe</a:t>
            </a:r>
            <a:r>
              <a:rPr lang="en-US" sz="1200" b="1">
                <a:latin typeface="Graphik"/>
                <a:ea typeface="+mn-lt"/>
                <a:cs typeface="+mn-lt"/>
              </a:rPr>
              <a:t>). </a:t>
            </a:r>
            <a:endParaRPr lang="en-US" sz="1200">
              <a:solidFill>
                <a:srgbClr val="808080"/>
              </a:solidFill>
              <a:latin typeface="Graphik"/>
              <a:ea typeface="+mn-lt"/>
              <a:cs typeface="+mn-lt"/>
            </a:endParaRPr>
          </a:p>
          <a:p>
            <a:endParaRPr lang="en-US" sz="1200" b="1">
              <a:solidFill>
                <a:srgbClr val="000000"/>
              </a:solidFill>
              <a:latin typeface="Graphik"/>
              <a:ea typeface="+mn-lt"/>
              <a:cs typeface="+mn-lt"/>
            </a:endParaRPr>
          </a:p>
          <a:p>
            <a:pPr marL="171450" indent="-171450">
              <a:buFont typeface="Arial"/>
              <a:buChar char="•"/>
            </a:pPr>
            <a:r>
              <a:rPr lang="en-US" sz="1000">
                <a:solidFill>
                  <a:srgbClr val="7030A0"/>
                </a:solidFill>
                <a:ea typeface="+mn-lt"/>
                <a:cs typeface="+mn-lt"/>
              </a:rPr>
              <a:t>Resolution of optimization problems in the maintenance area, using CPLEX, along with c#, Azure cloud and python (for internal help as a regression tool or internal testing) for the development of effective solutions.</a:t>
            </a:r>
            <a:endParaRPr lang="en-US" sz="1000">
              <a:solidFill>
                <a:srgbClr val="7030A0"/>
              </a:solidFill>
              <a:cs typeface="Arial"/>
            </a:endParaRPr>
          </a:p>
          <a:p>
            <a:pPr marL="171450" indent="-171450">
              <a:buFont typeface="Arial"/>
              <a:buChar char="•"/>
            </a:pPr>
            <a:r>
              <a:rPr lang="en-US" sz="1000">
                <a:solidFill>
                  <a:srgbClr val="7030A0"/>
                </a:solidFill>
                <a:ea typeface="+mn-lt"/>
                <a:cs typeface="+mn-lt"/>
              </a:rPr>
              <a:t>Use a broad set of analytical tools and techniques to develop quantitative and qualitative business insights and improve decision making.</a:t>
            </a:r>
            <a:endParaRPr lang="en-US" sz="1000">
              <a:solidFill>
                <a:srgbClr val="7030A0"/>
              </a:solidFill>
              <a:cs typeface="Arial"/>
            </a:endParaRPr>
          </a:p>
          <a:p>
            <a:pPr marL="171450" indent="-171450">
              <a:buFont typeface="Arial"/>
              <a:buChar char="•"/>
            </a:pPr>
            <a:r>
              <a:rPr lang="en-US" sz="1000">
                <a:solidFill>
                  <a:srgbClr val="7030A0"/>
                </a:solidFill>
                <a:ea typeface="+mn-lt"/>
                <a:cs typeface="+mn-lt"/>
              </a:rPr>
              <a:t>I collaborated closely with clients to understand their needs and requirements, participating in talks and meetings to ensure client satisfaction.</a:t>
            </a:r>
            <a:endParaRPr lang="en-US" sz="1000">
              <a:solidFill>
                <a:srgbClr val="7030A0"/>
              </a:solidFill>
              <a:cs typeface="Arial"/>
            </a:endParaRPr>
          </a:p>
          <a:p>
            <a:pPr marL="171450" indent="-171450">
              <a:buFont typeface="Arial"/>
              <a:buChar char="•"/>
            </a:pPr>
            <a:r>
              <a:rPr lang="en-US" sz="1000">
                <a:solidFill>
                  <a:srgbClr val="7030A0"/>
                </a:solidFill>
                <a:ea typeface="+mn-lt"/>
                <a:cs typeface="+mn-lt"/>
              </a:rPr>
              <a:t>Management of large volumes of data related to logistics operations, performing detailed analyzes to identify areas of improvement and optimization opportunities</a:t>
            </a:r>
            <a:endParaRPr lang="en-US" sz="1000">
              <a:solidFill>
                <a:srgbClr val="7030A0"/>
              </a:solidFill>
              <a:cs typeface="Arial"/>
            </a:endParaRPr>
          </a:p>
          <a:p>
            <a:pPr marL="171450" indent="-171450">
              <a:buFont typeface="Arial"/>
              <a:buChar char="•"/>
            </a:pPr>
            <a:r>
              <a:rPr lang="en-US" sz="1000">
                <a:solidFill>
                  <a:srgbClr val="7030A0"/>
                </a:solidFill>
                <a:ea typeface="+mn-lt"/>
                <a:cs typeface="+mn-lt"/>
              </a:rPr>
              <a:t>Analytical techniques to inform and improve decision making within the team and the organization in general.</a:t>
            </a:r>
            <a:endParaRPr lang="en-US" sz="1000">
              <a:solidFill>
                <a:srgbClr val="7030A0"/>
              </a:solidFill>
              <a:cs typeface="Arial"/>
            </a:endParaRPr>
          </a:p>
          <a:p>
            <a:pPr marL="171450" indent="-171450">
              <a:buFont typeface="Arial"/>
              <a:buChar char="•"/>
            </a:pPr>
            <a:r>
              <a:rPr lang="en-US" sz="1000">
                <a:solidFill>
                  <a:srgbClr val="7030A0"/>
                </a:solidFill>
                <a:ea typeface="+mn-lt"/>
                <a:cs typeface="+mn-lt"/>
              </a:rPr>
              <a:t>Active development and execution of internal tests to guarantee the robustness and effectiveness of the implemented solutions.</a:t>
            </a:r>
          </a:p>
          <a:p>
            <a:endParaRPr lang="en-US" sz="1000">
              <a:latin typeface="Arial"/>
              <a:cs typeface="Arial"/>
            </a:endParaRPr>
          </a:p>
          <a:p>
            <a:r>
              <a:rPr lang="en-US" sz="1200" b="1">
                <a:latin typeface="Calibri"/>
                <a:cs typeface="Calibri"/>
              </a:rPr>
              <a:t>     </a:t>
            </a:r>
            <a:r>
              <a:rPr lang="en-US" sz="900" b="1">
                <a:latin typeface="Calibri"/>
                <a:cs typeface="Calibri"/>
              </a:rPr>
              <a:t>Accenture IDFML @ </a:t>
            </a:r>
            <a:r>
              <a:rPr lang="en-US" sz="900" b="1" err="1">
                <a:latin typeface="Calibri"/>
                <a:cs typeface="Calibri"/>
              </a:rPr>
              <a:t>MLOps</a:t>
            </a:r>
            <a:endParaRPr lang="en-US" sz="900">
              <a:solidFill>
                <a:srgbClr val="808080"/>
              </a:solidFill>
              <a:latin typeface="Calibri"/>
              <a:cs typeface="Calibri"/>
            </a:endParaRPr>
          </a:p>
          <a:p>
            <a:pPr>
              <a:spcAft>
                <a:spcPts val="600"/>
              </a:spcAft>
            </a:pPr>
            <a:r>
              <a:rPr lang="en-US" sz="1200" b="1">
                <a:latin typeface="Graphik"/>
                <a:cs typeface="Arial"/>
              </a:rPr>
              <a:t>Machine Learning Engineer @ Accenture</a:t>
            </a:r>
            <a:endParaRPr lang="en-US">
              <a:latin typeface="Arial"/>
              <a:cs typeface="Arial"/>
            </a:endParaRPr>
          </a:p>
          <a:p>
            <a:pPr marL="171450" indent="-171450">
              <a:buFont typeface="Arial"/>
              <a:buChar char="•"/>
            </a:pPr>
            <a:r>
              <a:rPr lang="en-US" sz="1000">
                <a:solidFill>
                  <a:srgbClr val="7030A0"/>
                </a:solidFill>
                <a:latin typeface="Arial"/>
                <a:cs typeface="Arial"/>
              </a:rPr>
              <a:t>AWS</a:t>
            </a:r>
            <a:r>
              <a:rPr lang="en-US" sz="1000">
                <a:solidFill>
                  <a:srgbClr val="7030A0"/>
                </a:solidFill>
                <a:ea typeface="+mn-lt"/>
                <a:cs typeface="+mn-lt"/>
              </a:rPr>
              <a:t> (Lambda, s3, DynamoDB, </a:t>
            </a:r>
            <a:r>
              <a:rPr lang="en-US" sz="1000" err="1">
                <a:solidFill>
                  <a:srgbClr val="7030A0"/>
                </a:solidFill>
                <a:ea typeface="+mn-lt"/>
                <a:cs typeface="+mn-lt"/>
              </a:rPr>
              <a:t>etc</a:t>
            </a:r>
            <a:r>
              <a:rPr lang="en-US" sz="1000">
                <a:solidFill>
                  <a:srgbClr val="7030A0"/>
                </a:solidFill>
                <a:ea typeface="+mn-lt"/>
                <a:cs typeface="+mn-lt"/>
              </a:rPr>
              <a:t>) </a:t>
            </a:r>
            <a:endParaRPr lang="en-US" sz="1000">
              <a:solidFill>
                <a:srgbClr val="7030A0"/>
              </a:solidFill>
              <a:latin typeface="Arial"/>
              <a:cs typeface="Arial"/>
            </a:endParaRPr>
          </a:p>
          <a:p>
            <a:pPr marL="171450" indent="-171450">
              <a:buFont typeface="Arial"/>
              <a:buChar char="•"/>
            </a:pPr>
            <a:r>
              <a:rPr lang="en-US" sz="1000">
                <a:solidFill>
                  <a:srgbClr val="7030A0"/>
                </a:solidFill>
                <a:ea typeface="+mn-lt"/>
                <a:cs typeface="+mn-lt"/>
              </a:rPr>
              <a:t>Python (Mocking and testing, functional programming, </a:t>
            </a:r>
            <a:r>
              <a:rPr lang="en-US" sz="1000" err="1">
                <a:solidFill>
                  <a:srgbClr val="7030A0"/>
                </a:solidFill>
                <a:ea typeface="+mn-lt"/>
                <a:cs typeface="+mn-lt"/>
              </a:rPr>
              <a:t>etc</a:t>
            </a:r>
            <a:r>
              <a:rPr lang="en-US" sz="1000">
                <a:solidFill>
                  <a:srgbClr val="7030A0"/>
                </a:solidFill>
                <a:ea typeface="+mn-lt"/>
                <a:cs typeface="+mn-lt"/>
              </a:rPr>
              <a:t>) </a:t>
            </a:r>
            <a:endParaRPr lang="en-US">
              <a:solidFill>
                <a:srgbClr val="7030A0"/>
              </a:solidFill>
              <a:cs typeface="Arial"/>
            </a:endParaRPr>
          </a:p>
          <a:p>
            <a:pPr marL="171450" indent="-171450">
              <a:buFont typeface="Arial"/>
              <a:buChar char="•"/>
            </a:pPr>
            <a:r>
              <a:rPr lang="en-US" sz="1000">
                <a:solidFill>
                  <a:srgbClr val="7030A0"/>
                </a:solidFill>
                <a:ea typeface="+mn-lt"/>
                <a:cs typeface="+mn-lt"/>
              </a:rPr>
              <a:t>Apache Airflow</a:t>
            </a:r>
            <a:endParaRPr lang="en-US">
              <a:solidFill>
                <a:srgbClr val="7030A0"/>
              </a:solidFill>
              <a:cs typeface="Arial"/>
            </a:endParaRPr>
          </a:p>
          <a:p>
            <a:endParaRPr lang="en-US" sz="1000">
              <a:latin typeface="Arial"/>
              <a:cs typeface="Arial"/>
            </a:endParaRPr>
          </a:p>
          <a:p>
            <a:r>
              <a:rPr lang="en-US" sz="1200" b="1">
                <a:latin typeface="Graphik"/>
                <a:cs typeface="Arial"/>
              </a:rPr>
              <a:t>MLE CONSULTING @ AMERICAN RETAIL COMPANY, USA</a:t>
            </a:r>
            <a:endParaRPr lang="en-US">
              <a:latin typeface="Arial"/>
              <a:cs typeface="Arial"/>
            </a:endParaRPr>
          </a:p>
          <a:p>
            <a:pPr marL="171450" indent="-171450">
              <a:buFont typeface="Arial"/>
              <a:buChar char="•"/>
            </a:pPr>
            <a:r>
              <a:rPr lang="en-US" sz="1000">
                <a:solidFill>
                  <a:srgbClr val="7030A0"/>
                </a:solidFill>
                <a:latin typeface="Arial"/>
                <a:cs typeface="Arial"/>
              </a:rPr>
              <a:t> Cloud</a:t>
            </a:r>
            <a:r>
              <a:rPr lang="en-US" sz="1000">
                <a:solidFill>
                  <a:srgbClr val="7030A0"/>
                </a:solidFill>
                <a:ea typeface="+mn-lt"/>
                <a:cs typeface="+mn-lt"/>
              </a:rPr>
              <a:t> Migration for client’s DS team. </a:t>
            </a:r>
            <a:r>
              <a:rPr lang="en-US" sz="1000" err="1">
                <a:solidFill>
                  <a:srgbClr val="7030A0"/>
                </a:solidFill>
                <a:ea typeface="+mn-lt"/>
                <a:cs typeface="+mn-lt"/>
              </a:rPr>
              <a:t>MLOps</a:t>
            </a:r>
            <a:r>
              <a:rPr lang="en-US" sz="1000">
                <a:solidFill>
                  <a:srgbClr val="7030A0"/>
                </a:solidFill>
                <a:ea typeface="+mn-lt"/>
                <a:cs typeface="+mn-lt"/>
              </a:rPr>
              <a:t> Framework Adoption. AWS – IDFML – SageMaker. Docker</a:t>
            </a:r>
            <a:endParaRPr lang="en-US">
              <a:solidFill>
                <a:srgbClr val="7030A0"/>
              </a:solidFill>
              <a:cs typeface="Arial"/>
            </a:endParaRPr>
          </a:p>
          <a:p>
            <a:endParaRPr lang="en-US" sz="1200" b="1">
              <a:latin typeface="Graphik"/>
              <a:cs typeface="Arial"/>
            </a:endParaRPr>
          </a:p>
          <a:p>
            <a:pPr>
              <a:spcAft>
                <a:spcPts val="600"/>
              </a:spcAft>
            </a:pPr>
            <a:endParaRPr lang="en-US" sz="1200" b="1">
              <a:latin typeface="Graphik"/>
              <a:cs typeface="Arial"/>
            </a:endParaRPr>
          </a:p>
        </p:txBody>
      </p:sp>
      <p:sp>
        <p:nvSpPr>
          <p:cNvPr id="9" name="TextBox 8">
            <a:extLst>
              <a:ext uri="{FF2B5EF4-FFF2-40B4-BE49-F238E27FC236}">
                <a16:creationId xmlns:a16="http://schemas.microsoft.com/office/drawing/2014/main" id="{9926DEDF-D19A-0C8D-0D41-C2BC86D86099}"/>
              </a:ext>
            </a:extLst>
          </p:cNvPr>
          <p:cNvSpPr txBox="1"/>
          <p:nvPr/>
        </p:nvSpPr>
        <p:spPr>
          <a:xfrm>
            <a:off x="3046057" y="2822985"/>
            <a:ext cx="1719527"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000">
                <a:cs typeface="Arial"/>
              </a:rPr>
              <a:t>Cloud (AWS &amp; Azure)</a:t>
            </a:r>
          </a:p>
          <a:p>
            <a:pPr marL="285750" indent="-285750">
              <a:buFont typeface="Arial"/>
              <a:buChar char="•"/>
            </a:pPr>
            <a:r>
              <a:rPr lang="en-US" sz="1000">
                <a:cs typeface="Arial"/>
              </a:rPr>
              <a:t>Machine Learning</a:t>
            </a:r>
          </a:p>
          <a:p>
            <a:pPr marL="285750" indent="-285750">
              <a:buFont typeface="Arial"/>
              <a:buChar char="•"/>
            </a:pPr>
            <a:r>
              <a:rPr lang="en-US" sz="1000">
                <a:cs typeface="Arial"/>
              </a:rPr>
              <a:t>Python</a:t>
            </a:r>
          </a:p>
          <a:p>
            <a:pPr marL="285750" indent="-285750">
              <a:buFont typeface="Arial"/>
              <a:buChar char="•"/>
            </a:pPr>
            <a:r>
              <a:rPr lang="en-US" sz="1000">
                <a:cs typeface="Arial"/>
              </a:rPr>
              <a:t>Databases</a:t>
            </a:r>
          </a:p>
          <a:p>
            <a:pPr marL="285750" indent="-285750">
              <a:buFont typeface="Arial"/>
              <a:buChar char="•"/>
            </a:pPr>
            <a:r>
              <a:rPr lang="en-US" sz="1000">
                <a:cs typeface="Arial"/>
              </a:rPr>
              <a:t>Docker</a:t>
            </a:r>
          </a:p>
          <a:p>
            <a:pPr marL="285750" indent="-285750">
              <a:buFont typeface="Arial"/>
              <a:buChar char="•"/>
            </a:pPr>
            <a:r>
              <a:rPr lang="en-US" sz="1000">
                <a:cs typeface="Arial"/>
              </a:rPr>
              <a:t>C#</a:t>
            </a:r>
          </a:p>
          <a:p>
            <a:endParaRPr lang="en-US">
              <a:cs typeface="Arial"/>
            </a:endParaRPr>
          </a:p>
        </p:txBody>
      </p:sp>
    </p:spTree>
    <p:extLst>
      <p:ext uri="{BB962C8B-B14F-4D97-AF65-F5344CB8AC3E}">
        <p14:creationId xmlns:p14="http://schemas.microsoft.com/office/powerpoint/2010/main" val="7460635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Dividers SectionNumber SlideNumber"/>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1vZvkRSR5KMO17f7BvNcZA"/>
</p:tagLst>
</file>

<file path=ppt/theme/theme1.xml><?xml version="1.0" encoding="utf-8"?>
<a:theme xmlns:a="http://schemas.openxmlformats.org/drawingml/2006/main" name="6_Office Theme">
  <a:themeElements>
    <a:clrScheme name="VISA">
      <a:dk1>
        <a:sysClr val="windowText" lastClr="000000"/>
      </a:dk1>
      <a:lt1>
        <a:sysClr val="window" lastClr="FFFFFF"/>
      </a:lt1>
      <a:dk2>
        <a:srgbClr val="F0F0F0"/>
      </a:dk2>
      <a:lt2>
        <a:srgbClr val="ADADAD"/>
      </a:lt2>
      <a:accent1>
        <a:srgbClr val="1A1F71"/>
      </a:accent1>
      <a:accent2>
        <a:srgbClr val="F7B600"/>
      </a:accent2>
      <a:accent3>
        <a:srgbClr val="5C5C5C"/>
      </a:accent3>
      <a:accent4>
        <a:srgbClr val="003EA9"/>
      </a:accent4>
      <a:accent5>
        <a:srgbClr val="EF8400"/>
      </a:accent5>
      <a:accent6>
        <a:srgbClr val="FFD700"/>
      </a:accent6>
      <a:hlink>
        <a:srgbClr val="1A1F71"/>
      </a:hlink>
      <a:folHlink>
        <a:srgbClr val="ADADAD"/>
      </a:folHlink>
    </a:clrScheme>
    <a:fontScheme name="Custom 1">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lumMod val="75000"/>
          </a:schemeClr>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lnDef>
      <a:spPr>
        <a:ln w="25400" cap="sq">
          <a:solidFill>
            <a:schemeClr val="bg2">
              <a:lumMod val="9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666D6F4CFFA446B5D32C4039F08BDD" ma:contentTypeVersion="11" ma:contentTypeDescription="Create a new document." ma:contentTypeScope="" ma:versionID="24e4c7a8421853a402df6e265f794394">
  <xsd:schema xmlns:xsd="http://www.w3.org/2001/XMLSchema" xmlns:xs="http://www.w3.org/2001/XMLSchema" xmlns:p="http://schemas.microsoft.com/office/2006/metadata/properties" xmlns:ns2="9e5dff9b-ec84-400a-8d4d-02e969566393" xmlns:ns3="9e1adda6-93f2-443e-b0ef-40d6e1dc8c9d" targetNamespace="http://schemas.microsoft.com/office/2006/metadata/properties" ma:root="true" ma:fieldsID="ca37c5a048a84fd67bc1e66e7d26fe3d" ns2:_="" ns3:_="">
    <xsd:import namespace="9e5dff9b-ec84-400a-8d4d-02e969566393"/>
    <xsd:import namespace="9e1adda6-93f2-443e-b0ef-40d6e1dc8c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5dff9b-ec84-400a-8d4d-02e9695663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1adda6-93f2-443e-b0ef-40d6e1dc8c9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4a7b0e6-297d-4a6a-b5d6-da3887b93b0d}" ma:internalName="TaxCatchAll" ma:showField="CatchAllData" ma:web="9e1adda6-93f2-443e-b0ef-40d6e1dc8c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9e5dff9b-ec84-400a-8d4d-02e969566393">
      <Terms xmlns="http://schemas.microsoft.com/office/infopath/2007/PartnerControls"/>
    </lcf76f155ced4ddcb4097134ff3c332f>
    <TaxCatchAll xmlns="9e1adda6-93f2-443e-b0ef-40d6e1dc8c9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563A6A-B970-4F1C-997A-399DE8CB85E5}"/>
</file>

<file path=customXml/itemProps2.xml><?xml version="1.0" encoding="utf-8"?>
<ds:datastoreItem xmlns:ds="http://schemas.openxmlformats.org/officeDocument/2006/customXml" ds:itemID="{247B172E-CD09-404A-9D73-CF6EC1E50CB2}">
  <ds:schemaRefs>
    <ds:schemaRef ds:uri="366118fb-8a66-483c-8952-d980ea70b2f4"/>
    <ds:schemaRef ds:uri="5621d82e-41af-4f41-9c60-475186de6229"/>
    <ds:schemaRef ds:uri="8bf43e9c-ec30-4b03-90a4-56360b8dd0ac"/>
    <ds:schemaRef ds:uri="a9ec5491-ab8d-4b40-a3b8-06014ad5eed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953E4F1-EED6-4251-8956-041C290CBD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Panorámica</PresentationFormat>
  <Slides>1</Slides>
  <Notes>0</Notes>
  <HiddenSlides>0</HiddenSlides>
  <ScaleCrop>false</ScaleCrop>
  <HeadingPairs>
    <vt:vector size="4" baseType="variant">
      <vt:variant>
        <vt:lpstr>Tema</vt:lpstr>
      </vt:variant>
      <vt:variant>
        <vt:i4>1</vt:i4>
      </vt:variant>
      <vt:variant>
        <vt:lpstr>Títulos de diapositiva</vt:lpstr>
      </vt:variant>
      <vt:variant>
        <vt:i4>1</vt:i4>
      </vt:variant>
    </vt:vector>
  </HeadingPairs>
  <TitlesOfParts>
    <vt:vector size="2" baseType="lpstr">
      <vt:lpstr>6_Office Theme</vt:lpstr>
      <vt:lpstr>Presentación de PowerPoint</vt:lpstr>
    </vt:vector>
  </TitlesOfParts>
  <Company>Accenture GmbH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agustin.parrotta</dc:title>
  <dc:creator>agustin.parrotta@accenture.com</dc:creator>
  <cp:keywords>Products CV Template</cp:keywords>
  <cp:revision>9</cp:revision>
  <dcterms:modified xsi:type="dcterms:W3CDTF">2024-11-12T15:01:53Z</dcterms:modified>
  <cp:category>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0x010100D1666D6F4CFFA446B5D32C4039F08BDD</vt:lpwstr>
  </property>
  <property fmtid="{D5CDD505-2E9C-101B-9397-08002B2CF9AE}" pid="3" name="Order">
    <vt:r8>390400</vt:r8>
  </property>
  <property fmtid="{D5CDD505-2E9C-101B-9397-08002B2CF9AE}" pid="4" name="xd_ProgID">
    <vt:lpwstr/>
  </property>
  <property fmtid="{D5CDD505-2E9C-101B-9397-08002B2CF9AE}" pid="5" name="_CopySource">
    <vt:lpwstr>https://ts.accenture.com/sites/PRODUCTS_ASG/dcde/Mentoring/PRD Onboarding Deck/ASG_PRD Onboarding Session_2018_01_January_final.pptx</vt:lpwstr>
  </property>
  <property fmtid="{D5CDD505-2E9C-101B-9397-08002B2CF9AE}" pid="6" name="TemplateUrl">
    <vt:lpwstr/>
  </property>
  <property fmtid="{D5CDD505-2E9C-101B-9397-08002B2CF9AE}" pid="7" name="MediaServiceImageTags">
    <vt:lpwstr/>
  </property>
</Properties>
</file>