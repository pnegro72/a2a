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7"/>
  </p:notesMasterIdLst>
  <p:sldIdLst>
    <p:sldId id="207613621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0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4766-C1B0-42EE-A8CC-394BA0D3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FF0D8-F3F4-4176-AB73-C23367EED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C5C6-F18A-4FE4-B5A6-8992F879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C83F-DCCD-4AF2-8260-AFD253D6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2342-E448-43DB-B506-CCA2BEB1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AAA1-EC0A-46E6-9332-DEDE592E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01CB-1A68-431F-9C90-D6C3E85A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C8A4-426B-4BBC-9D55-8C9B2E6F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AD0D-EB31-418C-89B3-04F05D0B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8A09-9162-4136-B707-9654AEB9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6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D170-D99D-4B74-9BF3-0D9EC0E8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96A0-89BC-4BF4-B1FB-29F4D6A32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8725-D08D-4BD6-861D-CF980D1F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BB76-3E78-4B5F-9A37-CF56AFE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C09EE-43E9-4EAE-AF8D-1E6092B8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1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1123-A841-46D8-813F-A90E5545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972E-06C5-42C2-B976-BC019B301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26D72-BD5B-428F-A34F-4DE2525C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07D4F-4B9E-4393-AE40-6CA92511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068A1-8045-4ADA-906F-844627D7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D8E0-3EA2-4BB5-8F90-1F37180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E95-24BD-44AE-8EBE-CF734146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CFAE-BA6E-4C1D-98CF-DB46B22F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63BE9-4440-4527-BEAC-B5E31B838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C0A57-A703-4786-8811-7215CD056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C5770-250D-444A-92A8-40B995B3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95BDE-59C6-4961-8DC3-3AC2ACB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9A259-0BB7-45D1-8FBC-504BF9F3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A92B-AC98-4DB3-921F-303CF8D9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3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D4E4-2D9B-4BCA-A995-8D4AEB67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F9369-0845-4C9C-91E4-41CFC4D2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83F7B-3964-439D-8BFA-4F4DB9FA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5A799-A788-4AA5-AD62-97373732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ED551-C51B-4D3D-86C6-C7585CB3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A5D5F-8D15-4922-A810-71C05295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1D0C6-BE75-4CCF-92AC-76ED5C77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ED27-5B71-4953-96DB-B2F0F73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C44-D1E4-47B0-A0AE-EDAAE9DFC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DE38D-F56B-4865-B48E-DF1CE5CE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F5D0-0224-4ACA-B172-23A0BDCC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9C3F-71D2-4DE3-B369-EC03DE62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87772-C12A-4786-AFBB-526AEFA0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0087-A8AD-4E19-8A44-71A37B61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1789A-46D2-460F-87B8-22625C826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19932-7071-452D-91FF-2C3008DD5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F40E-8FC4-4C79-9B32-B2AA72B4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362E7-2704-475B-8C26-570762BE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89CB-F0C9-43E5-A742-F260581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02E-C910-4C8A-B05B-72F6B795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7636B-D181-4162-9FBC-CF172B62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F142-3B8B-43FA-86F4-F8680586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97561-6084-4FD5-87A2-8F186AA0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715C-A5DE-415D-B205-27BEDF72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AA1E0-70D7-40D8-B667-3BDAAFAE0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1D6A9-2CB9-466C-A5C9-EBA1F37D1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BCBC-878D-4F2F-9A09-B09E4A08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FE3E5-28BC-4564-9051-C92E4FCD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334E-5062-4EF9-909D-07BA937D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59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63B39-D0EC-4F45-AA3D-D0B39B9B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61E0-1F00-4058-9465-8DFE3CCBC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3CB0-1328-4CFC-811B-6316DE07C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3A1A-E8E9-4F1D-A0E4-983A98264649}" type="datetimeFigureOut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EC30C-8EF3-4E47-8B26-4FAA64C1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1EA07-B266-4D79-A329-C70E2F16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BAA17E-A31C-9FBC-B0E4-2762F6DB8BBE}"/>
              </a:ext>
            </a:extLst>
          </p:cNvPr>
          <p:cNvSpPr/>
          <p:nvPr/>
        </p:nvSpPr>
        <p:spPr>
          <a:xfrm>
            <a:off x="118899" y="4824905"/>
            <a:ext cx="3252480" cy="6660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Alan Lampert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Data Engineer Sr Analyst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 /</a:t>
            </a:r>
            <a:r>
              <a:rPr lang="es-AR" sz="1200" dirty="0"/>
              <a:t> Machine </a:t>
            </a:r>
            <a:r>
              <a:rPr lang="es-AR" sz="1200" dirty="0" err="1"/>
              <a:t>Learning</a:t>
            </a:r>
            <a:r>
              <a:rPr lang="es-AR" sz="1200" dirty="0"/>
              <a:t> &amp; </a:t>
            </a:r>
            <a:r>
              <a:rPr lang="es-AR" sz="1200" dirty="0" err="1"/>
              <a:t>Advanced</a:t>
            </a:r>
            <a:r>
              <a:rPr lang="es-AR" sz="1200" dirty="0"/>
              <a:t>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alan.lampert@accenture.com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9701" y="171449"/>
            <a:ext cx="5301053" cy="38037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4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18899" y="5262029"/>
            <a:ext cx="3252480" cy="95170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512360"/>
            <a:ext cx="3246987" cy="215916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614023" y="2726309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 dirty="0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44764" y="2510952"/>
            <a:ext cx="3258541" cy="21464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just"/>
            <a:r>
              <a:rPr lang="en-US" sz="1050" b="0" i="0" dirty="0">
                <a:solidFill>
                  <a:srgbClr val="374151"/>
                </a:solidFill>
                <a:effectLst/>
                <a:latin typeface="Söhne"/>
              </a:rPr>
              <a:t>I have over 4 years of experience in business process automation within the financial services industry. I hold certifications as a Developer and Solution Designer in Blue Prism. Currently, I am employed as a Machine Learning Engineer, where my responsibilities include training, evaluating, and deploying AI and Computer Vision models. Python serves as my primary programming language for this role.</a:t>
            </a:r>
            <a:endParaRPr lang="en-US" sz="1050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2A9259A-DC95-7929-2407-42F74D35B297}"/>
              </a:ext>
            </a:extLst>
          </p:cNvPr>
          <p:cNvSpPr txBox="1">
            <a:spLocks/>
          </p:cNvSpPr>
          <p:nvPr/>
        </p:nvSpPr>
        <p:spPr>
          <a:xfrm>
            <a:off x="328699" y="2551539"/>
            <a:ext cx="2887778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PROFESSIONAL BACKGROUND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CAE6442A-7F7A-7520-E012-744876DD2E5B}"/>
              </a:ext>
            </a:extLst>
          </p:cNvPr>
          <p:cNvSpPr txBox="1">
            <a:spLocks/>
          </p:cNvSpPr>
          <p:nvPr/>
        </p:nvSpPr>
        <p:spPr>
          <a:xfrm>
            <a:off x="328699" y="4768152"/>
            <a:ext cx="2887778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EDUCATION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411678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597166" y="2541815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12449" y="5406894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Python.</a:t>
            </a:r>
          </a:p>
          <a:p>
            <a:pPr marL="171450" marR="0" lvl="0" indent="-17145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000000"/>
              </a:solidFill>
              <a:latin typeface="Graphik"/>
            </a:endParaRPr>
          </a:p>
          <a:p>
            <a:pPr marL="171450" marR="0" lvl="0" indent="-17145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AI: 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Azure ML,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Pytorch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, YOLO, OpenCV,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Roboflow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, Fast API, Docker, Google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Colab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.</a:t>
            </a:r>
          </a:p>
          <a:p>
            <a:pPr>
              <a:buClr>
                <a:srgbClr val="A100FF"/>
              </a:buClr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2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:  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SQLServer</a:t>
            </a:r>
            <a:endParaRPr lang="en-US" b="0" dirty="0">
              <a:solidFill>
                <a:srgbClr val="000000"/>
              </a:solidFill>
              <a:latin typeface="Graphik"/>
            </a:endParaRPr>
          </a:p>
          <a:p>
            <a:pPr>
              <a:buClr>
                <a:srgbClr val="A100FF"/>
              </a:buClr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Automation: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Blue Prism, UiPath.</a:t>
            </a:r>
          </a:p>
          <a:p>
            <a:pPr marL="171450" marR="0" lvl="0" indent="-171450" algn="l" defTabSz="914400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Others: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Team leadership, Agile methodologies, Fast learning, Problem solving, </a:t>
            </a:r>
            <a:r>
              <a:rPr lang="en-US" b="0">
                <a:solidFill>
                  <a:srgbClr val="000000"/>
                </a:solidFill>
                <a:latin typeface="Graphik"/>
              </a:rPr>
              <a:t>Power Query, Macros,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Azure Fundamentals.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1071" y="5012301"/>
            <a:ext cx="3078266" cy="33630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200" b="0" i="0" dirty="0">
                <a:solidFill>
                  <a:srgbClr val="374151"/>
                </a:solidFill>
                <a:effectLst/>
                <a:latin typeface="Söhne"/>
              </a:rPr>
              <a:t>Bachelor's Degree in Information Systems (in process)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1071" y="5672034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(C1)</a:t>
            </a:r>
          </a:p>
          <a:p>
            <a:r>
              <a:rPr lang="en-US" dirty="0"/>
              <a:t>Spanish (Native)</a:t>
            </a:r>
          </a:p>
          <a:p>
            <a:pPr marL="0" indent="0">
              <a:buNone/>
            </a:pPr>
            <a:endParaRPr lang="en-US" dirty="0"/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653804"/>
            <a:ext cx="3044481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Banking</a:t>
            </a:r>
          </a:p>
          <a:p>
            <a:r>
              <a:rPr lang="en-US" dirty="0"/>
              <a:t>Services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4"/>
            <a:ext cx="5081751" cy="347302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ML Engineer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ML Engineer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Client Industry </a:t>
            </a: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: Banking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Python, Azure ML, </a:t>
            </a:r>
            <a:r>
              <a:rPr lang="en-US" sz="1000" b="0" dirty="0" err="1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FastAPI</a:t>
            </a: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, Docker, YOLO, Google </a:t>
            </a:r>
            <a:r>
              <a:rPr lang="en-US" sz="1000" b="0" dirty="0" err="1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Colab</a:t>
            </a: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, </a:t>
            </a:r>
            <a:r>
              <a:rPr lang="en-US" sz="1000" b="0" dirty="0" err="1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Roboflow</a:t>
            </a:r>
            <a:endParaRPr lang="en-US" sz="10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Sr. Developer @ Accenture,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Sr.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Client Industry : Banking Group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Blue Prism 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 err="1">
                <a:solidFill>
                  <a:srgbClr val="000000"/>
                </a:solidFill>
                <a:latin typeface="+mn-lt"/>
              </a:rPr>
              <a:t>SSr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. Developer @ RMR Technology Solutions,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SSr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.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 Industry: Accounting Services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Blue Prism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Developer @ Ernst &amp; Young, ARG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Project Industry: Energy Services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Blue Prism</a:t>
            </a:r>
          </a:p>
        </p:txBody>
      </p:sp>
      <p:sp>
        <p:nvSpPr>
          <p:cNvPr id="68" name="Slide Number Placeholder 5">
            <a:extLst>
              <a:ext uri="{FF2B5EF4-FFF2-40B4-BE49-F238E27FC236}">
                <a16:creationId xmlns:a16="http://schemas.microsoft.com/office/drawing/2014/main" id="{40407413-FB81-C4CE-CBD5-376A257F75CC}"/>
              </a:ext>
            </a:extLst>
          </p:cNvPr>
          <p:cNvSpPr txBox="1">
            <a:spLocks/>
          </p:cNvSpPr>
          <p:nvPr/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>
            <a:norm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sz="800" b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2023 Accenture.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</a:t>
            </a:r>
          </a:p>
        </p:txBody>
      </p:sp>
      <p:pic>
        <p:nvPicPr>
          <p:cNvPr id="7" name="Picture 6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1A714845-DDEC-8D79-47BC-073A9C192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0" y="816711"/>
            <a:ext cx="1683919" cy="1413808"/>
          </a:xfrm>
          <a:prstGeom prst="rect">
            <a:avLst/>
          </a:prstGeom>
        </p:spPr>
      </p:pic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36AF120C-6132-46BA-798A-E78988F98A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427" y="1885313"/>
            <a:ext cx="558773" cy="558773"/>
          </a:xfrm>
          <a:prstGeom prst="rect">
            <a:avLst/>
          </a:prstGeom>
        </p:spPr>
      </p:pic>
      <p:pic>
        <p:nvPicPr>
          <p:cNvPr id="10" name="Picture 9" descr="A blue and white circle with white text&#10;&#10;Description automatically generated">
            <a:extLst>
              <a:ext uri="{FF2B5EF4-FFF2-40B4-BE49-F238E27FC236}">
                <a16:creationId xmlns:a16="http://schemas.microsoft.com/office/drawing/2014/main" id="{AFA6664C-619B-A841-5350-48165A8C24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862" y="1918250"/>
            <a:ext cx="510139" cy="516425"/>
          </a:xfrm>
          <a:prstGeom prst="rect">
            <a:avLst/>
          </a:prstGeom>
        </p:spPr>
      </p:pic>
      <p:pic>
        <p:nvPicPr>
          <p:cNvPr id="16" name="Picture 15" descr="A blue and white label with text&#10;&#10;Description automatically generated">
            <a:extLst>
              <a:ext uri="{FF2B5EF4-FFF2-40B4-BE49-F238E27FC236}">
                <a16:creationId xmlns:a16="http://schemas.microsoft.com/office/drawing/2014/main" id="{7C481079-2E2C-CF8A-A64B-3008B8EFE3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510" y="1918249"/>
            <a:ext cx="505490" cy="49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898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726D29E-E732-4116-A13A-04EA02F1A091}"/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289</Words>
  <Application>Microsoft Office PowerPoint</Application>
  <PresentationFormat>Widescreen</PresentationFormat>
  <Paragraphs>46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Calibri</vt:lpstr>
      <vt:lpstr>Calibri Light</vt:lpstr>
      <vt:lpstr>Graphik</vt:lpstr>
      <vt:lpstr>Graphik Black</vt:lpstr>
      <vt:lpstr>GT Sectra Fine Rg</vt:lpstr>
      <vt:lpstr>Söhne</vt:lpstr>
      <vt:lpstr>Office Theme</vt:lpstr>
      <vt:lpstr>ThemeACN2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Danibal, Sofia</dc:creator>
  <cp:lastModifiedBy>Lampert, Alan</cp:lastModifiedBy>
  <cp:revision>15</cp:revision>
  <dcterms:created xsi:type="dcterms:W3CDTF">2022-12-16T18:40:20Z</dcterms:created>
  <dcterms:modified xsi:type="dcterms:W3CDTF">2023-10-10T20:28:30Z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