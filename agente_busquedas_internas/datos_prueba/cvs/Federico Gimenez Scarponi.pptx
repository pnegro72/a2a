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2FE1DF-B8F0-DE83-9CDB-9BC1A4547432}" v="937" dt="2026-03-04T19:51:21.830"/>
    <p1510:client id="{2C028818-60E8-224B-FCEC-2F176496F6C0}" v="5" dt="2026-03-04T13:35:14.843"/>
    <p1510:client id="{9EA40AD2-E697-CE7F-0952-091E0CEF68FB}" v="175" dt="2026-03-04T20:00:17.999"/>
    <p1510:client id="{ACDD6E0B-8930-D905-157A-06E952EA57BD}" v="138" dt="2026-03-04T21:00:05.867"/>
    <p1510:client id="{C6E3951D-939C-6D8B-5D15-44215F061DE4}" v="2" dt="2026-03-04T21:19:16.239"/>
    <p1510:client id="{E47C9BF3-2E3E-A12B-9AA4-AF6E211A6BA6}" v="191" dt="2026-03-04T21:14:18.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6E3951D-939C-6D8B-5D15-44215F061DE4}"/>
    <pc:docChg chg="modSld">
      <pc:chgData name="" userId="" providerId="" clId="Web-{C6E3951D-939C-6D8B-5D15-44215F061DE4}" dt="2026-03-04T21:19:16.239" v="1" actId="20577"/>
      <pc:docMkLst>
        <pc:docMk/>
      </pc:docMkLst>
      <pc:sldChg chg="modSp">
        <pc:chgData name="" userId="" providerId="" clId="Web-{C6E3951D-939C-6D8B-5D15-44215F061DE4}" dt="2026-03-04T21:19:12.911" v="0" actId="20577"/>
        <pc:sldMkLst>
          <pc:docMk/>
          <pc:sldMk cId="521239612" sldId="2076136191"/>
        </pc:sldMkLst>
        <pc:spChg chg="mod">
          <ac:chgData name="" userId="" providerId="" clId="Web-{C6E3951D-939C-6D8B-5D15-44215F061DE4}" dt="2026-03-04T21:19:12.911" v="0" actId="20577"/>
          <ac:spMkLst>
            <pc:docMk/>
            <pc:sldMk cId="521239612" sldId="2076136191"/>
            <ac:spMk id="13" creationId="{8AB44894-8232-41D9-A194-2698685863BB}"/>
          </ac:spMkLst>
        </pc:spChg>
      </pc:sldChg>
      <pc:sldChg chg="modSp">
        <pc:chgData name="" userId="" providerId="" clId="Web-{C6E3951D-939C-6D8B-5D15-44215F061DE4}" dt="2026-03-04T21:19:16.239" v="1" actId="20577"/>
        <pc:sldMkLst>
          <pc:docMk/>
          <pc:sldMk cId="1964232725" sldId="2076136192"/>
        </pc:sldMkLst>
        <pc:spChg chg="mod">
          <ac:chgData name="" userId="" providerId="" clId="Web-{C6E3951D-939C-6D8B-5D15-44215F061DE4}" dt="2026-03-04T21:19:16.239" v="1" actId="20577"/>
          <ac:spMkLst>
            <pc:docMk/>
            <pc:sldMk cId="1964232725" sldId="2076136192"/>
            <ac:spMk id="13" creationId="{918D3A12-CB66-C1DB-2441-B99A824B9E7F}"/>
          </ac:spMkLst>
        </pc:spChg>
      </pc:sldChg>
    </pc:docChg>
  </pc:docChgLst>
  <pc:docChgLst>
    <pc:chgData name="Gimenez Scarponi, Federico" userId="S::f.gimenez.scarponi@accenture.com::93753149-5191-44a7-b1a8-4e60bec51098" providerId="AD" clId="Web-{E47C9BF3-2E3E-A12B-9AA4-AF6E211A6BA6}"/>
    <pc:docChg chg="modSld">
      <pc:chgData name="Gimenez Scarponi, Federico" userId="S::f.gimenez.scarponi@accenture.com::93753149-5191-44a7-b1a8-4e60bec51098" providerId="AD" clId="Web-{E47C9BF3-2E3E-A12B-9AA4-AF6E211A6BA6}" dt="2026-03-04T21:14:18.881" v="109" actId="20577"/>
      <pc:docMkLst>
        <pc:docMk/>
      </pc:docMkLst>
      <pc:sldChg chg="addSp delSp modSp">
        <pc:chgData name="Gimenez Scarponi, Federico" userId="S::f.gimenez.scarponi@accenture.com::93753149-5191-44a7-b1a8-4e60bec51098" providerId="AD" clId="Web-{E47C9BF3-2E3E-A12B-9AA4-AF6E211A6BA6}" dt="2026-03-04T21:14:18.881" v="109" actId="20577"/>
        <pc:sldMkLst>
          <pc:docMk/>
          <pc:sldMk cId="521239612" sldId="2076136191"/>
        </pc:sldMkLst>
        <pc:spChg chg="mod">
          <ac:chgData name="Gimenez Scarponi, Federico" userId="S::f.gimenez.scarponi@accenture.com::93753149-5191-44a7-b1a8-4e60bec51098" providerId="AD" clId="Web-{E47C9BF3-2E3E-A12B-9AA4-AF6E211A6BA6}" dt="2026-03-04T21:13:55.616" v="83" actId="14100"/>
          <ac:spMkLst>
            <pc:docMk/>
            <pc:sldMk cId="521239612" sldId="2076136191"/>
            <ac:spMk id="14" creationId="{AEC9E137-957C-3A35-467E-838DA660A245}"/>
          </ac:spMkLst>
        </pc:spChg>
        <pc:spChg chg="add">
          <ac:chgData name="Gimenez Scarponi, Federico" userId="S::f.gimenez.scarponi@accenture.com::93753149-5191-44a7-b1a8-4e60bec51098" providerId="AD" clId="Web-{E47C9BF3-2E3E-A12B-9AA4-AF6E211A6BA6}" dt="2026-03-04T21:13:47.740" v="81"/>
          <ac:spMkLst>
            <pc:docMk/>
            <pc:sldMk cId="521239612" sldId="2076136191"/>
            <ac:spMk id="18" creationId="{5CD0665F-B1AB-56E7-7ED5-8B838375C1F6}"/>
          </ac:spMkLst>
        </pc:spChg>
        <pc:spChg chg="add mod">
          <ac:chgData name="Gimenez Scarponi, Federico" userId="S::f.gimenez.scarponi@accenture.com::93753149-5191-44a7-b1a8-4e60bec51098" providerId="AD" clId="Web-{E47C9BF3-2E3E-A12B-9AA4-AF6E211A6BA6}" dt="2026-03-04T21:14:18.881" v="109" actId="20577"/>
          <ac:spMkLst>
            <pc:docMk/>
            <pc:sldMk cId="521239612" sldId="2076136191"/>
            <ac:spMk id="20" creationId="{0C444E7E-A36F-54F8-D646-5F8B90DC2616}"/>
          </ac:spMkLst>
        </pc:spChg>
        <pc:picChg chg="add">
          <ac:chgData name="Gimenez Scarponi, Federico" userId="S::f.gimenez.scarponi@accenture.com::93753149-5191-44a7-b1a8-4e60bec51098" providerId="AD" clId="Web-{E47C9BF3-2E3E-A12B-9AA4-AF6E211A6BA6}" dt="2026-03-04T21:13:47.678" v="80"/>
          <ac:picMkLst>
            <pc:docMk/>
            <pc:sldMk cId="521239612" sldId="2076136191"/>
            <ac:picMk id="15" creationId="{51FD09D4-677B-A0BF-E9CB-ECB5CB46A48E}"/>
          </ac:picMkLst>
        </pc:picChg>
        <pc:picChg chg="del mod">
          <ac:chgData name="Gimenez Scarponi, Federico" userId="S::f.gimenez.scarponi@accenture.com::93753149-5191-44a7-b1a8-4e60bec51098" providerId="AD" clId="Web-{E47C9BF3-2E3E-A12B-9AA4-AF6E211A6BA6}" dt="2026-03-04T21:13:46.428" v="79"/>
          <ac:picMkLst>
            <pc:docMk/>
            <pc:sldMk cId="521239612" sldId="2076136191"/>
            <ac:picMk id="17" creationId="{FCFCEC2C-802C-0579-DC67-09E3FB9049E2}"/>
          </ac:picMkLst>
        </pc:picChg>
      </pc:sldChg>
      <pc:sldChg chg="addSp delSp modSp">
        <pc:chgData name="Gimenez Scarponi, Federico" userId="S::f.gimenez.scarponi@accenture.com::93753149-5191-44a7-b1a8-4e60bec51098" providerId="AD" clId="Web-{E47C9BF3-2E3E-A12B-9AA4-AF6E211A6BA6}" dt="2026-03-04T21:13:37.819" v="78" actId="14100"/>
        <pc:sldMkLst>
          <pc:docMk/>
          <pc:sldMk cId="1964232725" sldId="2076136192"/>
        </pc:sldMkLst>
        <pc:spChg chg="mod">
          <ac:chgData name="Gimenez Scarponi, Federico" userId="S::f.gimenez.scarponi@accenture.com::93753149-5191-44a7-b1a8-4e60bec51098" providerId="AD" clId="Web-{E47C9BF3-2E3E-A12B-9AA4-AF6E211A6BA6}" dt="2026-03-04T21:13:37.819" v="78" actId="14100"/>
          <ac:spMkLst>
            <pc:docMk/>
            <pc:sldMk cId="1964232725" sldId="2076136192"/>
            <ac:spMk id="14" creationId="{6A056FD5-6D4B-F3E3-1DA1-83E820ECD01C}"/>
          </ac:spMkLst>
        </pc:spChg>
        <pc:spChg chg="add mod">
          <ac:chgData name="Gimenez Scarponi, Federico" userId="S::f.gimenez.scarponi@accenture.com::93753149-5191-44a7-b1a8-4e60bec51098" providerId="AD" clId="Web-{E47C9BF3-2E3E-A12B-9AA4-AF6E211A6BA6}" dt="2026-03-04T21:13:30.178" v="77" actId="20577"/>
          <ac:spMkLst>
            <pc:docMk/>
            <pc:sldMk cId="1964232725" sldId="2076136192"/>
            <ac:spMk id="16" creationId="{84DFE2DD-0F99-FA96-48ED-832D2E1E8E65}"/>
          </ac:spMkLst>
        </pc:spChg>
        <pc:spChg chg="add mod">
          <ac:chgData name="Gimenez Scarponi, Federico" userId="S::f.gimenez.scarponi@accenture.com::93753149-5191-44a7-b1a8-4e60bec51098" providerId="AD" clId="Web-{E47C9BF3-2E3E-A12B-9AA4-AF6E211A6BA6}" dt="2026-03-04T21:13:04.803" v="71" actId="20577"/>
          <ac:spMkLst>
            <pc:docMk/>
            <pc:sldMk cId="1964232725" sldId="2076136192"/>
            <ac:spMk id="18" creationId="{105BDD20-EA9B-7CB6-64BB-BAE71883EABD}"/>
          </ac:spMkLst>
        </pc:spChg>
        <pc:picChg chg="add mod">
          <ac:chgData name="Gimenez Scarponi, Federico" userId="S::f.gimenez.scarponi@accenture.com::93753149-5191-44a7-b1a8-4e60bec51098" providerId="AD" clId="Web-{E47C9BF3-2E3E-A12B-9AA4-AF6E211A6BA6}" dt="2026-03-04T21:13:06.662" v="72" actId="1076"/>
          <ac:picMkLst>
            <pc:docMk/>
            <pc:sldMk cId="1964232725" sldId="2076136192"/>
            <ac:picMk id="15" creationId="{7799219C-04CF-358C-0665-813A9B3AA204}"/>
          </ac:picMkLst>
        </pc:picChg>
        <pc:picChg chg="del mod">
          <ac:chgData name="Gimenez Scarponi, Federico" userId="S::f.gimenez.scarponi@accenture.com::93753149-5191-44a7-b1a8-4e60bec51098" providerId="AD" clId="Web-{E47C9BF3-2E3E-A12B-9AA4-AF6E211A6BA6}" dt="2026-03-04T21:11:41.053" v="8"/>
          <ac:picMkLst>
            <pc:docMk/>
            <pc:sldMk cId="1964232725" sldId="2076136192"/>
            <ac:picMk id="17" creationId="{38717525-BB3A-545E-9292-B404A9D19BA0}"/>
          </ac:picMkLst>
        </pc:picChg>
      </pc:sldChg>
    </pc:docChg>
  </pc:docChgLst>
  <pc:docChgLst>
    <pc:chgData name="Gimenez Scarponi, Federico" userId="S::f.gimenez.scarponi@accenture.com::93753149-5191-44a7-b1a8-4e60bec51098" providerId="AD" clId="Web-{ACDD6E0B-8930-D905-157A-06E952EA57BD}"/>
    <pc:docChg chg="addSld delSld modSld">
      <pc:chgData name="Gimenez Scarponi, Federico" userId="S::f.gimenez.scarponi@accenture.com::93753149-5191-44a7-b1a8-4e60bec51098" providerId="AD" clId="Web-{ACDD6E0B-8930-D905-157A-06E952EA57BD}" dt="2026-03-04T21:00:05.867" v="93" actId="20577"/>
      <pc:docMkLst>
        <pc:docMk/>
      </pc:docMkLst>
      <pc:sldChg chg="addSp delSp modSp">
        <pc:chgData name="Gimenez Scarponi, Federico" userId="S::f.gimenez.scarponi@accenture.com::93753149-5191-44a7-b1a8-4e60bec51098" providerId="AD" clId="Web-{ACDD6E0B-8930-D905-157A-06E952EA57BD}" dt="2026-03-04T21:00:05.867" v="93" actId="20577"/>
        <pc:sldMkLst>
          <pc:docMk/>
          <pc:sldMk cId="521239612" sldId="2076136191"/>
        </pc:sldMkLst>
        <pc:spChg chg="mod">
          <ac:chgData name="Gimenez Scarponi, Federico" userId="S::f.gimenez.scarponi@accenture.com::93753149-5191-44a7-b1a8-4e60bec51098" providerId="AD" clId="Web-{ACDD6E0B-8930-D905-157A-06E952EA57BD}" dt="2026-03-04T21:00:05.867" v="93" actId="20577"/>
          <ac:spMkLst>
            <pc:docMk/>
            <pc:sldMk cId="521239612" sldId="2076136191"/>
            <ac:spMk id="10" creationId="{C3265563-7E7C-4DBB-AF77-CDEA802FB0B2}"/>
          </ac:spMkLst>
        </pc:spChg>
        <pc:spChg chg="add del mod">
          <ac:chgData name="Gimenez Scarponi, Federico" userId="S::f.gimenez.scarponi@accenture.com::93753149-5191-44a7-b1a8-4e60bec51098" providerId="AD" clId="Web-{ACDD6E0B-8930-D905-157A-06E952EA57BD}" dt="2026-03-04T20:46:24.107" v="62" actId="20577"/>
          <ac:spMkLst>
            <pc:docMk/>
            <pc:sldMk cId="521239612" sldId="2076136191"/>
            <ac:spMk id="11" creationId="{1B95D3D0-EDF6-4D74-965C-4B25FEDFCCC5}"/>
          </ac:spMkLst>
        </pc:spChg>
        <pc:spChg chg="mod">
          <ac:chgData name="Gimenez Scarponi, Federico" userId="S::f.gimenez.scarponi@accenture.com::93753149-5191-44a7-b1a8-4e60bec51098" providerId="AD" clId="Web-{ACDD6E0B-8930-D905-157A-06E952EA57BD}" dt="2026-03-04T20:43:15.655" v="44" actId="14100"/>
          <ac:spMkLst>
            <pc:docMk/>
            <pc:sldMk cId="521239612" sldId="2076136191"/>
            <ac:spMk id="14" creationId="{AEC9E137-957C-3A35-467E-838DA660A245}"/>
          </ac:spMkLst>
        </pc:spChg>
        <pc:spChg chg="add del mod">
          <ac:chgData name="Gimenez Scarponi, Federico" userId="S::f.gimenez.scarponi@accenture.com::93753149-5191-44a7-b1a8-4e60bec51098" providerId="AD" clId="Web-{ACDD6E0B-8930-D905-157A-06E952EA57BD}" dt="2026-03-04T20:46:22.998" v="60"/>
          <ac:spMkLst>
            <pc:docMk/>
            <pc:sldMk cId="521239612" sldId="2076136191"/>
            <ac:spMk id="15" creationId="{B3F2A3F3-A06A-70E7-DF12-C60D2AB77FA9}"/>
          </ac:spMkLst>
        </pc:spChg>
        <pc:picChg chg="mod">
          <ac:chgData name="Gimenez Scarponi, Federico" userId="S::f.gimenez.scarponi@accenture.com::93753149-5191-44a7-b1a8-4e60bec51098" providerId="AD" clId="Web-{ACDD6E0B-8930-D905-157A-06E952EA57BD}" dt="2026-03-04T20:43:39.014" v="49" actId="1076"/>
          <ac:picMkLst>
            <pc:docMk/>
            <pc:sldMk cId="521239612" sldId="2076136191"/>
            <ac:picMk id="17" creationId="{FCFCEC2C-802C-0579-DC67-09E3FB9049E2}"/>
          </ac:picMkLst>
        </pc:picChg>
      </pc:sldChg>
      <pc:sldChg chg="modSp add del">
        <pc:chgData name="Gimenez Scarponi, Federico" userId="S::f.gimenez.scarponi@accenture.com::93753149-5191-44a7-b1a8-4e60bec51098" providerId="AD" clId="Web-{ACDD6E0B-8930-D905-157A-06E952EA57BD}" dt="2026-03-04T20:59:50.288" v="89"/>
        <pc:sldMkLst>
          <pc:docMk/>
          <pc:sldMk cId="1964232725" sldId="2076136192"/>
        </pc:sldMkLst>
        <pc:spChg chg="mod">
          <ac:chgData name="Gimenez Scarponi, Federico" userId="S::f.gimenez.scarponi@accenture.com::93753149-5191-44a7-b1a8-4e60bec51098" providerId="AD" clId="Web-{ACDD6E0B-8930-D905-157A-06E952EA57BD}" dt="2026-03-04T20:59:46.492" v="87" actId="20577"/>
          <ac:spMkLst>
            <pc:docMk/>
            <pc:sldMk cId="1964232725" sldId="2076136192"/>
            <ac:spMk id="10" creationId="{B1A6A4B4-C12B-0423-1835-F249DE7DF44A}"/>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3/4/2026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vert="horz" lIns="91440" tIns="45720" rIns="91440" bIns="45720" rtlCol="0" anchor="t">
            <a:normAutofit fontScale="92500" lnSpcReduction="20000"/>
          </a:bodyPr>
          <a:lstStyle/>
          <a:p>
            <a:r>
              <a:rPr lang="en-US">
                <a:latin typeface="Graphik"/>
              </a:rPr>
              <a:t>Federico Gimenez Scarponi </a:t>
            </a:r>
            <a:endParaRPr lang="en-US"/>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vert="horz" lIns="91440" tIns="45720" rIns="91440" bIns="45720" rtlCol="0" anchor="t">
            <a:normAutofit fontScale="77500" lnSpcReduction="20000"/>
          </a:bodyPr>
          <a:lstStyle/>
          <a:p>
            <a:r>
              <a:rPr lang="es-AR">
                <a:latin typeface="Graphik Black"/>
              </a:rPr>
              <a:t>AI/LLM </a:t>
            </a:r>
            <a:r>
              <a:rPr lang="es-AR" err="1">
                <a:latin typeface="Graphik Black"/>
              </a:rPr>
              <a:t>Technology</a:t>
            </a:r>
            <a:r>
              <a:rPr lang="es-AR">
                <a:latin typeface="Graphik Black"/>
              </a:rPr>
              <a:t> </a:t>
            </a:r>
            <a:r>
              <a:rPr lang="es-AR" err="1">
                <a:latin typeface="Graphik Black"/>
              </a:rPr>
              <a:t>Architecture</a:t>
            </a:r>
            <a:r>
              <a:rPr lang="es-AR">
                <a:latin typeface="Graphik Black"/>
              </a:rPr>
              <a:t> </a:t>
            </a:r>
            <a:r>
              <a:rPr lang="es-AR" err="1">
                <a:latin typeface="Graphik Black"/>
              </a:rPr>
              <a:t>Analyst</a:t>
            </a:r>
            <a:endParaRPr lang="en-US" err="1"/>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a:latin typeface="Graphik"/>
              </a:rPr>
              <a:t>f.gimenez.scarponi@accenture.com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a:latin typeface="Graphik"/>
              </a:rPr>
              <a:t>Córdoba, Córdoba,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lnSpcReduction="20000"/>
          </a:bodyPr>
          <a:lstStyle/>
          <a:p>
            <a:pPr marL="0" indent="0" algn="just">
              <a:lnSpc>
                <a:spcPct val="100000"/>
              </a:lnSpc>
              <a:spcBef>
                <a:spcPts val="300"/>
              </a:spcBef>
              <a:buNone/>
              <a:defRPr/>
            </a:pPr>
            <a:r>
              <a:rPr lang="en-US">
                <a:solidFill>
                  <a:prstClr val="black"/>
                </a:solidFill>
                <a:ea typeface="+mn-lt"/>
                <a:cs typeface="+mn-lt"/>
              </a:rPr>
              <a:t>Final-year Information Systems Engineering student at UTN-FRC, currently working as an AI/LLM Technology Architecture Analyst in AI/LLM-related initiatives and participating in an internal AI Academy.</a:t>
            </a:r>
            <a:endParaRPr lang="en-US">
              <a:solidFill>
                <a:prstClr val="black"/>
              </a:solidFill>
            </a:endParaRPr>
          </a:p>
          <a:p>
            <a:pPr marL="0" indent="0" algn="just">
              <a:lnSpc>
                <a:spcPct val="100000"/>
              </a:lnSpc>
              <a:spcBef>
                <a:spcPts val="300"/>
              </a:spcBef>
              <a:buNone/>
              <a:defRPr/>
            </a:pPr>
            <a:r>
              <a:rPr lang="en-US">
                <a:solidFill>
                  <a:prstClr val="black"/>
                </a:solidFill>
                <a:ea typeface="+mn-lt"/>
                <a:cs typeface="+mn-lt"/>
              </a:rPr>
              <a:t>Previous experience as a Big Data Engineer, with a strong background in data engineering, software development, and cloud-based solutions using Python, Apache Spark, Java, Scala, C# .NET, SQL, and cloud platforms such as Google Cloud and AWS.</a:t>
            </a:r>
          </a:p>
          <a:p>
            <a:pPr marL="0" indent="0" algn="just">
              <a:lnSpc>
                <a:spcPct val="100000"/>
              </a:lnSpc>
              <a:spcBef>
                <a:spcPts val="300"/>
              </a:spcBef>
              <a:buNone/>
              <a:defRPr/>
            </a:pPr>
            <a:r>
              <a:rPr lang="en-US">
                <a:solidFill>
                  <a:prstClr val="black"/>
                </a:solidFill>
                <a:ea typeface="+mn-lt"/>
                <a:cs typeface="+mn-lt"/>
              </a:rPr>
              <a:t>Focused on generative AI, LLM-based solution design, and the application of intelligent systems to real business problems, combining technical depth with a solid academic foundation in systems engineering.</a:t>
            </a:r>
            <a:endParaRPr lang="en-US">
              <a:solidFill>
                <a:prstClr val="black"/>
              </a:solidFill>
            </a:endParaRPr>
          </a:p>
          <a:p>
            <a:pPr marL="0" indent="0" algn="just">
              <a:lnSpc>
                <a:spcPct val="100000"/>
              </a:lnSpc>
              <a:spcBef>
                <a:spcPts val="300"/>
              </a:spcBef>
              <a:buNone/>
              <a:defRPr/>
            </a:pPr>
            <a:r>
              <a:rPr lang="en-US">
                <a:solidFill>
                  <a:prstClr val="black"/>
                </a:solidFill>
              </a:rPr>
              <a:t>Native </a:t>
            </a:r>
            <a:r>
              <a:rPr lang="en-US" b="1">
                <a:solidFill>
                  <a:prstClr val="black"/>
                </a:solidFill>
              </a:rPr>
              <a:t>Spanish</a:t>
            </a:r>
            <a:r>
              <a:rPr lang="en-US">
                <a:solidFill>
                  <a:prstClr val="black"/>
                </a:solidFill>
              </a:rPr>
              <a:t> speaker, proficient in </a:t>
            </a:r>
            <a:r>
              <a:rPr lang="en-US" b="1">
                <a:solidFill>
                  <a:prstClr val="black"/>
                </a:solidFill>
              </a:rPr>
              <a:t>English </a:t>
            </a:r>
            <a:r>
              <a:rPr lang="en-US">
                <a:solidFill>
                  <a:prstClr val="black"/>
                </a:solidFill>
              </a:rPr>
              <a:t>and basic knowledge of </a:t>
            </a:r>
            <a:r>
              <a:rPr lang="en-US" b="1">
                <a:solidFill>
                  <a:prstClr val="black"/>
                </a:solidFill>
              </a:rPr>
              <a:t>Portuguese</a:t>
            </a:r>
            <a:endParaRPr lang="en-US">
              <a:solidFill>
                <a:prstClr val="black"/>
              </a:solidFill>
              <a:ea typeface="Calibri"/>
              <a:cs typeface="Calibri"/>
            </a:endParaRP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92511" y="2741547"/>
            <a:ext cx="2239543"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Generative AI/LLM-based Solutions</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Data Engineering and Data Processing</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Cloud Architecture and Integration</a:t>
            </a:r>
            <a:endParaRPr lang="en-US" sz="900">
              <a:solidFill>
                <a:prstClr val="black"/>
              </a:solidFill>
              <a:ea typeface="Calibri"/>
              <a:cs typeface="Arial"/>
            </a:endParaRP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Software Development and Process Automation</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Python, Java, Scala, C#, Spark, SQL, PHP </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Cloud (GCP C, AWS)</a:t>
            </a:r>
            <a:endParaRPr lang="en-US" sz="900">
              <a:solidFill>
                <a:prstClr val="black"/>
              </a:solidFill>
              <a:ea typeface="Calibri"/>
              <a:cs typeface="Arial"/>
            </a:endParaRPr>
          </a:p>
          <a:p>
            <a:pPr marL="0" lvl="0" indent="0">
              <a:lnSpc>
                <a:spcPct val="100000"/>
              </a:lnSpc>
              <a:spcBef>
                <a:spcPts val="450"/>
              </a:spcBef>
              <a:buNone/>
              <a:tabLst>
                <a:tab pos="133270" algn="l"/>
              </a:tabLst>
              <a:defRPr/>
            </a:pPr>
            <a:endParaRPr lang="en-US" altLang="en-US" sz="80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marL="0" indent="0" defTabSz="912813">
              <a:lnSpc>
                <a:spcPct val="100000"/>
              </a:lnSpc>
              <a:spcBef>
                <a:spcPts val="0"/>
              </a:spcBef>
              <a:buNone/>
              <a:tabLst>
                <a:tab pos="917575" algn="l"/>
              </a:tabLst>
              <a:defRPr/>
            </a:pPr>
            <a:r>
              <a:rPr lang="es-AR" sz="1050">
                <a:solidFill>
                  <a:prstClr val="black"/>
                </a:solidFill>
              </a:rPr>
              <a:t>ACCENTURE – AI/LLM </a:t>
            </a:r>
            <a:r>
              <a:rPr lang="es-AR" sz="1050" err="1">
                <a:solidFill>
                  <a:prstClr val="black"/>
                </a:solidFill>
              </a:rPr>
              <a:t>Technology</a:t>
            </a:r>
            <a:r>
              <a:rPr lang="es-AR" sz="1050">
                <a:solidFill>
                  <a:prstClr val="black"/>
                </a:solidFill>
              </a:rPr>
              <a:t> </a:t>
            </a:r>
            <a:r>
              <a:rPr lang="es-AR" sz="1050" err="1">
                <a:solidFill>
                  <a:prstClr val="black"/>
                </a:solidFill>
              </a:rPr>
              <a:t>Architecture</a:t>
            </a:r>
            <a:r>
              <a:rPr lang="es-AR" sz="1050">
                <a:solidFill>
                  <a:prstClr val="black"/>
                </a:solidFill>
              </a:rPr>
              <a:t> </a:t>
            </a:r>
            <a:r>
              <a:rPr lang="es-AR" sz="1050" err="1">
                <a:solidFill>
                  <a:prstClr val="black"/>
                </a:solidFill>
              </a:rPr>
              <a:t>Analyst</a:t>
            </a:r>
            <a:endParaRPr lang="es-AR" sz="1050">
              <a:solidFill>
                <a:prstClr val="black"/>
              </a:solidFill>
              <a:ea typeface="Calibri"/>
              <a:cs typeface="Calibri"/>
            </a:endParaRPr>
          </a:p>
          <a:p>
            <a:pPr marL="0" lvl="0" indent="0" defTabSz="912813">
              <a:lnSpc>
                <a:spcPct val="100000"/>
              </a:lnSpc>
              <a:spcBef>
                <a:spcPts val="0"/>
              </a:spcBef>
              <a:buNone/>
              <a:tabLst>
                <a:tab pos="917575" algn="l"/>
              </a:tabLst>
              <a:defRPr/>
            </a:pPr>
            <a:endParaRPr lang="en-US" sz="1050">
              <a:solidFill>
                <a:prstClr val="black"/>
              </a:solidFill>
              <a:ea typeface="Calibri"/>
              <a:cs typeface="Calibri"/>
            </a:endParaRPr>
          </a:p>
          <a:p>
            <a:pPr defTabSz="912813">
              <a:lnSpc>
                <a:spcPct val="100000"/>
              </a:lnSpc>
              <a:spcBef>
                <a:spcPts val="0"/>
              </a:spcBef>
              <a:tabLst>
                <a:tab pos="917575" algn="l"/>
              </a:tabLst>
              <a:defRPr/>
            </a:pPr>
            <a:r>
              <a:rPr lang="en-US" sz="1050" b="0">
                <a:solidFill>
                  <a:prstClr val="black"/>
                </a:solidFill>
                <a:ea typeface="+mn-lt"/>
                <a:cs typeface="+mn-lt"/>
              </a:rPr>
              <a:t>Currently working on AI and LLM-related initiatives, participating in an internal AI Academy focused on Agentic AI, Knowledge Graphs for RAG, </a:t>
            </a:r>
            <a:r>
              <a:rPr lang="en-US" sz="1050" b="0" err="1">
                <a:solidFill>
                  <a:prstClr val="black"/>
                </a:solidFill>
                <a:ea typeface="+mn-lt"/>
                <a:cs typeface="+mn-lt"/>
              </a:rPr>
              <a:t>LangGraph</a:t>
            </a:r>
            <a:r>
              <a:rPr lang="en-US" sz="1050" b="0">
                <a:solidFill>
                  <a:prstClr val="black"/>
                </a:solidFill>
                <a:ea typeface="+mn-lt"/>
                <a:cs typeface="+mn-lt"/>
              </a:rPr>
              <a:t> agents, A2A protocol, Anthropic agents' skills, Snowflake data agents, and advanced agentic AI techniques.</a:t>
            </a:r>
          </a:p>
          <a:p>
            <a:pPr marL="0" indent="0" defTabSz="912813">
              <a:lnSpc>
                <a:spcPct val="100000"/>
              </a:lnSpc>
              <a:spcBef>
                <a:spcPts val="0"/>
              </a:spcBef>
              <a:buNone/>
              <a:tabLst>
                <a:tab pos="917575" algn="l"/>
              </a:tabLst>
              <a:defRPr/>
            </a:pPr>
            <a:endParaRPr lang="es-AR" sz="1050">
              <a:solidFill>
                <a:prstClr val="black"/>
              </a:solidFill>
              <a:ea typeface="Calibri"/>
              <a:cs typeface="Calibri"/>
            </a:endParaRPr>
          </a:p>
          <a:p>
            <a:pPr marL="0" indent="0" defTabSz="912813">
              <a:lnSpc>
                <a:spcPct val="100000"/>
              </a:lnSpc>
              <a:spcBef>
                <a:spcPts val="0"/>
              </a:spcBef>
              <a:buNone/>
              <a:tabLst>
                <a:tab pos="917575" algn="l"/>
              </a:tabLst>
              <a:defRPr/>
            </a:pPr>
            <a:r>
              <a:rPr lang="es-AR" sz="1050">
                <a:solidFill>
                  <a:prstClr val="black"/>
                </a:solidFill>
                <a:ea typeface="Calibri"/>
                <a:cs typeface="Calibri"/>
              </a:rPr>
              <a:t>GRID DYNAMICS – Big Data </a:t>
            </a:r>
            <a:r>
              <a:rPr lang="es-AR" sz="1050" err="1">
                <a:solidFill>
                  <a:prstClr val="black"/>
                </a:solidFill>
                <a:ea typeface="Calibri"/>
                <a:cs typeface="Calibri"/>
              </a:rPr>
              <a:t>Engineer</a:t>
            </a:r>
            <a:endParaRPr lang="es-AR" sz="1050">
              <a:solidFill>
                <a:prstClr val="black"/>
              </a:solidFill>
              <a:ea typeface="Calibri"/>
              <a:cs typeface="Calibri"/>
            </a:endParaRPr>
          </a:p>
          <a:p>
            <a:pPr marL="0" lvl="0" indent="0" defTabSz="912813">
              <a:lnSpc>
                <a:spcPct val="100000"/>
              </a:lnSpc>
              <a:spcBef>
                <a:spcPts val="0"/>
              </a:spcBef>
              <a:buNone/>
              <a:tabLst>
                <a:tab pos="917575" algn="l"/>
              </a:tabLst>
              <a:defRPr/>
            </a:pPr>
            <a:endParaRPr lang="en-US" sz="1050">
              <a:solidFill>
                <a:prstClr val="black"/>
              </a:solidFill>
              <a:ea typeface="Calibri"/>
              <a:cs typeface="Calibri"/>
            </a:endParaRPr>
          </a:p>
          <a:p>
            <a:pPr defTabSz="912813">
              <a:lnSpc>
                <a:spcPct val="100000"/>
              </a:lnSpc>
              <a:spcBef>
                <a:spcPts val="0"/>
              </a:spcBef>
              <a:tabLst>
                <a:tab pos="917575" algn="l"/>
              </a:tabLst>
              <a:defRPr/>
            </a:pPr>
            <a:r>
              <a:rPr lang="en-US" sz="1050" b="0">
                <a:solidFill>
                  <a:prstClr val="black"/>
                </a:solidFill>
                <a:ea typeface="+mn-lt"/>
                <a:cs typeface="+mn-lt"/>
              </a:rPr>
              <a:t>Contributed to IoT interoperability and data-focused initiatives by building scalable data pipelines, standardizing structured logs and telemetry, and enabling failure and regression analysis through curated datasets and reporting. Worked with Python, Java, Scala, Apache Spark, Airflow, Beam, and Google Cloud services including Dataflow, </a:t>
            </a:r>
            <a:r>
              <a:rPr lang="en-US" sz="1050" b="0" err="1">
                <a:solidFill>
                  <a:prstClr val="black"/>
                </a:solidFill>
                <a:ea typeface="+mn-lt"/>
                <a:cs typeface="+mn-lt"/>
              </a:rPr>
              <a:t>BigQuery</a:t>
            </a:r>
            <a:r>
              <a:rPr lang="en-US" sz="1050" b="0">
                <a:solidFill>
                  <a:prstClr val="black"/>
                </a:solidFill>
                <a:ea typeface="+mn-lt"/>
                <a:cs typeface="+mn-lt"/>
              </a:rPr>
              <a:t>, GCS, </a:t>
            </a:r>
            <a:r>
              <a:rPr lang="en-US" sz="1050" b="0" err="1">
                <a:solidFill>
                  <a:prstClr val="black"/>
                </a:solidFill>
                <a:ea typeface="+mn-lt"/>
                <a:cs typeface="+mn-lt"/>
              </a:rPr>
              <a:t>Dataproc</a:t>
            </a:r>
            <a:r>
              <a:rPr lang="en-US" sz="1050" b="0">
                <a:solidFill>
                  <a:prstClr val="black"/>
                </a:solidFill>
                <a:ea typeface="+mn-lt"/>
                <a:cs typeface="+mn-lt"/>
              </a:rPr>
              <a:t>, Bigtable, </a:t>
            </a:r>
            <a:r>
              <a:rPr lang="en-US" sz="1050" b="0" err="1">
                <a:solidFill>
                  <a:prstClr val="black"/>
                </a:solidFill>
                <a:ea typeface="+mn-lt"/>
                <a:cs typeface="+mn-lt"/>
              </a:rPr>
              <a:t>Firestore</a:t>
            </a:r>
            <a:r>
              <a:rPr lang="en-US" sz="1050" b="0">
                <a:solidFill>
                  <a:prstClr val="black"/>
                </a:solidFill>
                <a:ea typeface="+mn-lt"/>
                <a:cs typeface="+mn-lt"/>
              </a:rPr>
              <a:t>, Cloud Composer, Vertex AI, and </a:t>
            </a:r>
            <a:r>
              <a:rPr lang="en-US" sz="1050" b="0" err="1">
                <a:solidFill>
                  <a:prstClr val="black"/>
                </a:solidFill>
                <a:ea typeface="+mn-lt"/>
                <a:cs typeface="+mn-lt"/>
              </a:rPr>
              <a:t>AutoML</a:t>
            </a:r>
            <a:r>
              <a:rPr lang="en-US" sz="1050" b="0">
                <a:solidFill>
                  <a:prstClr val="black"/>
                </a:solidFill>
                <a:ea typeface="+mn-lt"/>
                <a:cs typeface="+mn-lt"/>
              </a:rPr>
              <a:t>.</a:t>
            </a:r>
            <a:endParaRPr lang="en-US" sz="1050">
              <a:solidFill>
                <a:prstClr val="black"/>
              </a:solidFill>
              <a:ea typeface="Calibri"/>
              <a:cs typeface="Calibri"/>
            </a:endParaRPr>
          </a:p>
          <a:p>
            <a:pPr defTabSz="912813">
              <a:lnSpc>
                <a:spcPct val="100000"/>
              </a:lnSpc>
              <a:spcBef>
                <a:spcPts val="0"/>
              </a:spcBef>
              <a:buFontTx/>
              <a:buChar char="-"/>
              <a:tabLst>
                <a:tab pos="917575" algn="l"/>
              </a:tabLst>
              <a:defRPr/>
            </a:pPr>
            <a:endParaRPr lang="en-US" sz="1050">
              <a:solidFill>
                <a:prstClr val="black"/>
              </a:solidFill>
              <a:ea typeface="Calibri"/>
              <a:cs typeface="Calibri"/>
            </a:endParaRPr>
          </a:p>
          <a:p>
            <a:pPr marL="0" indent="0" defTabSz="912813">
              <a:lnSpc>
                <a:spcPct val="100000"/>
              </a:lnSpc>
              <a:spcBef>
                <a:spcPts val="0"/>
              </a:spcBef>
              <a:buNone/>
              <a:tabLst>
                <a:tab pos="917575" algn="l"/>
              </a:tabLst>
              <a:defRPr/>
            </a:pPr>
            <a:r>
              <a:rPr lang="en-US" sz="1050">
                <a:solidFill>
                  <a:prstClr val="black"/>
                </a:solidFill>
                <a:ea typeface="Calibri"/>
                <a:cs typeface="Calibri"/>
              </a:rPr>
              <a:t>IGNIS SOLUTIONS – Software Developer</a:t>
            </a:r>
          </a:p>
          <a:p>
            <a:pPr marL="0" lvl="0" indent="0" defTabSz="912813">
              <a:lnSpc>
                <a:spcPct val="100000"/>
              </a:lnSpc>
              <a:spcBef>
                <a:spcPts val="0"/>
              </a:spcBef>
              <a:buNone/>
              <a:tabLst>
                <a:tab pos="917575" algn="l"/>
              </a:tabLst>
              <a:defRPr/>
            </a:pPr>
            <a:endParaRPr lang="en-US" sz="1050">
              <a:solidFill>
                <a:prstClr val="black"/>
              </a:solidFill>
              <a:ea typeface="Calibri"/>
              <a:cs typeface="Calibri"/>
            </a:endParaRPr>
          </a:p>
          <a:p>
            <a:pPr defTabSz="912813">
              <a:lnSpc>
                <a:spcPct val="100000"/>
              </a:lnSpc>
              <a:spcBef>
                <a:spcPts val="0"/>
              </a:spcBef>
              <a:tabLst>
                <a:tab pos="917575" algn="l"/>
              </a:tabLst>
              <a:defRPr/>
            </a:pPr>
            <a:r>
              <a:rPr lang="en-US" sz="1050" b="0">
                <a:solidFill>
                  <a:prstClr val="black"/>
                </a:solidFill>
                <a:ea typeface="+mn-lt"/>
                <a:cs typeface="+mn-lt"/>
              </a:rPr>
              <a:t>Developed enterprise software solutions for multiple clients using C#/.NET, PHP/Symfony, Angular, MySQL, and SQL Server, while also integrating AI-driven features into business processes. Delivered OCR and GPT-based invoice processing, supplier file automation, invoice-to-purchase-order matching, and backend services for online bidding platforms, with additional exposure to AWS-based deployments and OpenAI integrations.</a:t>
            </a:r>
            <a:endParaRPr lang="it-IT" sz="1050" b="0">
              <a:solidFill>
                <a:prstClr val="black"/>
              </a:solidFill>
              <a:ea typeface="+mn-lt"/>
              <a:cs typeface="+mn-lt"/>
            </a:endParaRPr>
          </a:p>
          <a:p>
            <a:pPr defTabSz="912813">
              <a:lnSpc>
                <a:spcPct val="100000"/>
              </a:lnSpc>
              <a:spcBef>
                <a:spcPts val="0"/>
              </a:spcBef>
              <a:tabLst>
                <a:tab pos="917575" algn="l"/>
              </a:tabLst>
              <a:defRPr/>
            </a:pPr>
            <a:endParaRPr lang="it-IT" sz="1400" b="0">
              <a:solidFill>
                <a:prstClr val="black"/>
              </a:solidFill>
              <a:ea typeface="Calibri"/>
              <a:cs typeface="Calibri"/>
            </a:endParaRPr>
          </a:p>
          <a:p>
            <a:pPr marL="0" indent="0" defTabSz="912813">
              <a:lnSpc>
                <a:spcPct val="100000"/>
              </a:lnSpc>
              <a:spcBef>
                <a:spcPts val="0"/>
              </a:spcBef>
              <a:buNone/>
              <a:tabLst>
                <a:tab pos="917575" algn="l"/>
              </a:tabLst>
              <a:defRPr/>
            </a:pPr>
            <a:r>
              <a:rPr lang="it-IT" sz="1050">
                <a:solidFill>
                  <a:prstClr val="black"/>
                </a:solidFill>
                <a:ea typeface="Calibri"/>
                <a:cs typeface="Calibri"/>
              </a:rPr>
              <a:t>UNIVERSIDAD TECNOLÓGICA NACIONAL – </a:t>
            </a:r>
            <a:r>
              <a:rPr lang="it-IT" sz="1050" err="1">
                <a:solidFill>
                  <a:prstClr val="black"/>
                </a:solidFill>
                <a:ea typeface="Calibri"/>
                <a:cs typeface="Calibri"/>
              </a:rPr>
              <a:t>Teaching</a:t>
            </a:r>
            <a:r>
              <a:rPr lang="it-IT" sz="1050">
                <a:solidFill>
                  <a:prstClr val="black"/>
                </a:solidFill>
                <a:ea typeface="Calibri"/>
                <a:cs typeface="Calibri"/>
              </a:rPr>
              <a:t> Assistant</a:t>
            </a:r>
          </a:p>
          <a:p>
            <a:pPr marL="0" indent="0" defTabSz="912813">
              <a:lnSpc>
                <a:spcPct val="100000"/>
              </a:lnSpc>
              <a:spcBef>
                <a:spcPts val="0"/>
              </a:spcBef>
              <a:buNone/>
              <a:tabLst>
                <a:tab pos="917575" algn="l"/>
              </a:tabLst>
              <a:defRPr/>
            </a:pPr>
            <a:endParaRPr lang="it-IT" sz="1050">
              <a:solidFill>
                <a:prstClr val="black"/>
              </a:solidFill>
              <a:ea typeface="Calibri"/>
              <a:cs typeface="Calibri"/>
            </a:endParaRPr>
          </a:p>
          <a:p>
            <a:pPr defTabSz="912813">
              <a:lnSpc>
                <a:spcPct val="100000"/>
              </a:lnSpc>
              <a:spcBef>
                <a:spcPts val="0"/>
              </a:spcBef>
              <a:tabLst>
                <a:tab pos="917575" algn="l"/>
              </a:tabLst>
              <a:defRPr/>
            </a:pPr>
            <a:r>
              <a:rPr lang="it-IT" sz="1050" b="0" err="1">
                <a:solidFill>
                  <a:prstClr val="black"/>
                </a:solidFill>
                <a:ea typeface="+mn-lt"/>
                <a:cs typeface="+mn-lt"/>
              </a:rPr>
              <a:t>Supported</a:t>
            </a:r>
            <a:r>
              <a:rPr lang="it-IT" sz="1050" b="0">
                <a:solidFill>
                  <a:prstClr val="black"/>
                </a:solidFill>
                <a:ea typeface="+mn-lt"/>
                <a:cs typeface="+mn-lt"/>
              </a:rPr>
              <a:t> the '</a:t>
            </a:r>
            <a:r>
              <a:rPr lang="it-IT" sz="1050" b="0" err="1">
                <a:solidFill>
                  <a:prstClr val="black"/>
                </a:solidFill>
                <a:ea typeface="+mn-lt"/>
                <a:cs typeface="+mn-lt"/>
              </a:rPr>
              <a:t>Logic</a:t>
            </a:r>
            <a:r>
              <a:rPr lang="it-IT" sz="1050" b="0">
                <a:solidFill>
                  <a:prstClr val="black"/>
                </a:solidFill>
                <a:ea typeface="+mn-lt"/>
                <a:cs typeface="+mn-lt"/>
              </a:rPr>
              <a:t> &amp; Data </a:t>
            </a:r>
            <a:r>
              <a:rPr lang="it-IT" sz="1050" b="0" err="1">
                <a:solidFill>
                  <a:prstClr val="black"/>
                </a:solidFill>
                <a:ea typeface="+mn-lt"/>
                <a:cs typeface="+mn-lt"/>
              </a:rPr>
              <a:t>Structures</a:t>
            </a:r>
            <a:r>
              <a:rPr lang="it-IT" sz="1050" b="0">
                <a:solidFill>
                  <a:prstClr val="black"/>
                </a:solidFill>
                <a:ea typeface="+mn-lt"/>
                <a:cs typeface="+mn-lt"/>
              </a:rPr>
              <a:t>' </a:t>
            </a:r>
            <a:r>
              <a:rPr lang="it-IT" sz="1050" b="0" err="1">
                <a:solidFill>
                  <a:prstClr val="black"/>
                </a:solidFill>
                <a:ea typeface="+mn-lt"/>
                <a:cs typeface="+mn-lt"/>
              </a:rPr>
              <a:t>course</a:t>
            </a:r>
            <a:r>
              <a:rPr lang="it-IT" sz="1050" b="0">
                <a:solidFill>
                  <a:prstClr val="black"/>
                </a:solidFill>
                <a:ea typeface="+mn-lt"/>
                <a:cs typeface="+mn-lt"/>
              </a:rPr>
              <a:t> by </a:t>
            </a:r>
            <a:r>
              <a:rPr lang="it-IT" sz="1050" b="0" err="1">
                <a:solidFill>
                  <a:prstClr val="black"/>
                </a:solidFill>
                <a:ea typeface="+mn-lt"/>
                <a:cs typeface="+mn-lt"/>
              </a:rPr>
              <a:t>assisting</a:t>
            </a:r>
            <a:r>
              <a:rPr lang="it-IT" sz="1050" b="0">
                <a:solidFill>
                  <a:prstClr val="black"/>
                </a:solidFill>
                <a:ea typeface="+mn-lt"/>
                <a:cs typeface="+mn-lt"/>
              </a:rPr>
              <a:t> with classes, </a:t>
            </a:r>
            <a:r>
              <a:rPr lang="it-IT" sz="1050" b="0" err="1">
                <a:solidFill>
                  <a:prstClr val="black"/>
                </a:solidFill>
                <a:ea typeface="+mn-lt"/>
                <a:cs typeface="+mn-lt"/>
              </a:rPr>
              <a:t>assessments</a:t>
            </a:r>
            <a:r>
              <a:rPr lang="it-IT" sz="1050" b="0">
                <a:solidFill>
                  <a:prstClr val="black"/>
                </a:solidFill>
                <a:ea typeface="+mn-lt"/>
                <a:cs typeface="+mn-lt"/>
              </a:rPr>
              <a:t>, and </a:t>
            </a:r>
            <a:r>
              <a:rPr lang="it-IT" sz="1050" b="0" err="1">
                <a:solidFill>
                  <a:prstClr val="black"/>
                </a:solidFill>
                <a:ea typeface="+mn-lt"/>
                <a:cs typeface="+mn-lt"/>
              </a:rPr>
              <a:t>student</a:t>
            </a:r>
            <a:r>
              <a:rPr lang="it-IT" sz="1050" b="0">
                <a:solidFill>
                  <a:prstClr val="black"/>
                </a:solidFill>
                <a:ea typeface="+mn-lt"/>
                <a:cs typeface="+mn-lt"/>
              </a:rPr>
              <a:t> </a:t>
            </a:r>
            <a:r>
              <a:rPr lang="it-IT" sz="1050" b="0" err="1">
                <a:solidFill>
                  <a:prstClr val="black"/>
                </a:solidFill>
                <a:ea typeface="+mn-lt"/>
                <a:cs typeface="+mn-lt"/>
              </a:rPr>
              <a:t>guidance</a:t>
            </a:r>
            <a:r>
              <a:rPr lang="it-IT" sz="1050" b="0">
                <a:solidFill>
                  <a:prstClr val="black"/>
                </a:solidFill>
                <a:ea typeface="+mn-lt"/>
                <a:cs typeface="+mn-lt"/>
              </a:rPr>
              <a:t>, </a:t>
            </a:r>
            <a:r>
              <a:rPr lang="it-IT" sz="1050" b="0" err="1">
                <a:solidFill>
                  <a:prstClr val="black"/>
                </a:solidFill>
                <a:ea typeface="+mn-lt"/>
                <a:cs typeface="+mn-lt"/>
              </a:rPr>
              <a:t>while</a:t>
            </a:r>
            <a:r>
              <a:rPr lang="it-IT" sz="1050" b="0">
                <a:solidFill>
                  <a:prstClr val="black"/>
                </a:solidFill>
                <a:ea typeface="+mn-lt"/>
                <a:cs typeface="+mn-lt"/>
              </a:rPr>
              <a:t> </a:t>
            </a:r>
            <a:r>
              <a:rPr lang="it-IT" sz="1050" b="0" err="1">
                <a:solidFill>
                  <a:prstClr val="black"/>
                </a:solidFill>
                <a:ea typeface="+mn-lt"/>
                <a:cs typeface="+mn-lt"/>
              </a:rPr>
              <a:t>also</a:t>
            </a:r>
            <a:r>
              <a:rPr lang="it-IT" sz="1050" b="0">
                <a:solidFill>
                  <a:prstClr val="black"/>
                </a:solidFill>
                <a:ea typeface="+mn-lt"/>
                <a:cs typeface="+mn-lt"/>
              </a:rPr>
              <a:t> </a:t>
            </a:r>
            <a:r>
              <a:rPr lang="it-IT" sz="1050" b="0" err="1">
                <a:solidFill>
                  <a:prstClr val="black"/>
                </a:solidFill>
                <a:ea typeface="+mn-lt"/>
                <a:cs typeface="+mn-lt"/>
              </a:rPr>
              <a:t>preparing</a:t>
            </a:r>
            <a:r>
              <a:rPr lang="it-IT" sz="1050" b="0">
                <a:solidFill>
                  <a:prstClr val="black"/>
                </a:solidFill>
                <a:ea typeface="+mn-lt"/>
                <a:cs typeface="+mn-lt"/>
              </a:rPr>
              <a:t> and </a:t>
            </a:r>
            <a:r>
              <a:rPr lang="it-IT" sz="1050" b="0" err="1">
                <a:solidFill>
                  <a:prstClr val="black"/>
                </a:solidFill>
                <a:ea typeface="+mn-lt"/>
                <a:cs typeface="+mn-lt"/>
              </a:rPr>
              <a:t>updating</a:t>
            </a:r>
            <a:r>
              <a:rPr lang="it-IT" sz="1050" b="0">
                <a:solidFill>
                  <a:prstClr val="black"/>
                </a:solidFill>
                <a:ea typeface="+mn-lt"/>
                <a:cs typeface="+mn-lt"/>
              </a:rPr>
              <a:t> </a:t>
            </a:r>
            <a:r>
              <a:rPr lang="it-IT" sz="1050" b="0" err="1">
                <a:solidFill>
                  <a:prstClr val="black"/>
                </a:solidFill>
                <a:ea typeface="+mn-lt"/>
                <a:cs typeface="+mn-lt"/>
              </a:rPr>
              <a:t>teaching</a:t>
            </a:r>
            <a:r>
              <a:rPr lang="it-IT" sz="1050" b="0">
                <a:solidFill>
                  <a:prstClr val="black"/>
                </a:solidFill>
                <a:ea typeface="+mn-lt"/>
                <a:cs typeface="+mn-lt"/>
              </a:rPr>
              <a:t> </a:t>
            </a:r>
            <a:r>
              <a:rPr lang="it-IT" sz="1050" b="0" err="1">
                <a:solidFill>
                  <a:prstClr val="black"/>
                </a:solidFill>
                <a:ea typeface="+mn-lt"/>
                <a:cs typeface="+mn-lt"/>
              </a:rPr>
              <a:t>materials</a:t>
            </a:r>
            <a:r>
              <a:rPr lang="it-IT" sz="1050" b="0">
                <a:solidFill>
                  <a:prstClr val="black"/>
                </a:solidFill>
                <a:ea typeface="+mn-lt"/>
                <a:cs typeface="+mn-lt"/>
              </a:rPr>
              <a:t> in </a:t>
            </a:r>
            <a:r>
              <a:rPr lang="it-IT" sz="1050" b="0" err="1">
                <a:solidFill>
                  <a:prstClr val="black"/>
                </a:solidFill>
                <a:ea typeface="+mn-lt"/>
                <a:cs typeface="+mn-lt"/>
              </a:rPr>
              <a:t>coordination</a:t>
            </a:r>
            <a:r>
              <a:rPr lang="it-IT" sz="1050" b="0">
                <a:solidFill>
                  <a:prstClr val="black"/>
                </a:solidFill>
                <a:ea typeface="+mn-lt"/>
                <a:cs typeface="+mn-lt"/>
              </a:rPr>
              <a:t> with the </a:t>
            </a:r>
            <a:r>
              <a:rPr lang="it-IT" sz="1050" b="0" err="1">
                <a:solidFill>
                  <a:prstClr val="black"/>
                </a:solidFill>
                <a:ea typeface="+mn-lt"/>
                <a:cs typeface="+mn-lt"/>
              </a:rPr>
              <a:t>faculty</a:t>
            </a:r>
            <a:r>
              <a:rPr lang="it-IT" sz="1050" b="0">
                <a:solidFill>
                  <a:prstClr val="black"/>
                </a:solidFill>
                <a:ea typeface="+mn-lt"/>
                <a:cs typeface="+mn-lt"/>
              </a:rPr>
              <a:t> team.</a:t>
            </a:r>
            <a:endParaRPr lang="it-IT" sz="1050" b="0">
              <a:solidFill>
                <a:prstClr val="black"/>
              </a:solidFill>
              <a:ea typeface="Calibri"/>
              <a:cs typeface="Calibri"/>
            </a:endParaRP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Tx/>
              <a:buChar char="-"/>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p:txBody>
          <a:bodyPr/>
          <a:lstStyle/>
          <a:p>
            <a:pPr marL="0" indent="0">
              <a:buNone/>
            </a:pPr>
            <a:r>
              <a:rPr lang="it-IT">
                <a:latin typeface="Graphik"/>
              </a:rPr>
              <a:t>Technology / AI &amp; Data</a:t>
            </a:r>
            <a:endParaRPr lang="en-US"/>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descr="A person in a white shirt&#10;&#10;AI-generated content may be incorrect.">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2"/>
          <a:srcRect l="20043" r="20043"/>
          <a:stretch>
            <a:fillRect/>
          </a:stretch>
        </p:blipFill>
        <p:spPr>
          <a:xfrm>
            <a:off x="642938" y="88223"/>
            <a:ext cx="1336675" cy="1673225"/>
          </a:xfrm>
          <a:prstGeom prst="rect">
            <a:avLst/>
          </a:prstGeom>
          <a:ln>
            <a:solidFill>
              <a:schemeClr val="bg1"/>
            </a:solidFill>
          </a:ln>
        </p:spPr>
      </p:pic>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226641"/>
            <a:ext cx="2012108" cy="1018115"/>
          </a:xfrm>
          <a:prstGeom prst="rect">
            <a:avLst/>
          </a:prstGeom>
        </p:spPr>
        <p:txBody>
          <a:bodyPr vert="horz" lIns="91440" tIns="45720" rIns="91440" bIns="45720" rtlCol="0" anchor="t">
            <a:no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Technology Consulting</a:t>
            </a:r>
            <a:endParaRPr lang="en-US" sz="1000">
              <a:solidFill>
                <a:prstClr val="black"/>
              </a:solidFil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Artificial Intelligence</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Data Engineering and Analytics</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Cloud Transformation</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ea typeface="Calibri"/>
                <a:cs typeface="Arial"/>
              </a:rPr>
              <a:t>Education</a:t>
            </a:r>
          </a:p>
          <a:p>
            <a:pPr marL="170781" indent="-170781">
              <a:lnSpc>
                <a:spcPct val="100000"/>
              </a:lnSpc>
              <a:spcBef>
                <a:spcPts val="450"/>
              </a:spcBef>
              <a:tabLst>
                <a:tab pos="133270" algn="l"/>
              </a:tabLst>
              <a:defRPr/>
            </a:pPr>
            <a:endParaRPr lang="en-US" altLang="en-US" sz="9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314068" y="5349266"/>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12989" y="5613459"/>
            <a:ext cx="2735796" cy="761747"/>
          </a:xfrm>
          <a:prstGeom prst="rect">
            <a:avLst/>
          </a:prstGeom>
          <a:noFill/>
        </p:spPr>
        <p:txBody>
          <a:bodyPr wrap="square" lIns="91440" tIns="45720" rIns="91440" bIns="45720" rtlCol="0" anchor="t">
            <a:spAutoFit/>
          </a:bodyPr>
          <a:lstStyle/>
          <a:p>
            <a:pPr marL="171450" indent="-171450">
              <a:buFont typeface="Arial"/>
              <a:buChar char="•"/>
            </a:pPr>
            <a:r>
              <a:rPr lang="es-AR" sz="1050">
                <a:solidFill>
                  <a:prstClr val="black"/>
                </a:solidFill>
              </a:rPr>
              <a:t>GCP – Professional Data </a:t>
            </a:r>
            <a:r>
              <a:rPr lang="es-AR" sz="1050" err="1">
                <a:solidFill>
                  <a:prstClr val="black"/>
                </a:solidFill>
              </a:rPr>
              <a:t>Engineer</a:t>
            </a:r>
            <a:endParaRPr lang="es-AR" sz="1050">
              <a:solidFill>
                <a:prstClr val="black"/>
              </a:solidFill>
              <a:ea typeface="Calibri"/>
              <a:cs typeface="Calibri"/>
            </a:endParaRPr>
          </a:p>
          <a:p>
            <a:pPr marL="171450" indent="-171450">
              <a:buFont typeface="Arial"/>
              <a:buChar char="•"/>
            </a:pPr>
            <a:r>
              <a:rPr lang="es-AR" sz="1050" err="1">
                <a:solidFill>
                  <a:prstClr val="black"/>
                </a:solidFill>
                <a:ea typeface="Calibri"/>
                <a:cs typeface="Calibri"/>
              </a:rPr>
              <a:t>JetBrains</a:t>
            </a:r>
            <a:r>
              <a:rPr lang="es-AR" sz="1050">
                <a:solidFill>
                  <a:prstClr val="black"/>
                </a:solidFill>
                <a:ea typeface="Calibri"/>
                <a:cs typeface="Calibri"/>
              </a:rPr>
              <a:t> </a:t>
            </a:r>
            <a:r>
              <a:rPr lang="es-AR" sz="1050" err="1">
                <a:solidFill>
                  <a:prstClr val="black"/>
                </a:solidFill>
                <a:ea typeface="Calibri"/>
                <a:cs typeface="Calibri"/>
              </a:rPr>
              <a:t>Academy</a:t>
            </a:r>
            <a:r>
              <a:rPr lang="es-AR" sz="1050">
                <a:solidFill>
                  <a:prstClr val="black"/>
                </a:solidFill>
                <a:ea typeface="Calibri"/>
                <a:cs typeface="Calibri"/>
              </a:rPr>
              <a:t> </a:t>
            </a:r>
            <a:r>
              <a:rPr lang="es-AR" sz="1100">
                <a:solidFill>
                  <a:prstClr val="black"/>
                </a:solidFill>
                <a:ea typeface="Calibri"/>
                <a:cs typeface="Calibri"/>
              </a:rPr>
              <a:t>– Java </a:t>
            </a:r>
            <a:r>
              <a:rPr lang="es-AR" sz="1100" err="1">
                <a:solidFill>
                  <a:prstClr val="black"/>
                </a:solidFill>
                <a:ea typeface="Calibri"/>
                <a:cs typeface="Calibri"/>
              </a:rPr>
              <a:t>Developer</a:t>
            </a:r>
          </a:p>
          <a:p>
            <a:pPr marL="171450" indent="-171450">
              <a:buFont typeface="Arial"/>
              <a:buChar char="•"/>
            </a:pPr>
            <a:r>
              <a:rPr lang="es-AR" sz="1100">
                <a:solidFill>
                  <a:prstClr val="black"/>
                </a:solidFill>
                <a:ea typeface="Calibri"/>
                <a:cs typeface="Calibri"/>
              </a:rPr>
              <a:t>Data </a:t>
            </a:r>
            <a:r>
              <a:rPr lang="es-AR" sz="1100" err="1">
                <a:solidFill>
                  <a:prstClr val="black"/>
                </a:solidFill>
                <a:ea typeface="Calibri"/>
                <a:cs typeface="Calibri"/>
              </a:rPr>
              <a:t>Analysis</a:t>
            </a:r>
            <a:r>
              <a:rPr lang="es-AR" sz="1100">
                <a:solidFill>
                  <a:prstClr val="black"/>
                </a:solidFill>
                <a:ea typeface="Calibri"/>
                <a:cs typeface="Calibri"/>
              </a:rPr>
              <a:t> </a:t>
            </a:r>
            <a:r>
              <a:rPr lang="es-AR" sz="1100" err="1">
                <a:solidFill>
                  <a:prstClr val="black"/>
                </a:solidFill>
                <a:ea typeface="Calibri"/>
                <a:cs typeface="Calibri"/>
              </a:rPr>
              <a:t>With</a:t>
            </a:r>
            <a:r>
              <a:rPr lang="es-AR" sz="1100">
                <a:solidFill>
                  <a:prstClr val="black"/>
                </a:solidFill>
                <a:ea typeface="Calibri"/>
                <a:cs typeface="Calibri"/>
              </a:rPr>
              <a:t> Python – </a:t>
            </a:r>
            <a:r>
              <a:rPr lang="es-AR" sz="1100" err="1">
                <a:solidFill>
                  <a:prstClr val="black"/>
                </a:solidFill>
                <a:ea typeface="Calibri"/>
                <a:cs typeface="Calibri"/>
              </a:rPr>
              <a:t>FreeCodeCamp</a:t>
            </a:r>
          </a:p>
        </p:txBody>
      </p:sp>
      <p:pic>
        <p:nvPicPr>
          <p:cNvPr id="15" name="Picture 14" descr="Google Cloud - Professional Data Engineer Certification learning path">
            <a:extLst>
              <a:ext uri="{FF2B5EF4-FFF2-40B4-BE49-F238E27FC236}">
                <a16:creationId xmlns:a16="http://schemas.microsoft.com/office/drawing/2014/main" id="{51FD09D4-677B-A0BF-E9CB-ECB5CB46A48E}"/>
              </a:ext>
            </a:extLst>
          </p:cNvPr>
          <p:cNvPicPr>
            <a:picLocks noChangeAspect="1"/>
          </p:cNvPicPr>
          <p:nvPr/>
        </p:nvPicPr>
        <p:blipFill>
          <a:blip r:embed="rId3"/>
          <a:stretch>
            <a:fillRect/>
          </a:stretch>
        </p:blipFill>
        <p:spPr>
          <a:xfrm>
            <a:off x="3180024" y="6177559"/>
            <a:ext cx="593437" cy="607918"/>
          </a:xfrm>
          <a:prstGeom prst="rect">
            <a:avLst/>
          </a:prstGeom>
        </p:spPr>
      </p:pic>
      <p:sp>
        <p:nvSpPr>
          <p:cNvPr id="18" name="TextBox 17">
            <a:extLst>
              <a:ext uri="{FF2B5EF4-FFF2-40B4-BE49-F238E27FC236}">
                <a16:creationId xmlns:a16="http://schemas.microsoft.com/office/drawing/2014/main" id="{5CD0665F-B1AB-56E7-7ED5-8B838375C1F6}"/>
              </a:ext>
            </a:extLst>
          </p:cNvPr>
          <p:cNvSpPr txBox="1"/>
          <p:nvPr/>
        </p:nvSpPr>
        <p:spPr>
          <a:xfrm>
            <a:off x="3183327" y="5349266"/>
            <a:ext cx="2342612" cy="261610"/>
          </a:xfrm>
          <a:prstGeom prst="rect">
            <a:avLst/>
          </a:prstGeom>
          <a:noFill/>
        </p:spPr>
        <p:txBody>
          <a:bodyPr wrap="square" lIns="91440" tIns="45720" rIns="91440" bIns="45720" rtlCol="0" anchor="t">
            <a:spAutoFit/>
          </a:bodyPr>
          <a:lstStyle/>
          <a:p>
            <a:r>
              <a:rPr lang="es-AR" sz="1100" b="1">
                <a:solidFill>
                  <a:srgbClr val="7030A0"/>
                </a:solidFill>
                <a:latin typeface="Graphik"/>
              </a:rPr>
              <a:t>LANGUAGES</a:t>
            </a:r>
            <a:endParaRPr lang="en-US"/>
          </a:p>
        </p:txBody>
      </p:sp>
      <p:sp>
        <p:nvSpPr>
          <p:cNvPr id="20" name="TextBox 19">
            <a:extLst>
              <a:ext uri="{FF2B5EF4-FFF2-40B4-BE49-F238E27FC236}">
                <a16:creationId xmlns:a16="http://schemas.microsoft.com/office/drawing/2014/main" id="{0C444E7E-A36F-54F8-D646-5F8B90DC2616}"/>
              </a:ext>
            </a:extLst>
          </p:cNvPr>
          <p:cNvSpPr txBox="1"/>
          <p:nvPr/>
        </p:nvSpPr>
        <p:spPr>
          <a:xfrm>
            <a:off x="3051389" y="5603433"/>
            <a:ext cx="3231655" cy="577081"/>
          </a:xfrm>
          <a:prstGeom prst="rect">
            <a:avLst/>
          </a:prstGeom>
          <a:noFill/>
        </p:spPr>
        <p:txBody>
          <a:bodyPr wrap="square" lIns="91440" tIns="45720" rIns="91440" bIns="45720" rtlCol="0" anchor="t">
            <a:spAutoFit/>
          </a:bodyPr>
          <a:lstStyle/>
          <a:p>
            <a:pPr marL="171450" indent="-171450">
              <a:buFont typeface="Arial"/>
              <a:buChar char="•"/>
            </a:pPr>
            <a:r>
              <a:rPr lang="es-AR" sz="1050" err="1">
                <a:solidFill>
                  <a:prstClr val="black"/>
                </a:solidFill>
                <a:ea typeface="Calibri"/>
                <a:cs typeface="Calibri"/>
              </a:rPr>
              <a:t>Spanish</a:t>
            </a:r>
            <a:r>
              <a:rPr lang="es-AR" sz="1050">
                <a:solidFill>
                  <a:prstClr val="black"/>
                </a:solidFill>
                <a:ea typeface="Calibri"/>
                <a:cs typeface="Calibri"/>
              </a:rPr>
              <a:t> - Native</a:t>
            </a:r>
          </a:p>
          <a:p>
            <a:pPr marL="171450" indent="-171450">
              <a:buFont typeface="Arial"/>
              <a:buChar char="•"/>
            </a:pPr>
            <a:r>
              <a:rPr lang="es-AR" sz="1050">
                <a:solidFill>
                  <a:prstClr val="black"/>
                </a:solidFill>
                <a:ea typeface="Calibri"/>
                <a:cs typeface="Calibri"/>
              </a:rPr>
              <a:t>English – </a:t>
            </a:r>
            <a:r>
              <a:rPr lang="es-AR" sz="1050" err="1">
                <a:solidFill>
                  <a:prstClr val="black"/>
                </a:solidFill>
                <a:ea typeface="Calibri"/>
                <a:cs typeface="Calibri"/>
              </a:rPr>
              <a:t>Advanced</a:t>
            </a:r>
            <a:r>
              <a:rPr lang="es-AR" sz="1050">
                <a:solidFill>
                  <a:prstClr val="black"/>
                </a:solidFill>
                <a:ea typeface="Calibri"/>
                <a:cs typeface="Calibri"/>
              </a:rPr>
              <a:t> B2</a:t>
            </a:r>
          </a:p>
          <a:p>
            <a:pPr marL="171450" indent="-171450">
              <a:buFont typeface="Arial"/>
              <a:buChar char="•"/>
            </a:pPr>
            <a:r>
              <a:rPr lang="es-AR" sz="1050">
                <a:solidFill>
                  <a:prstClr val="black"/>
                </a:solidFill>
                <a:ea typeface="Calibri"/>
                <a:cs typeface="Calibri"/>
              </a:rPr>
              <a:t>Portuguese - Basic</a:t>
            </a:r>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F8CE-93F3-AFA6-5825-3CC0060BE69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22E7E8-1D41-E8ED-7FD2-235C97A04C8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91D14318-D924-7952-372C-C2BB665F7285}"/>
              </a:ext>
            </a:extLst>
          </p:cNvPr>
          <p:cNvSpPr>
            <a:spLocks noGrp="1"/>
          </p:cNvSpPr>
          <p:nvPr>
            <p:ph type="body" sz="quarter" idx="11"/>
          </p:nvPr>
        </p:nvSpPr>
        <p:spPr/>
        <p:txBody>
          <a:bodyPr vert="horz" lIns="91440" tIns="45720" rIns="91440" bIns="45720" rtlCol="0" anchor="t">
            <a:normAutofit fontScale="92500" lnSpcReduction="20000"/>
          </a:bodyPr>
          <a:lstStyle/>
          <a:p>
            <a:r>
              <a:rPr lang="en-US">
                <a:latin typeface="Graphik"/>
              </a:rPr>
              <a:t>Federico Gimenez Scarponi </a:t>
            </a:r>
            <a:endParaRPr lang="en-US"/>
          </a:p>
        </p:txBody>
      </p:sp>
      <p:sp>
        <p:nvSpPr>
          <p:cNvPr id="6" name="Text Placeholder 5">
            <a:extLst>
              <a:ext uri="{FF2B5EF4-FFF2-40B4-BE49-F238E27FC236}">
                <a16:creationId xmlns:a16="http://schemas.microsoft.com/office/drawing/2014/main" id="{48B83CDF-89B9-BADF-02C9-E2B4564D8888}"/>
              </a:ext>
            </a:extLst>
          </p:cNvPr>
          <p:cNvSpPr>
            <a:spLocks noGrp="1"/>
          </p:cNvSpPr>
          <p:nvPr>
            <p:ph type="body" sz="quarter" idx="12"/>
          </p:nvPr>
        </p:nvSpPr>
        <p:spPr/>
        <p:txBody>
          <a:bodyPr vert="horz" lIns="91440" tIns="45720" rIns="91440" bIns="45720" rtlCol="0" anchor="t">
            <a:normAutofit fontScale="77500" lnSpcReduction="20000"/>
          </a:bodyPr>
          <a:lstStyle/>
          <a:p>
            <a:r>
              <a:rPr lang="es-AR">
                <a:latin typeface="Graphik Black"/>
              </a:rPr>
              <a:t>AI/LLM </a:t>
            </a:r>
            <a:r>
              <a:rPr lang="es-AR" err="1">
                <a:latin typeface="Graphik Black"/>
              </a:rPr>
              <a:t>Technology</a:t>
            </a:r>
            <a:r>
              <a:rPr lang="es-AR">
                <a:latin typeface="Graphik Black"/>
              </a:rPr>
              <a:t> </a:t>
            </a:r>
            <a:r>
              <a:rPr lang="es-AR" err="1">
                <a:latin typeface="Graphik Black"/>
              </a:rPr>
              <a:t>Architecture</a:t>
            </a:r>
            <a:r>
              <a:rPr lang="es-AR">
                <a:latin typeface="Graphik Black"/>
              </a:rPr>
              <a:t> </a:t>
            </a:r>
            <a:r>
              <a:rPr lang="es-AR" err="1">
                <a:latin typeface="Graphik Black"/>
              </a:rPr>
              <a:t>Analyst</a:t>
            </a:r>
            <a:endParaRPr lang="en-US" err="1"/>
          </a:p>
        </p:txBody>
      </p:sp>
      <p:sp>
        <p:nvSpPr>
          <p:cNvPr id="7" name="Text Placeholder 6">
            <a:extLst>
              <a:ext uri="{FF2B5EF4-FFF2-40B4-BE49-F238E27FC236}">
                <a16:creationId xmlns:a16="http://schemas.microsoft.com/office/drawing/2014/main" id="{55394BC5-9036-7A9F-64AC-34E96A584275}"/>
              </a:ext>
            </a:extLst>
          </p:cNvPr>
          <p:cNvSpPr>
            <a:spLocks noGrp="1"/>
          </p:cNvSpPr>
          <p:nvPr>
            <p:ph type="body" sz="quarter" idx="13"/>
          </p:nvPr>
        </p:nvSpPr>
        <p:spPr/>
        <p:txBody>
          <a:bodyPr/>
          <a:lstStyle/>
          <a:p>
            <a:r>
              <a:rPr lang="en-US">
                <a:latin typeface="Graphik"/>
              </a:rPr>
              <a:t>f.gimenez.scarponi@accenture.com</a:t>
            </a:r>
          </a:p>
        </p:txBody>
      </p:sp>
      <p:sp>
        <p:nvSpPr>
          <p:cNvPr id="8" name="Text Placeholder 7">
            <a:extLst>
              <a:ext uri="{FF2B5EF4-FFF2-40B4-BE49-F238E27FC236}">
                <a16:creationId xmlns:a16="http://schemas.microsoft.com/office/drawing/2014/main" id="{1280C9C5-AF70-705F-8B5B-0C7D2792CDD3}"/>
              </a:ext>
            </a:extLst>
          </p:cNvPr>
          <p:cNvSpPr>
            <a:spLocks noGrp="1"/>
          </p:cNvSpPr>
          <p:nvPr>
            <p:ph type="body" sz="quarter" idx="14"/>
          </p:nvPr>
        </p:nvSpPr>
        <p:spPr/>
        <p:txBody>
          <a:bodyPr/>
          <a:lstStyle/>
          <a:p>
            <a:r>
              <a:rPr lang="en-US">
                <a:latin typeface="Graphik"/>
              </a:rPr>
              <a:t>Córdoba, Córdoba, Argentina</a:t>
            </a:r>
          </a:p>
        </p:txBody>
      </p:sp>
      <p:sp>
        <p:nvSpPr>
          <p:cNvPr id="10" name="Text Placeholder 9">
            <a:extLst>
              <a:ext uri="{FF2B5EF4-FFF2-40B4-BE49-F238E27FC236}">
                <a16:creationId xmlns:a16="http://schemas.microsoft.com/office/drawing/2014/main" id="{B1A6A4B4-C12B-0423-1835-F249DE7DF44A}"/>
              </a:ext>
            </a:extLst>
          </p:cNvPr>
          <p:cNvSpPr>
            <a:spLocks noGrp="1"/>
          </p:cNvSpPr>
          <p:nvPr>
            <p:ph type="body" sz="quarter" idx="16"/>
          </p:nvPr>
        </p:nvSpPr>
        <p:spPr>
          <a:xfrm>
            <a:off x="341211" y="2421647"/>
            <a:ext cx="2650385" cy="2919138"/>
          </a:xfrm>
        </p:spPr>
        <p:txBody>
          <a:bodyPr vert="horz" lIns="91440" tIns="45720" rIns="91440" bIns="45720" rtlCol="0" anchor="t">
            <a:noAutofit/>
          </a:bodyPr>
          <a:lstStyle/>
          <a:p>
            <a:pPr marL="0" indent="0" algn="just">
              <a:lnSpc>
                <a:spcPct val="100000"/>
              </a:lnSpc>
              <a:spcBef>
                <a:spcPts val="300"/>
              </a:spcBef>
              <a:buNone/>
              <a:defRPr/>
            </a:pPr>
            <a:r>
              <a:rPr lang="en-US" sz="950" err="1">
                <a:solidFill>
                  <a:prstClr val="black"/>
                </a:solidFill>
                <a:ea typeface="+mn-lt"/>
                <a:cs typeface="+mn-lt"/>
              </a:rPr>
              <a:t>Estudiante</a:t>
            </a:r>
            <a:r>
              <a:rPr lang="en-US" sz="950">
                <a:solidFill>
                  <a:prstClr val="black"/>
                </a:solidFill>
                <a:ea typeface="+mn-lt"/>
                <a:cs typeface="+mn-lt"/>
              </a:rPr>
              <a:t> de </a:t>
            </a:r>
            <a:r>
              <a:rPr lang="en-US" sz="950" err="1">
                <a:solidFill>
                  <a:prstClr val="black"/>
                </a:solidFill>
                <a:ea typeface="+mn-lt"/>
                <a:cs typeface="+mn-lt"/>
              </a:rPr>
              <a:t>último</a:t>
            </a:r>
            <a:r>
              <a:rPr lang="en-US" sz="950">
                <a:solidFill>
                  <a:prstClr val="black"/>
                </a:solidFill>
                <a:ea typeface="+mn-lt"/>
                <a:cs typeface="+mn-lt"/>
              </a:rPr>
              <a:t> </a:t>
            </a:r>
            <a:r>
              <a:rPr lang="en-US" sz="950" err="1">
                <a:solidFill>
                  <a:prstClr val="black"/>
                </a:solidFill>
                <a:ea typeface="+mn-lt"/>
                <a:cs typeface="+mn-lt"/>
              </a:rPr>
              <a:t>año</a:t>
            </a:r>
            <a:r>
              <a:rPr lang="en-US" sz="950">
                <a:solidFill>
                  <a:prstClr val="black"/>
                </a:solidFill>
                <a:ea typeface="+mn-lt"/>
                <a:cs typeface="+mn-lt"/>
              </a:rPr>
              <a:t> de Ingeniería </a:t>
            </a:r>
            <a:r>
              <a:rPr lang="en-US" sz="950" err="1">
                <a:solidFill>
                  <a:prstClr val="black"/>
                </a:solidFill>
                <a:ea typeface="+mn-lt"/>
                <a:cs typeface="+mn-lt"/>
              </a:rPr>
              <a:t>en</a:t>
            </a:r>
            <a:r>
              <a:rPr lang="en-US" sz="950">
                <a:solidFill>
                  <a:prstClr val="black"/>
                </a:solidFill>
                <a:ea typeface="+mn-lt"/>
                <a:cs typeface="+mn-lt"/>
              </a:rPr>
              <a:t> Sistemas de </a:t>
            </a:r>
            <a:r>
              <a:rPr lang="en-US" sz="950" err="1">
                <a:solidFill>
                  <a:prstClr val="black"/>
                </a:solidFill>
                <a:ea typeface="+mn-lt"/>
                <a:cs typeface="+mn-lt"/>
              </a:rPr>
              <a:t>Información</a:t>
            </a:r>
            <a:r>
              <a:rPr lang="en-US" sz="950">
                <a:solidFill>
                  <a:prstClr val="black"/>
                </a:solidFill>
                <a:ea typeface="+mn-lt"/>
                <a:cs typeface="+mn-lt"/>
              </a:rPr>
              <a:t> </a:t>
            </a:r>
            <a:r>
              <a:rPr lang="en-US" sz="950" err="1">
                <a:solidFill>
                  <a:prstClr val="black"/>
                </a:solidFill>
                <a:ea typeface="+mn-lt"/>
                <a:cs typeface="+mn-lt"/>
              </a:rPr>
              <a:t>en</a:t>
            </a:r>
            <a:r>
              <a:rPr lang="en-US" sz="950">
                <a:solidFill>
                  <a:prstClr val="black"/>
                </a:solidFill>
                <a:ea typeface="+mn-lt"/>
                <a:cs typeface="+mn-lt"/>
              </a:rPr>
              <a:t> UTN-FRC. </a:t>
            </a:r>
            <a:r>
              <a:rPr lang="en-US" sz="950" err="1">
                <a:solidFill>
                  <a:prstClr val="black"/>
                </a:solidFill>
                <a:ea typeface="+mn-lt"/>
                <a:cs typeface="+mn-lt"/>
              </a:rPr>
              <a:t>Actualmente</a:t>
            </a:r>
            <a:r>
              <a:rPr lang="en-US" sz="950">
                <a:solidFill>
                  <a:prstClr val="black"/>
                </a:solidFill>
                <a:ea typeface="+mn-lt"/>
                <a:cs typeface="+mn-lt"/>
              </a:rPr>
              <a:t> </a:t>
            </a:r>
            <a:r>
              <a:rPr lang="en-US" sz="950" err="1">
                <a:solidFill>
                  <a:prstClr val="black"/>
                </a:solidFill>
                <a:ea typeface="+mn-lt"/>
                <a:cs typeface="+mn-lt"/>
              </a:rPr>
              <a:t>trabajo</a:t>
            </a:r>
            <a:r>
              <a:rPr lang="en-US" sz="950">
                <a:solidFill>
                  <a:prstClr val="black"/>
                </a:solidFill>
                <a:ea typeface="+mn-lt"/>
                <a:cs typeface="+mn-lt"/>
              </a:rPr>
              <a:t> </a:t>
            </a:r>
            <a:r>
              <a:rPr lang="en-US" sz="950" err="1">
                <a:solidFill>
                  <a:prstClr val="black"/>
                </a:solidFill>
                <a:ea typeface="+mn-lt"/>
                <a:cs typeface="+mn-lt"/>
              </a:rPr>
              <a:t>como</a:t>
            </a:r>
            <a:r>
              <a:rPr lang="en-US" sz="950">
                <a:solidFill>
                  <a:prstClr val="black"/>
                </a:solidFill>
                <a:ea typeface="+mn-lt"/>
                <a:cs typeface="+mn-lt"/>
              </a:rPr>
              <a:t> AI/LLM Technology Architecture Analyst </a:t>
            </a:r>
            <a:r>
              <a:rPr lang="en-US" sz="950" err="1">
                <a:solidFill>
                  <a:prstClr val="black"/>
                </a:solidFill>
                <a:ea typeface="+mn-lt"/>
                <a:cs typeface="+mn-lt"/>
              </a:rPr>
              <a:t>en</a:t>
            </a:r>
            <a:r>
              <a:rPr lang="en-US" sz="950">
                <a:solidFill>
                  <a:prstClr val="black"/>
                </a:solidFill>
                <a:ea typeface="+mn-lt"/>
                <a:cs typeface="+mn-lt"/>
              </a:rPr>
              <a:t> </a:t>
            </a:r>
            <a:r>
              <a:rPr lang="en-US" sz="950" err="1">
                <a:solidFill>
                  <a:prstClr val="black"/>
                </a:solidFill>
                <a:ea typeface="+mn-lt"/>
                <a:cs typeface="+mn-lt"/>
              </a:rPr>
              <a:t>iniciativas</a:t>
            </a:r>
            <a:r>
              <a:rPr lang="en-US" sz="950">
                <a:solidFill>
                  <a:prstClr val="black"/>
                </a:solidFill>
                <a:ea typeface="+mn-lt"/>
                <a:cs typeface="+mn-lt"/>
              </a:rPr>
              <a:t> </a:t>
            </a:r>
            <a:r>
              <a:rPr lang="en-US" sz="950" err="1">
                <a:solidFill>
                  <a:prstClr val="black"/>
                </a:solidFill>
                <a:ea typeface="+mn-lt"/>
                <a:cs typeface="+mn-lt"/>
              </a:rPr>
              <a:t>vinculadas</a:t>
            </a:r>
            <a:r>
              <a:rPr lang="en-US" sz="950">
                <a:solidFill>
                  <a:prstClr val="black"/>
                </a:solidFill>
                <a:ea typeface="+mn-lt"/>
                <a:cs typeface="+mn-lt"/>
              </a:rPr>
              <a:t> a IA/LLM y </a:t>
            </a:r>
            <a:r>
              <a:rPr lang="en-US" sz="950" err="1">
                <a:solidFill>
                  <a:prstClr val="black"/>
                </a:solidFill>
                <a:ea typeface="+mn-lt"/>
                <a:cs typeface="+mn-lt"/>
              </a:rPr>
              <a:t>participo</a:t>
            </a:r>
            <a:r>
              <a:rPr lang="en-US" sz="950">
                <a:solidFill>
                  <a:prstClr val="black"/>
                </a:solidFill>
                <a:ea typeface="+mn-lt"/>
                <a:cs typeface="+mn-lt"/>
              </a:rPr>
              <a:t> </a:t>
            </a:r>
            <a:r>
              <a:rPr lang="en-US" sz="950" err="1">
                <a:solidFill>
                  <a:prstClr val="black"/>
                </a:solidFill>
                <a:ea typeface="+mn-lt"/>
                <a:cs typeface="+mn-lt"/>
              </a:rPr>
              <a:t>en</a:t>
            </a:r>
            <a:r>
              <a:rPr lang="en-US" sz="950">
                <a:solidFill>
                  <a:prstClr val="black"/>
                </a:solidFill>
                <a:ea typeface="+mn-lt"/>
                <a:cs typeface="+mn-lt"/>
              </a:rPr>
              <a:t> </a:t>
            </a:r>
            <a:r>
              <a:rPr lang="en-US" sz="950" err="1">
                <a:solidFill>
                  <a:prstClr val="black"/>
                </a:solidFill>
                <a:ea typeface="+mn-lt"/>
                <a:cs typeface="+mn-lt"/>
              </a:rPr>
              <a:t>una</a:t>
            </a:r>
            <a:r>
              <a:rPr lang="en-US" sz="950">
                <a:solidFill>
                  <a:prstClr val="black"/>
                </a:solidFill>
                <a:ea typeface="+mn-lt"/>
                <a:cs typeface="+mn-lt"/>
              </a:rPr>
              <a:t> Academia de IA.</a:t>
            </a:r>
          </a:p>
          <a:p>
            <a:pPr marL="0" indent="0" algn="just">
              <a:lnSpc>
                <a:spcPct val="100000"/>
              </a:lnSpc>
              <a:spcBef>
                <a:spcPts val="300"/>
              </a:spcBef>
              <a:buNone/>
              <a:defRPr/>
            </a:pPr>
            <a:r>
              <a:rPr lang="en-US" sz="950" err="1">
                <a:solidFill>
                  <a:prstClr val="black"/>
                </a:solidFill>
                <a:ea typeface="+mn-lt"/>
                <a:cs typeface="+mn-lt"/>
              </a:rPr>
              <a:t>Experiencia</a:t>
            </a:r>
            <a:r>
              <a:rPr lang="en-US" sz="950">
                <a:solidFill>
                  <a:prstClr val="black"/>
                </a:solidFill>
                <a:ea typeface="+mn-lt"/>
                <a:cs typeface="+mn-lt"/>
              </a:rPr>
              <a:t> previa </a:t>
            </a:r>
            <a:r>
              <a:rPr lang="en-US" sz="950" err="1">
                <a:solidFill>
                  <a:prstClr val="black"/>
                </a:solidFill>
                <a:ea typeface="+mn-lt"/>
                <a:cs typeface="+mn-lt"/>
              </a:rPr>
              <a:t>como</a:t>
            </a:r>
            <a:r>
              <a:rPr lang="en-US" sz="950">
                <a:solidFill>
                  <a:prstClr val="black"/>
                </a:solidFill>
                <a:ea typeface="+mn-lt"/>
                <a:cs typeface="+mn-lt"/>
              </a:rPr>
              <a:t> Big Data Engineer, con </a:t>
            </a:r>
            <a:r>
              <a:rPr lang="en-US" sz="950" err="1">
                <a:solidFill>
                  <a:prstClr val="black"/>
                </a:solidFill>
                <a:ea typeface="+mn-lt"/>
                <a:cs typeface="+mn-lt"/>
              </a:rPr>
              <a:t>una</a:t>
            </a:r>
            <a:r>
              <a:rPr lang="en-US" sz="950">
                <a:solidFill>
                  <a:prstClr val="black"/>
                </a:solidFill>
                <a:ea typeface="+mn-lt"/>
                <a:cs typeface="+mn-lt"/>
              </a:rPr>
              <a:t> </a:t>
            </a:r>
            <a:r>
              <a:rPr lang="en-US" sz="950" err="1">
                <a:solidFill>
                  <a:prstClr val="black"/>
                </a:solidFill>
                <a:ea typeface="+mn-lt"/>
                <a:cs typeface="+mn-lt"/>
              </a:rPr>
              <a:t>sólida</a:t>
            </a:r>
            <a:r>
              <a:rPr lang="en-US" sz="950">
                <a:solidFill>
                  <a:prstClr val="black"/>
                </a:solidFill>
                <a:ea typeface="+mn-lt"/>
                <a:cs typeface="+mn-lt"/>
              </a:rPr>
              <a:t> base </a:t>
            </a:r>
            <a:r>
              <a:rPr lang="en-US" sz="950" err="1">
                <a:solidFill>
                  <a:prstClr val="black"/>
                </a:solidFill>
                <a:ea typeface="+mn-lt"/>
                <a:cs typeface="+mn-lt"/>
              </a:rPr>
              <a:t>en</a:t>
            </a:r>
            <a:r>
              <a:rPr lang="en-US" sz="950">
                <a:solidFill>
                  <a:prstClr val="black"/>
                </a:solidFill>
                <a:ea typeface="+mn-lt"/>
                <a:cs typeface="+mn-lt"/>
              </a:rPr>
              <a:t> </a:t>
            </a:r>
            <a:r>
              <a:rPr lang="en-US" sz="950" err="1">
                <a:solidFill>
                  <a:prstClr val="black"/>
                </a:solidFill>
                <a:ea typeface="+mn-lt"/>
                <a:cs typeface="+mn-lt"/>
              </a:rPr>
              <a:t>ingeniería</a:t>
            </a:r>
            <a:r>
              <a:rPr lang="en-US" sz="950">
                <a:solidFill>
                  <a:prstClr val="black"/>
                </a:solidFill>
                <a:ea typeface="+mn-lt"/>
                <a:cs typeface="+mn-lt"/>
              </a:rPr>
              <a:t> de </a:t>
            </a:r>
            <a:r>
              <a:rPr lang="en-US" sz="950" err="1">
                <a:solidFill>
                  <a:prstClr val="black"/>
                </a:solidFill>
                <a:ea typeface="+mn-lt"/>
                <a:cs typeface="+mn-lt"/>
              </a:rPr>
              <a:t>datos</a:t>
            </a:r>
            <a:r>
              <a:rPr lang="en-US" sz="950">
                <a:solidFill>
                  <a:prstClr val="black"/>
                </a:solidFill>
                <a:ea typeface="+mn-lt"/>
                <a:cs typeface="+mn-lt"/>
              </a:rPr>
              <a:t>, </a:t>
            </a:r>
            <a:r>
              <a:rPr lang="en-US" sz="950" err="1">
                <a:solidFill>
                  <a:prstClr val="black"/>
                </a:solidFill>
                <a:ea typeface="+mn-lt"/>
                <a:cs typeface="+mn-lt"/>
              </a:rPr>
              <a:t>desarrollo</a:t>
            </a:r>
            <a:r>
              <a:rPr lang="en-US" sz="950">
                <a:solidFill>
                  <a:prstClr val="black"/>
                </a:solidFill>
                <a:ea typeface="+mn-lt"/>
                <a:cs typeface="+mn-lt"/>
              </a:rPr>
              <a:t> de software y </a:t>
            </a:r>
            <a:r>
              <a:rPr lang="en-US" sz="950" err="1">
                <a:solidFill>
                  <a:prstClr val="black"/>
                </a:solidFill>
                <a:ea typeface="+mn-lt"/>
                <a:cs typeface="+mn-lt"/>
              </a:rPr>
              <a:t>soluciones</a:t>
            </a:r>
            <a:r>
              <a:rPr lang="en-US" sz="950">
                <a:solidFill>
                  <a:prstClr val="black"/>
                </a:solidFill>
                <a:ea typeface="+mn-lt"/>
                <a:cs typeface="+mn-lt"/>
              </a:rPr>
              <a:t> </a:t>
            </a:r>
            <a:r>
              <a:rPr lang="en-US" sz="950" err="1">
                <a:solidFill>
                  <a:prstClr val="black"/>
                </a:solidFill>
                <a:ea typeface="+mn-lt"/>
                <a:cs typeface="+mn-lt"/>
              </a:rPr>
              <a:t>en</a:t>
            </a:r>
            <a:r>
              <a:rPr lang="en-US" sz="950">
                <a:solidFill>
                  <a:prstClr val="black"/>
                </a:solidFill>
                <a:ea typeface="+mn-lt"/>
                <a:cs typeface="+mn-lt"/>
              </a:rPr>
              <a:t> la </a:t>
            </a:r>
            <a:r>
              <a:rPr lang="en-US" sz="950" err="1">
                <a:solidFill>
                  <a:prstClr val="black"/>
                </a:solidFill>
                <a:ea typeface="+mn-lt"/>
                <a:cs typeface="+mn-lt"/>
              </a:rPr>
              <a:t>nube</a:t>
            </a:r>
            <a:r>
              <a:rPr lang="en-US" sz="950">
                <a:solidFill>
                  <a:prstClr val="black"/>
                </a:solidFill>
                <a:ea typeface="+mn-lt"/>
                <a:cs typeface="+mn-lt"/>
              </a:rPr>
              <a:t> </a:t>
            </a:r>
            <a:r>
              <a:rPr lang="en-US" sz="950" err="1">
                <a:solidFill>
                  <a:prstClr val="black"/>
                </a:solidFill>
                <a:ea typeface="+mn-lt"/>
                <a:cs typeface="+mn-lt"/>
              </a:rPr>
              <a:t>utilizando</a:t>
            </a:r>
            <a:r>
              <a:rPr lang="en-US" sz="950">
                <a:solidFill>
                  <a:prstClr val="black"/>
                </a:solidFill>
                <a:ea typeface="+mn-lt"/>
                <a:cs typeface="+mn-lt"/>
              </a:rPr>
              <a:t> Python, Apache Spark, Java, Scala, C# .NET, SQL y </a:t>
            </a:r>
            <a:r>
              <a:rPr lang="en-US" sz="950" err="1">
                <a:solidFill>
                  <a:prstClr val="black"/>
                </a:solidFill>
                <a:ea typeface="+mn-lt"/>
                <a:cs typeface="+mn-lt"/>
              </a:rPr>
              <a:t>plataformas</a:t>
            </a:r>
            <a:r>
              <a:rPr lang="en-US" sz="950">
                <a:solidFill>
                  <a:prstClr val="black"/>
                </a:solidFill>
                <a:ea typeface="+mn-lt"/>
                <a:cs typeface="+mn-lt"/>
              </a:rPr>
              <a:t> cloud </a:t>
            </a:r>
            <a:r>
              <a:rPr lang="en-US" sz="950" err="1">
                <a:solidFill>
                  <a:prstClr val="black"/>
                </a:solidFill>
                <a:ea typeface="+mn-lt"/>
                <a:cs typeface="+mn-lt"/>
              </a:rPr>
              <a:t>como</a:t>
            </a:r>
            <a:r>
              <a:rPr lang="en-US" sz="950">
                <a:solidFill>
                  <a:prstClr val="black"/>
                </a:solidFill>
                <a:ea typeface="+mn-lt"/>
                <a:cs typeface="+mn-lt"/>
              </a:rPr>
              <a:t> Google Cloud y AWS.</a:t>
            </a:r>
          </a:p>
          <a:p>
            <a:pPr marL="0" indent="0" algn="just">
              <a:lnSpc>
                <a:spcPct val="100000"/>
              </a:lnSpc>
              <a:spcBef>
                <a:spcPts val="300"/>
              </a:spcBef>
              <a:buNone/>
              <a:defRPr/>
            </a:pPr>
            <a:r>
              <a:rPr lang="en-US" sz="950" err="1">
                <a:solidFill>
                  <a:prstClr val="black"/>
                </a:solidFill>
                <a:ea typeface="+mn-lt"/>
                <a:cs typeface="+mn-lt"/>
              </a:rPr>
              <a:t>Enfocado</a:t>
            </a:r>
            <a:r>
              <a:rPr lang="en-US" sz="950">
                <a:solidFill>
                  <a:prstClr val="black"/>
                </a:solidFill>
                <a:ea typeface="+mn-lt"/>
                <a:cs typeface="+mn-lt"/>
              </a:rPr>
              <a:t> </a:t>
            </a:r>
            <a:r>
              <a:rPr lang="en-US" sz="950" err="1">
                <a:solidFill>
                  <a:prstClr val="black"/>
                </a:solidFill>
                <a:ea typeface="+mn-lt"/>
                <a:cs typeface="+mn-lt"/>
              </a:rPr>
              <a:t>en</a:t>
            </a:r>
            <a:r>
              <a:rPr lang="en-US" sz="950">
                <a:solidFill>
                  <a:prstClr val="black"/>
                </a:solidFill>
                <a:ea typeface="+mn-lt"/>
                <a:cs typeface="+mn-lt"/>
              </a:rPr>
              <a:t> IA </a:t>
            </a:r>
            <a:r>
              <a:rPr lang="en-US" sz="950" err="1">
                <a:solidFill>
                  <a:prstClr val="black"/>
                </a:solidFill>
                <a:ea typeface="+mn-lt"/>
                <a:cs typeface="+mn-lt"/>
              </a:rPr>
              <a:t>generativa</a:t>
            </a:r>
            <a:r>
              <a:rPr lang="en-US" sz="950">
                <a:solidFill>
                  <a:prstClr val="black"/>
                </a:solidFill>
                <a:ea typeface="+mn-lt"/>
                <a:cs typeface="+mn-lt"/>
              </a:rPr>
              <a:t>, </a:t>
            </a:r>
            <a:r>
              <a:rPr lang="en-US" sz="950" err="1">
                <a:solidFill>
                  <a:prstClr val="black"/>
                </a:solidFill>
                <a:ea typeface="+mn-lt"/>
                <a:cs typeface="+mn-lt"/>
              </a:rPr>
              <a:t>diseño</a:t>
            </a:r>
            <a:r>
              <a:rPr lang="en-US" sz="950">
                <a:solidFill>
                  <a:prstClr val="black"/>
                </a:solidFill>
                <a:ea typeface="+mn-lt"/>
                <a:cs typeface="+mn-lt"/>
              </a:rPr>
              <a:t> de </a:t>
            </a:r>
            <a:r>
              <a:rPr lang="en-US" sz="950" err="1">
                <a:solidFill>
                  <a:prstClr val="black"/>
                </a:solidFill>
                <a:ea typeface="+mn-lt"/>
                <a:cs typeface="+mn-lt"/>
              </a:rPr>
              <a:t>soluciones</a:t>
            </a:r>
            <a:r>
              <a:rPr lang="en-US" sz="950">
                <a:solidFill>
                  <a:prstClr val="black"/>
                </a:solidFill>
                <a:ea typeface="+mn-lt"/>
                <a:cs typeface="+mn-lt"/>
              </a:rPr>
              <a:t> </a:t>
            </a:r>
            <a:r>
              <a:rPr lang="en-US" sz="950" err="1">
                <a:solidFill>
                  <a:prstClr val="black"/>
                </a:solidFill>
                <a:ea typeface="+mn-lt"/>
                <a:cs typeface="+mn-lt"/>
              </a:rPr>
              <a:t>basadas</a:t>
            </a:r>
            <a:r>
              <a:rPr lang="en-US" sz="950">
                <a:solidFill>
                  <a:prstClr val="black"/>
                </a:solidFill>
                <a:ea typeface="+mn-lt"/>
                <a:cs typeface="+mn-lt"/>
              </a:rPr>
              <a:t> </a:t>
            </a:r>
            <a:r>
              <a:rPr lang="en-US" sz="950" err="1">
                <a:solidFill>
                  <a:prstClr val="black"/>
                </a:solidFill>
                <a:ea typeface="+mn-lt"/>
                <a:cs typeface="+mn-lt"/>
              </a:rPr>
              <a:t>en</a:t>
            </a:r>
            <a:r>
              <a:rPr lang="en-US" sz="950">
                <a:solidFill>
                  <a:prstClr val="black"/>
                </a:solidFill>
                <a:ea typeface="+mn-lt"/>
                <a:cs typeface="+mn-lt"/>
              </a:rPr>
              <a:t> LLM y </a:t>
            </a:r>
            <a:r>
              <a:rPr lang="en-US" sz="950" err="1">
                <a:solidFill>
                  <a:prstClr val="black"/>
                </a:solidFill>
                <a:ea typeface="+mn-lt"/>
                <a:cs typeface="+mn-lt"/>
              </a:rPr>
              <a:t>aplicación</a:t>
            </a:r>
            <a:r>
              <a:rPr lang="en-US" sz="950">
                <a:solidFill>
                  <a:prstClr val="black"/>
                </a:solidFill>
                <a:ea typeface="+mn-lt"/>
                <a:cs typeface="+mn-lt"/>
              </a:rPr>
              <a:t> de </a:t>
            </a:r>
            <a:r>
              <a:rPr lang="en-US" sz="950" err="1">
                <a:solidFill>
                  <a:prstClr val="black"/>
                </a:solidFill>
                <a:ea typeface="+mn-lt"/>
                <a:cs typeface="+mn-lt"/>
              </a:rPr>
              <a:t>sistemas</a:t>
            </a:r>
            <a:r>
              <a:rPr lang="en-US" sz="950">
                <a:solidFill>
                  <a:prstClr val="black"/>
                </a:solidFill>
                <a:ea typeface="+mn-lt"/>
                <a:cs typeface="+mn-lt"/>
              </a:rPr>
              <a:t> </a:t>
            </a:r>
            <a:r>
              <a:rPr lang="en-US" sz="950" err="1">
                <a:solidFill>
                  <a:prstClr val="black"/>
                </a:solidFill>
                <a:ea typeface="+mn-lt"/>
                <a:cs typeface="+mn-lt"/>
              </a:rPr>
              <a:t>inteligentes</a:t>
            </a:r>
            <a:r>
              <a:rPr lang="en-US" sz="950">
                <a:solidFill>
                  <a:prstClr val="black"/>
                </a:solidFill>
                <a:ea typeface="+mn-lt"/>
                <a:cs typeface="+mn-lt"/>
              </a:rPr>
              <a:t> a </a:t>
            </a:r>
            <a:r>
              <a:rPr lang="en-US" sz="950" err="1">
                <a:solidFill>
                  <a:prstClr val="black"/>
                </a:solidFill>
                <a:ea typeface="+mn-lt"/>
                <a:cs typeface="+mn-lt"/>
              </a:rPr>
              <a:t>problemas</a:t>
            </a:r>
            <a:r>
              <a:rPr lang="en-US" sz="950">
                <a:solidFill>
                  <a:prstClr val="black"/>
                </a:solidFill>
                <a:ea typeface="+mn-lt"/>
                <a:cs typeface="+mn-lt"/>
              </a:rPr>
              <a:t> reales de </a:t>
            </a:r>
            <a:r>
              <a:rPr lang="en-US" sz="950" err="1">
                <a:solidFill>
                  <a:prstClr val="black"/>
                </a:solidFill>
                <a:ea typeface="+mn-lt"/>
                <a:cs typeface="+mn-lt"/>
              </a:rPr>
              <a:t>negocio</a:t>
            </a:r>
            <a:r>
              <a:rPr lang="en-US" sz="950">
                <a:solidFill>
                  <a:prstClr val="black"/>
                </a:solidFill>
                <a:ea typeface="+mn-lt"/>
                <a:cs typeface="+mn-lt"/>
              </a:rPr>
              <a:t>, </a:t>
            </a:r>
            <a:r>
              <a:rPr lang="en-US" sz="950" err="1">
                <a:solidFill>
                  <a:prstClr val="black"/>
                </a:solidFill>
                <a:ea typeface="+mn-lt"/>
                <a:cs typeface="+mn-lt"/>
              </a:rPr>
              <a:t>combinando</a:t>
            </a:r>
            <a:r>
              <a:rPr lang="en-US" sz="950">
                <a:solidFill>
                  <a:prstClr val="black"/>
                </a:solidFill>
                <a:ea typeface="+mn-lt"/>
                <a:cs typeface="+mn-lt"/>
              </a:rPr>
              <a:t> </a:t>
            </a:r>
            <a:r>
              <a:rPr lang="en-US" sz="950" err="1">
                <a:solidFill>
                  <a:prstClr val="black"/>
                </a:solidFill>
                <a:ea typeface="+mn-lt"/>
                <a:cs typeface="+mn-lt"/>
              </a:rPr>
              <a:t>profundidad</a:t>
            </a:r>
            <a:r>
              <a:rPr lang="en-US" sz="950">
                <a:solidFill>
                  <a:prstClr val="black"/>
                </a:solidFill>
                <a:ea typeface="+mn-lt"/>
                <a:cs typeface="+mn-lt"/>
              </a:rPr>
              <a:t> </a:t>
            </a:r>
            <a:r>
              <a:rPr lang="en-US" sz="950" err="1">
                <a:solidFill>
                  <a:prstClr val="black"/>
                </a:solidFill>
                <a:ea typeface="+mn-lt"/>
                <a:cs typeface="+mn-lt"/>
              </a:rPr>
              <a:t>técnica</a:t>
            </a:r>
            <a:r>
              <a:rPr lang="en-US" sz="950">
                <a:solidFill>
                  <a:prstClr val="black"/>
                </a:solidFill>
                <a:ea typeface="+mn-lt"/>
                <a:cs typeface="+mn-lt"/>
              </a:rPr>
              <a:t> con </a:t>
            </a:r>
            <a:r>
              <a:rPr lang="en-US" sz="950" err="1">
                <a:solidFill>
                  <a:prstClr val="black"/>
                </a:solidFill>
                <a:ea typeface="+mn-lt"/>
                <a:cs typeface="+mn-lt"/>
              </a:rPr>
              <a:t>una</a:t>
            </a:r>
            <a:r>
              <a:rPr lang="en-US" sz="950">
                <a:solidFill>
                  <a:prstClr val="black"/>
                </a:solidFill>
                <a:ea typeface="+mn-lt"/>
                <a:cs typeface="+mn-lt"/>
              </a:rPr>
              <a:t> base </a:t>
            </a:r>
            <a:r>
              <a:rPr lang="en-US" sz="950" err="1">
                <a:solidFill>
                  <a:prstClr val="black"/>
                </a:solidFill>
                <a:ea typeface="+mn-lt"/>
                <a:cs typeface="+mn-lt"/>
              </a:rPr>
              <a:t>académica</a:t>
            </a:r>
            <a:r>
              <a:rPr lang="en-US" sz="950">
                <a:solidFill>
                  <a:prstClr val="black"/>
                </a:solidFill>
                <a:ea typeface="+mn-lt"/>
                <a:cs typeface="+mn-lt"/>
              </a:rPr>
              <a:t> </a:t>
            </a:r>
            <a:r>
              <a:rPr lang="en-US" sz="950" err="1">
                <a:solidFill>
                  <a:prstClr val="black"/>
                </a:solidFill>
                <a:ea typeface="+mn-lt"/>
                <a:cs typeface="+mn-lt"/>
              </a:rPr>
              <a:t>sólida</a:t>
            </a:r>
            <a:r>
              <a:rPr lang="en-US" sz="950">
                <a:solidFill>
                  <a:prstClr val="black"/>
                </a:solidFill>
                <a:ea typeface="+mn-lt"/>
                <a:cs typeface="+mn-lt"/>
              </a:rPr>
              <a:t> </a:t>
            </a:r>
            <a:r>
              <a:rPr lang="en-US" sz="950" err="1">
                <a:solidFill>
                  <a:prstClr val="black"/>
                </a:solidFill>
                <a:ea typeface="+mn-lt"/>
                <a:cs typeface="+mn-lt"/>
              </a:rPr>
              <a:t>en</a:t>
            </a:r>
            <a:r>
              <a:rPr lang="en-US" sz="950">
                <a:solidFill>
                  <a:prstClr val="black"/>
                </a:solidFill>
                <a:ea typeface="+mn-lt"/>
                <a:cs typeface="+mn-lt"/>
              </a:rPr>
              <a:t> </a:t>
            </a:r>
            <a:r>
              <a:rPr lang="en-US" sz="950" err="1">
                <a:solidFill>
                  <a:prstClr val="black"/>
                </a:solidFill>
                <a:ea typeface="+mn-lt"/>
                <a:cs typeface="+mn-lt"/>
              </a:rPr>
              <a:t>ingeniería</a:t>
            </a:r>
            <a:r>
              <a:rPr lang="en-US" sz="950">
                <a:solidFill>
                  <a:prstClr val="black"/>
                </a:solidFill>
                <a:ea typeface="+mn-lt"/>
                <a:cs typeface="+mn-lt"/>
              </a:rPr>
              <a:t> de </a:t>
            </a:r>
            <a:r>
              <a:rPr lang="en-US" sz="950" err="1">
                <a:solidFill>
                  <a:prstClr val="black"/>
                </a:solidFill>
                <a:ea typeface="+mn-lt"/>
                <a:cs typeface="+mn-lt"/>
              </a:rPr>
              <a:t>sistemas</a:t>
            </a:r>
            <a:r>
              <a:rPr lang="en-US" sz="950">
                <a:solidFill>
                  <a:prstClr val="black"/>
                </a:solidFill>
                <a:ea typeface="+mn-lt"/>
                <a:cs typeface="+mn-lt"/>
              </a:rPr>
              <a:t>.</a:t>
            </a:r>
          </a:p>
          <a:p>
            <a:pPr marL="0" indent="0" algn="just">
              <a:lnSpc>
                <a:spcPct val="100000"/>
              </a:lnSpc>
              <a:spcBef>
                <a:spcPts val="300"/>
              </a:spcBef>
              <a:buNone/>
              <a:defRPr/>
            </a:pPr>
            <a:r>
              <a:rPr lang="en-US" sz="950" err="1">
                <a:solidFill>
                  <a:prstClr val="black"/>
                </a:solidFill>
                <a:ea typeface="+mn-lt"/>
                <a:cs typeface="+mn-lt"/>
              </a:rPr>
              <a:t>Hablante</a:t>
            </a:r>
            <a:r>
              <a:rPr lang="en-US" sz="950">
                <a:solidFill>
                  <a:prstClr val="black"/>
                </a:solidFill>
                <a:ea typeface="+mn-lt"/>
                <a:cs typeface="+mn-lt"/>
              </a:rPr>
              <a:t> </a:t>
            </a:r>
            <a:r>
              <a:rPr lang="en-US" sz="950" err="1">
                <a:solidFill>
                  <a:prstClr val="black"/>
                </a:solidFill>
                <a:ea typeface="+mn-lt"/>
                <a:cs typeface="+mn-lt"/>
              </a:rPr>
              <a:t>nativo</a:t>
            </a:r>
            <a:r>
              <a:rPr lang="en-US" sz="950">
                <a:solidFill>
                  <a:prstClr val="black"/>
                </a:solidFill>
                <a:ea typeface="+mn-lt"/>
                <a:cs typeface="+mn-lt"/>
              </a:rPr>
              <a:t> de </a:t>
            </a:r>
            <a:r>
              <a:rPr lang="en-US" sz="950" b="1" err="1">
                <a:solidFill>
                  <a:prstClr val="black"/>
                </a:solidFill>
                <a:ea typeface="+mn-lt"/>
                <a:cs typeface="+mn-lt"/>
              </a:rPr>
              <a:t>español</a:t>
            </a:r>
            <a:r>
              <a:rPr lang="en-US" sz="950">
                <a:solidFill>
                  <a:prstClr val="black"/>
                </a:solidFill>
                <a:ea typeface="+mn-lt"/>
                <a:cs typeface="+mn-lt"/>
              </a:rPr>
              <a:t>, con </a:t>
            </a:r>
            <a:r>
              <a:rPr lang="en-US" sz="950" err="1">
                <a:solidFill>
                  <a:prstClr val="black"/>
                </a:solidFill>
                <a:ea typeface="+mn-lt"/>
                <a:cs typeface="+mn-lt"/>
              </a:rPr>
              <a:t>dominio</a:t>
            </a:r>
            <a:r>
              <a:rPr lang="en-US" sz="950">
                <a:solidFill>
                  <a:prstClr val="black"/>
                </a:solidFill>
                <a:ea typeface="+mn-lt"/>
                <a:cs typeface="+mn-lt"/>
              </a:rPr>
              <a:t> de </a:t>
            </a:r>
            <a:r>
              <a:rPr lang="en-US" sz="950" b="1">
                <a:solidFill>
                  <a:prstClr val="black"/>
                </a:solidFill>
                <a:ea typeface="+mn-lt"/>
                <a:cs typeface="+mn-lt"/>
              </a:rPr>
              <a:t>ingles</a:t>
            </a:r>
            <a:r>
              <a:rPr lang="en-US" sz="950">
                <a:solidFill>
                  <a:prstClr val="black"/>
                </a:solidFill>
                <a:ea typeface="+mn-lt"/>
                <a:cs typeface="+mn-lt"/>
              </a:rPr>
              <a:t> </a:t>
            </a:r>
            <a:r>
              <a:rPr lang="en-US" sz="950" err="1">
                <a:solidFill>
                  <a:prstClr val="black"/>
                </a:solidFill>
                <a:ea typeface="+mn-lt"/>
                <a:cs typeface="+mn-lt"/>
              </a:rPr>
              <a:t>avanzado</a:t>
            </a:r>
            <a:r>
              <a:rPr lang="en-US" sz="950">
                <a:solidFill>
                  <a:prstClr val="black"/>
                </a:solidFill>
                <a:ea typeface="+mn-lt"/>
                <a:cs typeface="+mn-lt"/>
              </a:rPr>
              <a:t> y </a:t>
            </a:r>
            <a:r>
              <a:rPr lang="en-US" sz="950" err="1">
                <a:solidFill>
                  <a:prstClr val="black"/>
                </a:solidFill>
                <a:ea typeface="+mn-lt"/>
                <a:cs typeface="+mn-lt"/>
              </a:rPr>
              <a:t>conocimientos</a:t>
            </a:r>
            <a:r>
              <a:rPr lang="en-US" sz="950">
                <a:solidFill>
                  <a:prstClr val="black"/>
                </a:solidFill>
                <a:ea typeface="+mn-lt"/>
                <a:cs typeface="+mn-lt"/>
              </a:rPr>
              <a:t> </a:t>
            </a:r>
            <a:r>
              <a:rPr lang="en-US" sz="950" err="1">
                <a:solidFill>
                  <a:prstClr val="black"/>
                </a:solidFill>
                <a:ea typeface="+mn-lt"/>
                <a:cs typeface="+mn-lt"/>
              </a:rPr>
              <a:t>básicos</a:t>
            </a:r>
            <a:r>
              <a:rPr lang="en-US" sz="950">
                <a:solidFill>
                  <a:prstClr val="black"/>
                </a:solidFill>
                <a:ea typeface="+mn-lt"/>
                <a:cs typeface="+mn-lt"/>
              </a:rPr>
              <a:t> de </a:t>
            </a:r>
            <a:r>
              <a:rPr lang="en-US" sz="950" b="1" err="1">
                <a:solidFill>
                  <a:prstClr val="black"/>
                </a:solidFill>
                <a:ea typeface="+mn-lt"/>
                <a:cs typeface="+mn-lt"/>
              </a:rPr>
              <a:t>portugués</a:t>
            </a:r>
            <a:r>
              <a:rPr lang="en-US" sz="950">
                <a:solidFill>
                  <a:prstClr val="black"/>
                </a:solidFill>
                <a:ea typeface="+mn-lt"/>
                <a:cs typeface="+mn-lt"/>
              </a:rPr>
              <a:t>.</a:t>
            </a:r>
            <a:endParaRPr lang="en-US" sz="950">
              <a:solidFill>
                <a:prstClr val="black"/>
              </a:solidFill>
              <a:ea typeface="Calibri"/>
              <a:cs typeface="Calibri"/>
            </a:endParaRPr>
          </a:p>
        </p:txBody>
      </p:sp>
      <p:sp>
        <p:nvSpPr>
          <p:cNvPr id="11" name="Text Placeholder 10">
            <a:extLst>
              <a:ext uri="{FF2B5EF4-FFF2-40B4-BE49-F238E27FC236}">
                <a16:creationId xmlns:a16="http://schemas.microsoft.com/office/drawing/2014/main" id="{0F052C32-1678-A1B3-027E-85BB21535F0A}"/>
              </a:ext>
            </a:extLst>
          </p:cNvPr>
          <p:cNvSpPr>
            <a:spLocks noGrp="1"/>
          </p:cNvSpPr>
          <p:nvPr>
            <p:ph type="body" sz="quarter" idx="17"/>
          </p:nvPr>
        </p:nvSpPr>
        <p:spPr>
          <a:xfrm>
            <a:off x="3051401" y="2647473"/>
            <a:ext cx="2455912"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Soluciones </a:t>
            </a:r>
            <a:r>
              <a:rPr lang="en-US" altLang="en-US" sz="900" err="1">
                <a:solidFill>
                  <a:prstClr val="black"/>
                </a:solidFill>
                <a:latin typeface="Calibri"/>
                <a:ea typeface="Calibri"/>
                <a:cs typeface="Arial"/>
              </a:rPr>
              <a:t>basadas</a:t>
            </a:r>
            <a:r>
              <a:rPr lang="en-US" altLang="en-US" sz="900">
                <a:solidFill>
                  <a:prstClr val="black"/>
                </a:solidFill>
                <a:latin typeface="Calibri"/>
                <a:ea typeface="Calibri"/>
                <a:cs typeface="Arial"/>
              </a:rPr>
              <a:t> </a:t>
            </a:r>
            <a:r>
              <a:rPr lang="en-US" altLang="en-US" sz="900" err="1">
                <a:solidFill>
                  <a:prstClr val="black"/>
                </a:solidFill>
                <a:latin typeface="Calibri"/>
                <a:ea typeface="Calibri"/>
                <a:cs typeface="Arial"/>
              </a:rPr>
              <a:t>en</a:t>
            </a:r>
            <a:r>
              <a:rPr lang="en-US" altLang="en-US" sz="900">
                <a:solidFill>
                  <a:prstClr val="black"/>
                </a:solidFill>
                <a:latin typeface="Calibri"/>
                <a:ea typeface="Calibri"/>
                <a:cs typeface="Arial"/>
              </a:rPr>
              <a:t> IA </a:t>
            </a:r>
            <a:r>
              <a:rPr lang="en-US" altLang="en-US" sz="900" err="1">
                <a:solidFill>
                  <a:prstClr val="black"/>
                </a:solidFill>
                <a:latin typeface="Calibri"/>
                <a:ea typeface="Calibri"/>
                <a:cs typeface="Arial"/>
              </a:rPr>
              <a:t>generativa</a:t>
            </a:r>
            <a:r>
              <a:rPr lang="en-US" altLang="en-US" sz="900">
                <a:solidFill>
                  <a:prstClr val="black"/>
                </a:solidFill>
                <a:latin typeface="Calibri"/>
                <a:ea typeface="Calibri"/>
                <a:cs typeface="Arial"/>
              </a:rPr>
              <a:t> y LLM</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Ingeniería y </a:t>
            </a:r>
            <a:r>
              <a:rPr lang="en-US" altLang="en-US" sz="900" err="1">
                <a:solidFill>
                  <a:prstClr val="black"/>
                </a:solidFill>
                <a:latin typeface="Calibri"/>
                <a:ea typeface="Calibri"/>
                <a:cs typeface="Arial"/>
              </a:rPr>
              <a:t>procesamiento</a:t>
            </a:r>
            <a:r>
              <a:rPr lang="en-US" altLang="en-US" sz="900">
                <a:solidFill>
                  <a:prstClr val="black"/>
                </a:solidFill>
                <a:latin typeface="Calibri"/>
                <a:ea typeface="Calibri"/>
                <a:cs typeface="Arial"/>
              </a:rPr>
              <a:t> de Datos</a:t>
            </a:r>
          </a:p>
          <a:p>
            <a:pPr marL="170180" indent="-170180">
              <a:lnSpc>
                <a:spcPct val="100000"/>
              </a:lnSpc>
              <a:spcBef>
                <a:spcPts val="450"/>
              </a:spcBef>
              <a:tabLst>
                <a:tab pos="133270" algn="l"/>
              </a:tabLst>
              <a:defRPr/>
            </a:pPr>
            <a:r>
              <a:rPr lang="en-US" altLang="en-US" sz="900" err="1">
                <a:solidFill>
                  <a:prstClr val="black"/>
                </a:solidFill>
                <a:latin typeface="Calibri"/>
                <a:ea typeface="Calibri"/>
                <a:cs typeface="Arial"/>
              </a:rPr>
              <a:t>Arquitectura</a:t>
            </a:r>
            <a:r>
              <a:rPr lang="en-US" altLang="en-US" sz="900">
                <a:solidFill>
                  <a:prstClr val="black"/>
                </a:solidFill>
                <a:latin typeface="Calibri"/>
                <a:ea typeface="Calibri"/>
                <a:cs typeface="Arial"/>
              </a:rPr>
              <a:t> e </a:t>
            </a:r>
            <a:r>
              <a:rPr lang="en-US" altLang="en-US" sz="900" err="1">
                <a:solidFill>
                  <a:prstClr val="black"/>
                </a:solidFill>
                <a:latin typeface="Calibri"/>
                <a:ea typeface="Calibri"/>
                <a:cs typeface="Arial"/>
              </a:rPr>
              <a:t>integración</a:t>
            </a:r>
            <a:r>
              <a:rPr lang="en-US" altLang="en-US" sz="900">
                <a:solidFill>
                  <a:prstClr val="black"/>
                </a:solidFill>
                <a:latin typeface="Calibri"/>
                <a:ea typeface="Calibri"/>
                <a:cs typeface="Arial"/>
              </a:rPr>
              <a:t> </a:t>
            </a:r>
            <a:r>
              <a:rPr lang="en-US" altLang="en-US" sz="900" err="1">
                <a:solidFill>
                  <a:prstClr val="black"/>
                </a:solidFill>
                <a:latin typeface="Calibri"/>
                <a:ea typeface="Calibri"/>
                <a:cs typeface="Arial"/>
              </a:rPr>
              <a:t>en</a:t>
            </a:r>
            <a:r>
              <a:rPr lang="en-US" altLang="en-US" sz="900">
                <a:solidFill>
                  <a:prstClr val="black"/>
                </a:solidFill>
                <a:latin typeface="Calibri"/>
                <a:ea typeface="Calibri"/>
                <a:cs typeface="Arial"/>
              </a:rPr>
              <a:t> la </a:t>
            </a:r>
            <a:r>
              <a:rPr lang="en-US" altLang="en-US" sz="900" err="1">
                <a:solidFill>
                  <a:prstClr val="black"/>
                </a:solidFill>
                <a:latin typeface="Calibri"/>
                <a:ea typeface="Calibri"/>
                <a:cs typeface="Arial"/>
              </a:rPr>
              <a:t>nube</a:t>
            </a:r>
            <a:endParaRPr lang="en-US" sz="900" err="1">
              <a:solidFill>
                <a:prstClr val="black"/>
              </a:solidFill>
              <a:ea typeface="Calibri"/>
              <a:cs typeface="Arial"/>
            </a:endParaRP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Desarrollo de software y </a:t>
            </a:r>
            <a:r>
              <a:rPr lang="en-US" altLang="en-US" sz="900" err="1">
                <a:solidFill>
                  <a:prstClr val="black"/>
                </a:solidFill>
                <a:latin typeface="Calibri"/>
                <a:ea typeface="Calibri" panose="020F0502020204030204"/>
                <a:cs typeface="Arial"/>
              </a:rPr>
              <a:t>automatización</a:t>
            </a:r>
            <a:r>
              <a:rPr lang="en-US" altLang="en-US" sz="900">
                <a:solidFill>
                  <a:prstClr val="black"/>
                </a:solidFill>
                <a:latin typeface="Calibri"/>
                <a:ea typeface="Calibri" panose="020F0502020204030204"/>
                <a:cs typeface="Arial"/>
              </a:rPr>
              <a:t> de </a:t>
            </a:r>
            <a:r>
              <a:rPr lang="en-US" altLang="en-US" sz="900" err="1">
                <a:solidFill>
                  <a:prstClr val="black"/>
                </a:solidFill>
                <a:latin typeface="Calibri"/>
                <a:ea typeface="Calibri" panose="020F0502020204030204"/>
                <a:cs typeface="Arial"/>
              </a:rPr>
              <a:t>procesos</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Python, Java, Scala, C#, Spark, SQL, PHP </a:t>
            </a:r>
          </a:p>
          <a:p>
            <a:pPr marL="170180" indent="-170180">
              <a:lnSpc>
                <a:spcPct val="100000"/>
              </a:lnSpc>
              <a:spcBef>
                <a:spcPts val="450"/>
              </a:spcBef>
              <a:tabLst>
                <a:tab pos="133270" algn="l"/>
              </a:tabLst>
              <a:defRPr/>
            </a:pPr>
            <a:r>
              <a:rPr lang="en-US" altLang="en-US" sz="900">
                <a:solidFill>
                  <a:prstClr val="black"/>
                </a:solidFill>
                <a:latin typeface="Calibri"/>
                <a:ea typeface="Calibri" panose="020F0502020204030204"/>
                <a:cs typeface="Arial"/>
              </a:rPr>
              <a:t>Cloud (GCP, AWS)</a:t>
            </a:r>
            <a:endParaRPr lang="en-US" sz="900">
              <a:solidFill>
                <a:prstClr val="black"/>
              </a:solidFill>
              <a:ea typeface="Calibri"/>
              <a:cs typeface="Arial"/>
            </a:endParaRPr>
          </a:p>
          <a:p>
            <a:pPr marL="0" lvl="0" indent="0">
              <a:lnSpc>
                <a:spcPct val="100000"/>
              </a:lnSpc>
              <a:spcBef>
                <a:spcPts val="450"/>
              </a:spcBef>
              <a:buNone/>
              <a:tabLst>
                <a:tab pos="133270" algn="l"/>
              </a:tabLst>
              <a:defRPr/>
            </a:pPr>
            <a:endParaRPr lang="en-US" altLang="en-US" sz="80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CD3249AF-C2CC-3A45-F6A0-4F9FC26F244E}"/>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marL="0" indent="0" defTabSz="912813">
              <a:lnSpc>
                <a:spcPct val="100000"/>
              </a:lnSpc>
              <a:spcBef>
                <a:spcPts val="0"/>
              </a:spcBef>
              <a:buNone/>
              <a:tabLst>
                <a:tab pos="917575" algn="l"/>
              </a:tabLst>
              <a:defRPr/>
            </a:pPr>
            <a:r>
              <a:rPr lang="es-AR" sz="1050">
                <a:solidFill>
                  <a:prstClr val="black"/>
                </a:solidFill>
              </a:rPr>
              <a:t>ACCENTURE – AI/LLM </a:t>
            </a:r>
            <a:r>
              <a:rPr lang="es-AR" sz="1050" err="1">
                <a:solidFill>
                  <a:prstClr val="black"/>
                </a:solidFill>
              </a:rPr>
              <a:t>Technology</a:t>
            </a:r>
            <a:r>
              <a:rPr lang="es-AR" sz="1050">
                <a:solidFill>
                  <a:prstClr val="black"/>
                </a:solidFill>
              </a:rPr>
              <a:t> </a:t>
            </a:r>
            <a:r>
              <a:rPr lang="es-AR" sz="1050" err="1">
                <a:solidFill>
                  <a:prstClr val="black"/>
                </a:solidFill>
              </a:rPr>
              <a:t>Architecture</a:t>
            </a:r>
            <a:r>
              <a:rPr lang="es-AR" sz="1050">
                <a:solidFill>
                  <a:prstClr val="black"/>
                </a:solidFill>
              </a:rPr>
              <a:t> </a:t>
            </a:r>
            <a:r>
              <a:rPr lang="es-AR" sz="1050" err="1">
                <a:solidFill>
                  <a:prstClr val="black"/>
                </a:solidFill>
              </a:rPr>
              <a:t>Analyst</a:t>
            </a:r>
            <a:endParaRPr lang="es-AR" sz="1050" err="1">
              <a:solidFill>
                <a:prstClr val="black"/>
              </a:solidFill>
              <a:ea typeface="Calibri"/>
              <a:cs typeface="Calibri"/>
            </a:endParaRPr>
          </a:p>
          <a:p>
            <a:pPr defTabSz="912813">
              <a:lnSpc>
                <a:spcPct val="100000"/>
              </a:lnSpc>
              <a:spcBef>
                <a:spcPts val="0"/>
              </a:spcBef>
              <a:tabLst>
                <a:tab pos="917575" algn="l"/>
              </a:tabLst>
              <a:defRPr/>
            </a:pPr>
            <a:r>
              <a:rPr lang="en-US" sz="1050" b="0" err="1">
                <a:solidFill>
                  <a:prstClr val="black"/>
                </a:solidFill>
                <a:ea typeface="Calibri"/>
                <a:cs typeface="Calibri"/>
              </a:rPr>
              <a:t>Actualmente</a:t>
            </a:r>
            <a:r>
              <a:rPr lang="en-US" sz="1050" b="0">
                <a:solidFill>
                  <a:prstClr val="black"/>
                </a:solidFill>
                <a:ea typeface="+mn-lt"/>
                <a:cs typeface="+mn-lt"/>
              </a:rPr>
              <a:t> </a:t>
            </a:r>
            <a:r>
              <a:rPr lang="en-US" sz="1050" b="0" err="1">
                <a:solidFill>
                  <a:prstClr val="black"/>
                </a:solidFill>
                <a:ea typeface="+mn-lt"/>
                <a:cs typeface="+mn-lt"/>
              </a:rPr>
              <a:t>trabajo</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a:t>
            </a:r>
            <a:r>
              <a:rPr lang="en-US" sz="1050" b="0" err="1">
                <a:solidFill>
                  <a:prstClr val="black"/>
                </a:solidFill>
                <a:ea typeface="+mn-lt"/>
                <a:cs typeface="+mn-lt"/>
              </a:rPr>
              <a:t>iniciativas</a:t>
            </a:r>
            <a:r>
              <a:rPr lang="en-US" sz="1050" b="0">
                <a:solidFill>
                  <a:prstClr val="black"/>
                </a:solidFill>
                <a:ea typeface="+mn-lt"/>
                <a:cs typeface="+mn-lt"/>
              </a:rPr>
              <a:t> </a:t>
            </a:r>
            <a:r>
              <a:rPr lang="en-US" sz="1050" b="0" err="1">
                <a:solidFill>
                  <a:prstClr val="black"/>
                </a:solidFill>
                <a:ea typeface="+mn-lt"/>
                <a:cs typeface="+mn-lt"/>
              </a:rPr>
              <a:t>vinculadas</a:t>
            </a:r>
            <a:r>
              <a:rPr lang="en-US" sz="1050" b="0">
                <a:solidFill>
                  <a:prstClr val="black"/>
                </a:solidFill>
                <a:ea typeface="+mn-lt"/>
                <a:cs typeface="+mn-lt"/>
              </a:rPr>
              <a:t> a IA y LLM, </a:t>
            </a:r>
            <a:r>
              <a:rPr lang="en-US" sz="1050" b="0" err="1">
                <a:solidFill>
                  <a:prstClr val="black"/>
                </a:solidFill>
                <a:ea typeface="+mn-lt"/>
                <a:cs typeface="+mn-lt"/>
              </a:rPr>
              <a:t>participando</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a:t>
            </a:r>
            <a:r>
              <a:rPr lang="en-US" sz="1050" b="0" err="1">
                <a:solidFill>
                  <a:prstClr val="black"/>
                </a:solidFill>
                <a:ea typeface="+mn-lt"/>
                <a:cs typeface="+mn-lt"/>
              </a:rPr>
              <a:t>una</a:t>
            </a:r>
            <a:r>
              <a:rPr lang="en-US" sz="1050" b="0">
                <a:solidFill>
                  <a:prstClr val="black"/>
                </a:solidFill>
                <a:ea typeface="+mn-lt"/>
                <a:cs typeface="+mn-lt"/>
              </a:rPr>
              <a:t> Academia interna de IA </a:t>
            </a:r>
            <a:r>
              <a:rPr lang="en-US" sz="1050" b="0" err="1">
                <a:solidFill>
                  <a:prstClr val="black"/>
                </a:solidFill>
                <a:ea typeface="+mn-lt"/>
                <a:cs typeface="+mn-lt"/>
              </a:rPr>
              <a:t>enfocada</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IA </a:t>
            </a:r>
            <a:r>
              <a:rPr lang="en-US" sz="1050" b="0" err="1">
                <a:solidFill>
                  <a:prstClr val="black"/>
                </a:solidFill>
                <a:ea typeface="+mn-lt"/>
                <a:cs typeface="+mn-lt"/>
              </a:rPr>
              <a:t>agéntica</a:t>
            </a:r>
            <a:r>
              <a:rPr lang="en-US" sz="1050" b="0">
                <a:solidFill>
                  <a:prstClr val="black"/>
                </a:solidFill>
                <a:ea typeface="+mn-lt"/>
                <a:cs typeface="+mn-lt"/>
              </a:rPr>
              <a:t>, </a:t>
            </a:r>
            <a:r>
              <a:rPr lang="en-US" sz="1050" b="0" err="1">
                <a:solidFill>
                  <a:prstClr val="black"/>
                </a:solidFill>
                <a:ea typeface="+mn-lt"/>
                <a:cs typeface="+mn-lt"/>
              </a:rPr>
              <a:t>grafos</a:t>
            </a:r>
            <a:r>
              <a:rPr lang="en-US" sz="1050" b="0">
                <a:solidFill>
                  <a:prstClr val="black"/>
                </a:solidFill>
                <a:ea typeface="+mn-lt"/>
                <a:cs typeface="+mn-lt"/>
              </a:rPr>
              <a:t> de </a:t>
            </a:r>
            <a:r>
              <a:rPr lang="en-US" sz="1050" b="0" err="1">
                <a:solidFill>
                  <a:prstClr val="black"/>
                </a:solidFill>
                <a:ea typeface="+mn-lt"/>
                <a:cs typeface="+mn-lt"/>
              </a:rPr>
              <a:t>conocimiento</a:t>
            </a:r>
            <a:r>
              <a:rPr lang="en-US" sz="1050" b="0">
                <a:solidFill>
                  <a:prstClr val="black"/>
                </a:solidFill>
                <a:ea typeface="+mn-lt"/>
                <a:cs typeface="+mn-lt"/>
              </a:rPr>
              <a:t> para RAG, </a:t>
            </a:r>
            <a:r>
              <a:rPr lang="en-US" sz="1050" b="0" err="1">
                <a:solidFill>
                  <a:prstClr val="black"/>
                </a:solidFill>
                <a:ea typeface="+mn-lt"/>
                <a:cs typeface="+mn-lt"/>
              </a:rPr>
              <a:t>agentes</a:t>
            </a:r>
            <a:r>
              <a:rPr lang="en-US" sz="1050" b="0">
                <a:solidFill>
                  <a:prstClr val="black"/>
                </a:solidFill>
                <a:ea typeface="+mn-lt"/>
                <a:cs typeface="+mn-lt"/>
              </a:rPr>
              <a:t> con </a:t>
            </a:r>
            <a:r>
              <a:rPr lang="en-US" sz="1050" b="0" err="1">
                <a:solidFill>
                  <a:prstClr val="black"/>
                </a:solidFill>
                <a:ea typeface="+mn-lt"/>
                <a:cs typeface="+mn-lt"/>
              </a:rPr>
              <a:t>LangGraph</a:t>
            </a:r>
            <a:r>
              <a:rPr lang="en-US" sz="1050" b="0">
                <a:solidFill>
                  <a:prstClr val="black"/>
                </a:solidFill>
                <a:ea typeface="+mn-lt"/>
                <a:cs typeface="+mn-lt"/>
              </a:rPr>
              <a:t>, </a:t>
            </a:r>
            <a:r>
              <a:rPr lang="en-US" sz="1050" b="0" err="1">
                <a:solidFill>
                  <a:prstClr val="black"/>
                </a:solidFill>
                <a:ea typeface="+mn-lt"/>
                <a:cs typeface="+mn-lt"/>
              </a:rPr>
              <a:t>el</a:t>
            </a:r>
            <a:r>
              <a:rPr lang="en-US" sz="1050" b="0">
                <a:solidFill>
                  <a:prstClr val="black"/>
                </a:solidFill>
                <a:ea typeface="+mn-lt"/>
                <a:cs typeface="+mn-lt"/>
              </a:rPr>
              <a:t> </a:t>
            </a:r>
            <a:r>
              <a:rPr lang="en-US" sz="1050" b="0" err="1">
                <a:solidFill>
                  <a:prstClr val="black"/>
                </a:solidFill>
                <a:ea typeface="+mn-lt"/>
                <a:cs typeface="+mn-lt"/>
              </a:rPr>
              <a:t>protocolo</a:t>
            </a:r>
            <a:r>
              <a:rPr lang="en-US" sz="1050" b="0">
                <a:solidFill>
                  <a:prstClr val="black"/>
                </a:solidFill>
                <a:ea typeface="+mn-lt"/>
                <a:cs typeface="+mn-lt"/>
              </a:rPr>
              <a:t> A2A, Skills de </a:t>
            </a:r>
            <a:r>
              <a:rPr lang="en-US" sz="1050" b="0" err="1">
                <a:solidFill>
                  <a:prstClr val="black"/>
                </a:solidFill>
                <a:ea typeface="+mn-lt"/>
                <a:cs typeface="+mn-lt"/>
              </a:rPr>
              <a:t>agentes</a:t>
            </a:r>
            <a:r>
              <a:rPr lang="en-US" sz="1050" b="0">
                <a:solidFill>
                  <a:prstClr val="black"/>
                </a:solidFill>
                <a:ea typeface="+mn-lt"/>
                <a:cs typeface="+mn-lt"/>
              </a:rPr>
              <a:t> de Anthropic, </a:t>
            </a:r>
            <a:r>
              <a:rPr lang="en-US" sz="1050" b="0" err="1">
                <a:solidFill>
                  <a:prstClr val="black"/>
                </a:solidFill>
                <a:ea typeface="+mn-lt"/>
                <a:cs typeface="+mn-lt"/>
              </a:rPr>
              <a:t>agentes</a:t>
            </a:r>
            <a:r>
              <a:rPr lang="en-US" sz="1050" b="0">
                <a:solidFill>
                  <a:prstClr val="black"/>
                </a:solidFill>
                <a:ea typeface="+mn-lt"/>
                <a:cs typeface="+mn-lt"/>
              </a:rPr>
              <a:t> de </a:t>
            </a:r>
            <a:r>
              <a:rPr lang="en-US" sz="1050" b="0" err="1">
                <a:solidFill>
                  <a:prstClr val="black"/>
                </a:solidFill>
                <a:ea typeface="+mn-lt"/>
                <a:cs typeface="+mn-lt"/>
              </a:rPr>
              <a:t>datos</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Snowflake y </a:t>
            </a:r>
            <a:r>
              <a:rPr lang="en-US" sz="1050" b="0" err="1">
                <a:solidFill>
                  <a:prstClr val="black"/>
                </a:solidFill>
                <a:ea typeface="+mn-lt"/>
                <a:cs typeface="+mn-lt"/>
              </a:rPr>
              <a:t>técnicas</a:t>
            </a:r>
            <a:r>
              <a:rPr lang="en-US" sz="1050" b="0">
                <a:solidFill>
                  <a:prstClr val="black"/>
                </a:solidFill>
                <a:ea typeface="+mn-lt"/>
                <a:cs typeface="+mn-lt"/>
              </a:rPr>
              <a:t> </a:t>
            </a:r>
            <a:r>
              <a:rPr lang="en-US" sz="1050" b="0" err="1">
                <a:solidFill>
                  <a:prstClr val="black"/>
                </a:solidFill>
                <a:ea typeface="+mn-lt"/>
                <a:cs typeface="+mn-lt"/>
              </a:rPr>
              <a:t>avanzadas</a:t>
            </a:r>
            <a:r>
              <a:rPr lang="en-US" sz="1050" b="0">
                <a:solidFill>
                  <a:prstClr val="black"/>
                </a:solidFill>
                <a:ea typeface="+mn-lt"/>
                <a:cs typeface="+mn-lt"/>
              </a:rPr>
              <a:t> de IA </a:t>
            </a:r>
            <a:r>
              <a:rPr lang="en-US" sz="1050" b="0" err="1">
                <a:solidFill>
                  <a:prstClr val="black"/>
                </a:solidFill>
                <a:ea typeface="+mn-lt"/>
                <a:cs typeface="+mn-lt"/>
              </a:rPr>
              <a:t>agéntica</a:t>
            </a:r>
            <a:r>
              <a:rPr lang="en-US" sz="1050" b="0">
                <a:solidFill>
                  <a:prstClr val="black"/>
                </a:solidFill>
                <a:ea typeface="+mn-lt"/>
                <a:cs typeface="+mn-lt"/>
              </a:rPr>
              <a:t>.</a:t>
            </a:r>
          </a:p>
          <a:p>
            <a:pPr marL="0" indent="0" defTabSz="912813">
              <a:lnSpc>
                <a:spcPct val="100000"/>
              </a:lnSpc>
              <a:spcBef>
                <a:spcPts val="0"/>
              </a:spcBef>
              <a:buNone/>
              <a:tabLst>
                <a:tab pos="917575" algn="l"/>
              </a:tabLst>
              <a:defRPr/>
            </a:pPr>
            <a:endParaRPr lang="es-AR" sz="1050">
              <a:solidFill>
                <a:prstClr val="black"/>
              </a:solidFill>
              <a:ea typeface="Calibri"/>
              <a:cs typeface="Calibri"/>
            </a:endParaRPr>
          </a:p>
          <a:p>
            <a:pPr marL="0" indent="0" defTabSz="912813">
              <a:lnSpc>
                <a:spcPct val="100000"/>
              </a:lnSpc>
              <a:spcBef>
                <a:spcPts val="0"/>
              </a:spcBef>
              <a:buNone/>
              <a:tabLst>
                <a:tab pos="917575" algn="l"/>
              </a:tabLst>
              <a:defRPr/>
            </a:pPr>
            <a:r>
              <a:rPr lang="es-AR" sz="1050">
                <a:solidFill>
                  <a:prstClr val="black"/>
                </a:solidFill>
                <a:ea typeface="Calibri"/>
                <a:cs typeface="Calibri"/>
              </a:rPr>
              <a:t>GRID DYNAMICS – Big Data </a:t>
            </a:r>
            <a:r>
              <a:rPr lang="es-AR" sz="1050" err="1">
                <a:solidFill>
                  <a:prstClr val="black"/>
                </a:solidFill>
                <a:ea typeface="Calibri"/>
                <a:cs typeface="Calibri"/>
              </a:rPr>
              <a:t>Engineer</a:t>
            </a:r>
            <a:endParaRPr lang="es-AR" sz="1050">
              <a:solidFill>
                <a:prstClr val="black"/>
              </a:solidFill>
              <a:ea typeface="Calibri"/>
              <a:cs typeface="Calibri"/>
            </a:endParaRPr>
          </a:p>
          <a:p>
            <a:pPr defTabSz="912813">
              <a:lnSpc>
                <a:spcPct val="100000"/>
              </a:lnSpc>
              <a:spcBef>
                <a:spcPts val="0"/>
              </a:spcBef>
              <a:tabLst>
                <a:tab pos="917575" algn="l"/>
              </a:tabLst>
              <a:defRPr/>
            </a:pPr>
            <a:r>
              <a:rPr lang="en-US" sz="1050" b="0" err="1">
                <a:solidFill>
                  <a:prstClr val="black"/>
                </a:solidFill>
                <a:ea typeface="+mn-lt"/>
                <a:cs typeface="+mn-lt"/>
              </a:rPr>
              <a:t>Contribuí</a:t>
            </a:r>
            <a:r>
              <a:rPr lang="en-US" sz="1050" b="0">
                <a:solidFill>
                  <a:prstClr val="black"/>
                </a:solidFill>
                <a:ea typeface="+mn-lt"/>
                <a:cs typeface="+mn-lt"/>
              </a:rPr>
              <a:t> a </a:t>
            </a:r>
            <a:r>
              <a:rPr lang="en-US" sz="1050" b="0" err="1">
                <a:solidFill>
                  <a:prstClr val="black"/>
                </a:solidFill>
                <a:ea typeface="+mn-lt"/>
                <a:cs typeface="+mn-lt"/>
              </a:rPr>
              <a:t>iniciativas</a:t>
            </a:r>
            <a:r>
              <a:rPr lang="en-US" sz="1050" b="0">
                <a:solidFill>
                  <a:prstClr val="black"/>
                </a:solidFill>
                <a:ea typeface="+mn-lt"/>
                <a:cs typeface="+mn-lt"/>
              </a:rPr>
              <a:t> </a:t>
            </a:r>
            <a:r>
              <a:rPr lang="en-US" sz="1050" b="0" err="1">
                <a:solidFill>
                  <a:prstClr val="black"/>
                </a:solidFill>
                <a:ea typeface="+mn-lt"/>
                <a:cs typeface="+mn-lt"/>
              </a:rPr>
              <a:t>centradas</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a:t>
            </a:r>
            <a:r>
              <a:rPr lang="en-US" sz="1050" b="0" err="1">
                <a:solidFill>
                  <a:prstClr val="black"/>
                </a:solidFill>
                <a:ea typeface="+mn-lt"/>
                <a:cs typeface="+mn-lt"/>
              </a:rPr>
              <a:t>interoperabilidad</a:t>
            </a:r>
            <a:r>
              <a:rPr lang="en-US" sz="1050" b="0">
                <a:solidFill>
                  <a:prstClr val="black"/>
                </a:solidFill>
                <a:ea typeface="+mn-lt"/>
                <a:cs typeface="+mn-lt"/>
              </a:rPr>
              <a:t> IoT y </a:t>
            </a:r>
            <a:r>
              <a:rPr lang="en-US" sz="1050" b="0" err="1">
                <a:solidFill>
                  <a:prstClr val="black"/>
                </a:solidFill>
                <a:ea typeface="+mn-lt"/>
                <a:cs typeface="+mn-lt"/>
              </a:rPr>
              <a:t>datos</a:t>
            </a:r>
            <a:r>
              <a:rPr lang="en-US" sz="1050" b="0">
                <a:solidFill>
                  <a:prstClr val="black"/>
                </a:solidFill>
                <a:ea typeface="+mn-lt"/>
                <a:cs typeface="+mn-lt"/>
              </a:rPr>
              <a:t> </a:t>
            </a:r>
            <a:r>
              <a:rPr lang="en-US" sz="1050" b="0" err="1">
                <a:solidFill>
                  <a:prstClr val="black"/>
                </a:solidFill>
                <a:ea typeface="+mn-lt"/>
                <a:cs typeface="+mn-lt"/>
              </a:rPr>
              <a:t>mediante</a:t>
            </a:r>
            <a:r>
              <a:rPr lang="en-US" sz="1050" b="0">
                <a:solidFill>
                  <a:prstClr val="black"/>
                </a:solidFill>
                <a:ea typeface="+mn-lt"/>
                <a:cs typeface="+mn-lt"/>
              </a:rPr>
              <a:t> la </a:t>
            </a:r>
            <a:r>
              <a:rPr lang="en-US" sz="1050" b="0" err="1">
                <a:solidFill>
                  <a:prstClr val="black"/>
                </a:solidFill>
                <a:ea typeface="+mn-lt"/>
                <a:cs typeface="+mn-lt"/>
              </a:rPr>
              <a:t>construcción</a:t>
            </a:r>
            <a:r>
              <a:rPr lang="en-US" sz="1050" b="0">
                <a:solidFill>
                  <a:prstClr val="black"/>
                </a:solidFill>
                <a:ea typeface="+mn-lt"/>
                <a:cs typeface="+mn-lt"/>
              </a:rPr>
              <a:t> de pipelines de </a:t>
            </a:r>
            <a:r>
              <a:rPr lang="en-US" sz="1050" b="0" err="1">
                <a:solidFill>
                  <a:prstClr val="black"/>
                </a:solidFill>
                <a:ea typeface="+mn-lt"/>
                <a:cs typeface="+mn-lt"/>
              </a:rPr>
              <a:t>datos</a:t>
            </a:r>
            <a:r>
              <a:rPr lang="en-US" sz="1050" b="0">
                <a:solidFill>
                  <a:prstClr val="black"/>
                </a:solidFill>
                <a:ea typeface="+mn-lt"/>
                <a:cs typeface="+mn-lt"/>
              </a:rPr>
              <a:t> </a:t>
            </a:r>
            <a:r>
              <a:rPr lang="en-US" sz="1050" b="0" err="1">
                <a:solidFill>
                  <a:prstClr val="black"/>
                </a:solidFill>
                <a:ea typeface="+mn-lt"/>
                <a:cs typeface="+mn-lt"/>
              </a:rPr>
              <a:t>escalables</a:t>
            </a:r>
            <a:r>
              <a:rPr lang="en-US" sz="1050" b="0">
                <a:solidFill>
                  <a:prstClr val="black"/>
                </a:solidFill>
                <a:ea typeface="+mn-lt"/>
                <a:cs typeface="+mn-lt"/>
              </a:rPr>
              <a:t>, la </a:t>
            </a:r>
            <a:r>
              <a:rPr lang="en-US" sz="1050" b="0" err="1">
                <a:solidFill>
                  <a:prstClr val="black"/>
                </a:solidFill>
                <a:ea typeface="+mn-lt"/>
                <a:cs typeface="+mn-lt"/>
              </a:rPr>
              <a:t>estandarización</a:t>
            </a:r>
            <a:r>
              <a:rPr lang="en-US" sz="1050" b="0">
                <a:solidFill>
                  <a:prstClr val="black"/>
                </a:solidFill>
                <a:ea typeface="+mn-lt"/>
                <a:cs typeface="+mn-lt"/>
              </a:rPr>
              <a:t> de logs </a:t>
            </a:r>
            <a:r>
              <a:rPr lang="en-US" sz="1050" b="0" err="1">
                <a:solidFill>
                  <a:prstClr val="black"/>
                </a:solidFill>
                <a:ea typeface="+mn-lt"/>
                <a:cs typeface="+mn-lt"/>
              </a:rPr>
              <a:t>estructurados</a:t>
            </a:r>
            <a:r>
              <a:rPr lang="en-US" sz="1050" b="0">
                <a:solidFill>
                  <a:prstClr val="black"/>
                </a:solidFill>
                <a:ea typeface="+mn-lt"/>
                <a:cs typeface="+mn-lt"/>
              </a:rPr>
              <a:t> y </a:t>
            </a:r>
            <a:r>
              <a:rPr lang="en-US" sz="1050" b="0" err="1">
                <a:solidFill>
                  <a:prstClr val="black"/>
                </a:solidFill>
                <a:ea typeface="+mn-lt"/>
                <a:cs typeface="+mn-lt"/>
              </a:rPr>
              <a:t>telemetría</a:t>
            </a:r>
            <a:r>
              <a:rPr lang="en-US" sz="1050" b="0">
                <a:solidFill>
                  <a:prstClr val="black"/>
                </a:solidFill>
                <a:ea typeface="+mn-lt"/>
                <a:cs typeface="+mn-lt"/>
              </a:rPr>
              <a:t>, y la </a:t>
            </a:r>
            <a:r>
              <a:rPr lang="en-US" sz="1050" b="0" err="1">
                <a:solidFill>
                  <a:prstClr val="black"/>
                </a:solidFill>
                <a:ea typeface="+mn-lt"/>
                <a:cs typeface="+mn-lt"/>
              </a:rPr>
              <a:t>habilitación</a:t>
            </a:r>
            <a:r>
              <a:rPr lang="en-US" sz="1050" b="0">
                <a:solidFill>
                  <a:prstClr val="black"/>
                </a:solidFill>
                <a:ea typeface="+mn-lt"/>
                <a:cs typeface="+mn-lt"/>
              </a:rPr>
              <a:t> del </a:t>
            </a:r>
            <a:r>
              <a:rPr lang="en-US" sz="1050" b="0" err="1">
                <a:solidFill>
                  <a:prstClr val="black"/>
                </a:solidFill>
                <a:ea typeface="+mn-lt"/>
                <a:cs typeface="+mn-lt"/>
              </a:rPr>
              <a:t>análisis</a:t>
            </a:r>
            <a:r>
              <a:rPr lang="en-US" sz="1050" b="0">
                <a:solidFill>
                  <a:prstClr val="black"/>
                </a:solidFill>
                <a:ea typeface="+mn-lt"/>
                <a:cs typeface="+mn-lt"/>
              </a:rPr>
              <a:t> de </a:t>
            </a:r>
            <a:r>
              <a:rPr lang="en-US" sz="1050" b="0" err="1">
                <a:solidFill>
                  <a:prstClr val="black"/>
                </a:solidFill>
                <a:ea typeface="+mn-lt"/>
                <a:cs typeface="+mn-lt"/>
              </a:rPr>
              <a:t>fallos</a:t>
            </a:r>
            <a:r>
              <a:rPr lang="en-US" sz="1050" b="0">
                <a:solidFill>
                  <a:prstClr val="black"/>
                </a:solidFill>
                <a:ea typeface="+mn-lt"/>
                <a:cs typeface="+mn-lt"/>
              </a:rPr>
              <a:t> y </a:t>
            </a:r>
            <a:r>
              <a:rPr lang="en-US" sz="1050" b="0" err="1">
                <a:solidFill>
                  <a:prstClr val="black"/>
                </a:solidFill>
                <a:ea typeface="+mn-lt"/>
                <a:cs typeface="+mn-lt"/>
              </a:rPr>
              <a:t>regresiones</a:t>
            </a:r>
            <a:r>
              <a:rPr lang="en-US" sz="1050" b="0">
                <a:solidFill>
                  <a:prstClr val="black"/>
                </a:solidFill>
                <a:ea typeface="+mn-lt"/>
                <a:cs typeface="+mn-lt"/>
              </a:rPr>
              <a:t> a </a:t>
            </a:r>
            <a:r>
              <a:rPr lang="en-US" sz="1050" b="0" err="1">
                <a:solidFill>
                  <a:prstClr val="black"/>
                </a:solidFill>
                <a:ea typeface="+mn-lt"/>
                <a:cs typeface="+mn-lt"/>
              </a:rPr>
              <a:t>través</a:t>
            </a:r>
            <a:r>
              <a:rPr lang="en-US" sz="1050" b="0">
                <a:solidFill>
                  <a:prstClr val="black"/>
                </a:solidFill>
                <a:ea typeface="+mn-lt"/>
                <a:cs typeface="+mn-lt"/>
              </a:rPr>
              <a:t> de datasets </a:t>
            </a:r>
            <a:r>
              <a:rPr lang="en-US" sz="1050" b="0" err="1">
                <a:solidFill>
                  <a:prstClr val="black"/>
                </a:solidFill>
                <a:ea typeface="+mn-lt"/>
                <a:cs typeface="+mn-lt"/>
              </a:rPr>
              <a:t>curados</a:t>
            </a:r>
            <a:r>
              <a:rPr lang="en-US" sz="1050" b="0">
                <a:solidFill>
                  <a:prstClr val="black"/>
                </a:solidFill>
                <a:ea typeface="+mn-lt"/>
                <a:cs typeface="+mn-lt"/>
              </a:rPr>
              <a:t> y </a:t>
            </a:r>
            <a:r>
              <a:rPr lang="en-US" sz="1050" b="0" err="1">
                <a:solidFill>
                  <a:prstClr val="black"/>
                </a:solidFill>
                <a:ea typeface="+mn-lt"/>
                <a:cs typeface="+mn-lt"/>
              </a:rPr>
              <a:t>reportes</a:t>
            </a:r>
            <a:r>
              <a:rPr lang="en-US" sz="1050" b="0">
                <a:solidFill>
                  <a:prstClr val="black"/>
                </a:solidFill>
                <a:ea typeface="+mn-lt"/>
                <a:cs typeface="+mn-lt"/>
              </a:rPr>
              <a:t>. </a:t>
            </a:r>
            <a:r>
              <a:rPr lang="en-US" sz="1050" b="0" err="1">
                <a:solidFill>
                  <a:prstClr val="black"/>
                </a:solidFill>
                <a:ea typeface="+mn-lt"/>
                <a:cs typeface="+mn-lt"/>
              </a:rPr>
              <a:t>Trabajé</a:t>
            </a:r>
            <a:r>
              <a:rPr lang="en-US" sz="1050" b="0">
                <a:solidFill>
                  <a:prstClr val="black"/>
                </a:solidFill>
                <a:ea typeface="+mn-lt"/>
                <a:cs typeface="+mn-lt"/>
              </a:rPr>
              <a:t> con Python, Java, Scala, Apache Spark, Airflow, Beam y </a:t>
            </a:r>
            <a:r>
              <a:rPr lang="en-US" sz="1050" b="0" err="1">
                <a:solidFill>
                  <a:prstClr val="black"/>
                </a:solidFill>
                <a:ea typeface="+mn-lt"/>
                <a:cs typeface="+mn-lt"/>
              </a:rPr>
              <a:t>servicios</a:t>
            </a:r>
            <a:r>
              <a:rPr lang="en-US" sz="1050" b="0">
                <a:solidFill>
                  <a:prstClr val="black"/>
                </a:solidFill>
                <a:ea typeface="+mn-lt"/>
                <a:cs typeface="+mn-lt"/>
              </a:rPr>
              <a:t> de Google Cloud, </a:t>
            </a:r>
            <a:r>
              <a:rPr lang="en-US" sz="1050" b="0" err="1">
                <a:solidFill>
                  <a:prstClr val="black"/>
                </a:solidFill>
                <a:ea typeface="+mn-lt"/>
                <a:cs typeface="+mn-lt"/>
              </a:rPr>
              <a:t>incluyendo</a:t>
            </a:r>
            <a:r>
              <a:rPr lang="en-US" sz="1050" b="0">
                <a:solidFill>
                  <a:prstClr val="black"/>
                </a:solidFill>
                <a:ea typeface="+mn-lt"/>
                <a:cs typeface="+mn-lt"/>
              </a:rPr>
              <a:t> Dataflow, </a:t>
            </a:r>
            <a:r>
              <a:rPr lang="en-US" sz="1050" b="0" err="1">
                <a:solidFill>
                  <a:prstClr val="black"/>
                </a:solidFill>
                <a:ea typeface="+mn-lt"/>
                <a:cs typeface="+mn-lt"/>
              </a:rPr>
              <a:t>BigQuery</a:t>
            </a:r>
            <a:r>
              <a:rPr lang="en-US" sz="1050" b="0">
                <a:solidFill>
                  <a:prstClr val="black"/>
                </a:solidFill>
                <a:ea typeface="+mn-lt"/>
                <a:cs typeface="+mn-lt"/>
              </a:rPr>
              <a:t>, GCS, </a:t>
            </a:r>
            <a:r>
              <a:rPr lang="en-US" sz="1050" b="0" err="1">
                <a:solidFill>
                  <a:prstClr val="black"/>
                </a:solidFill>
                <a:ea typeface="+mn-lt"/>
                <a:cs typeface="+mn-lt"/>
              </a:rPr>
              <a:t>Dataproc</a:t>
            </a:r>
            <a:r>
              <a:rPr lang="en-US" sz="1050" b="0">
                <a:solidFill>
                  <a:prstClr val="black"/>
                </a:solidFill>
                <a:ea typeface="+mn-lt"/>
                <a:cs typeface="+mn-lt"/>
              </a:rPr>
              <a:t>, Bigtable, </a:t>
            </a:r>
            <a:r>
              <a:rPr lang="en-US" sz="1050" b="0" err="1">
                <a:solidFill>
                  <a:prstClr val="black"/>
                </a:solidFill>
                <a:ea typeface="+mn-lt"/>
                <a:cs typeface="+mn-lt"/>
              </a:rPr>
              <a:t>Firestore</a:t>
            </a:r>
            <a:r>
              <a:rPr lang="en-US" sz="1050" b="0">
                <a:solidFill>
                  <a:prstClr val="black"/>
                </a:solidFill>
                <a:ea typeface="+mn-lt"/>
                <a:cs typeface="+mn-lt"/>
              </a:rPr>
              <a:t>, Cloud Composer, Vertex AI y </a:t>
            </a:r>
            <a:r>
              <a:rPr lang="en-US" sz="1050" b="0" err="1">
                <a:solidFill>
                  <a:prstClr val="black"/>
                </a:solidFill>
                <a:ea typeface="+mn-lt"/>
                <a:cs typeface="+mn-lt"/>
              </a:rPr>
              <a:t>AutoML</a:t>
            </a:r>
            <a:r>
              <a:rPr lang="en-US" sz="1050" b="0">
                <a:solidFill>
                  <a:prstClr val="black"/>
                </a:solidFill>
                <a:ea typeface="+mn-lt"/>
                <a:cs typeface="+mn-lt"/>
              </a:rPr>
              <a:t>.</a:t>
            </a:r>
            <a:endParaRPr lang="en-US" sz="1050">
              <a:solidFill>
                <a:prstClr val="black"/>
              </a:solidFill>
              <a:ea typeface="+mn-lt"/>
              <a:cs typeface="+mn-lt"/>
            </a:endParaRPr>
          </a:p>
          <a:p>
            <a:pPr defTabSz="912813">
              <a:lnSpc>
                <a:spcPct val="100000"/>
              </a:lnSpc>
              <a:spcBef>
                <a:spcPts val="0"/>
              </a:spcBef>
              <a:buFontTx/>
              <a:buChar char="-"/>
              <a:tabLst>
                <a:tab pos="917575" algn="l"/>
              </a:tabLst>
              <a:defRPr/>
            </a:pPr>
            <a:endParaRPr lang="en-US" sz="1050">
              <a:solidFill>
                <a:prstClr val="black"/>
              </a:solidFill>
              <a:ea typeface="Calibri"/>
              <a:cs typeface="Calibri"/>
            </a:endParaRPr>
          </a:p>
          <a:p>
            <a:pPr marL="0" indent="0" defTabSz="912813">
              <a:lnSpc>
                <a:spcPct val="100000"/>
              </a:lnSpc>
              <a:spcBef>
                <a:spcPts val="0"/>
              </a:spcBef>
              <a:buNone/>
              <a:tabLst>
                <a:tab pos="917575" algn="l"/>
              </a:tabLst>
              <a:defRPr/>
            </a:pPr>
            <a:r>
              <a:rPr lang="en-US" sz="1050">
                <a:solidFill>
                  <a:prstClr val="black"/>
                </a:solidFill>
                <a:ea typeface="Calibri"/>
                <a:cs typeface="Calibri"/>
              </a:rPr>
              <a:t>IGNIS SOLUTIONS – Software Developer</a:t>
            </a:r>
            <a:endParaRPr lang="en-US" sz="1050">
              <a:solidFill>
                <a:prstClr val="black"/>
              </a:solidFill>
              <a:ea typeface="+mn-lt"/>
              <a:cs typeface="+mn-lt"/>
            </a:endParaRPr>
          </a:p>
          <a:p>
            <a:pPr defTabSz="912813">
              <a:lnSpc>
                <a:spcPct val="100000"/>
              </a:lnSpc>
              <a:spcBef>
                <a:spcPts val="0"/>
              </a:spcBef>
              <a:tabLst>
                <a:tab pos="917575" algn="l"/>
              </a:tabLst>
              <a:defRPr/>
            </a:pPr>
            <a:r>
              <a:rPr lang="en-US" sz="1050" b="0" err="1">
                <a:solidFill>
                  <a:prstClr val="black"/>
                </a:solidFill>
                <a:ea typeface="+mn-lt"/>
                <a:cs typeface="+mn-lt"/>
              </a:rPr>
              <a:t>Desarrollé</a:t>
            </a:r>
            <a:r>
              <a:rPr lang="en-US" sz="1050" b="0">
                <a:solidFill>
                  <a:prstClr val="black"/>
                </a:solidFill>
                <a:ea typeface="+mn-lt"/>
                <a:cs typeface="+mn-lt"/>
              </a:rPr>
              <a:t> </a:t>
            </a:r>
            <a:r>
              <a:rPr lang="en-US" sz="1050" b="0" err="1">
                <a:solidFill>
                  <a:prstClr val="black"/>
                </a:solidFill>
                <a:ea typeface="+mn-lt"/>
                <a:cs typeface="+mn-lt"/>
              </a:rPr>
              <a:t>soluciones</a:t>
            </a:r>
            <a:r>
              <a:rPr lang="en-US" sz="1050" b="0">
                <a:solidFill>
                  <a:prstClr val="black"/>
                </a:solidFill>
                <a:ea typeface="+mn-lt"/>
                <a:cs typeface="+mn-lt"/>
              </a:rPr>
              <a:t> de software </a:t>
            </a:r>
            <a:r>
              <a:rPr lang="en-US" sz="1050" b="0" err="1">
                <a:solidFill>
                  <a:prstClr val="black"/>
                </a:solidFill>
                <a:ea typeface="+mn-lt"/>
                <a:cs typeface="+mn-lt"/>
              </a:rPr>
              <a:t>empresarial</a:t>
            </a:r>
            <a:r>
              <a:rPr lang="en-US" sz="1050" b="0">
                <a:solidFill>
                  <a:prstClr val="black"/>
                </a:solidFill>
                <a:ea typeface="+mn-lt"/>
                <a:cs typeface="+mn-lt"/>
              </a:rPr>
              <a:t> para </a:t>
            </a:r>
            <a:r>
              <a:rPr lang="en-US" sz="1050" b="0" err="1">
                <a:solidFill>
                  <a:prstClr val="black"/>
                </a:solidFill>
                <a:ea typeface="+mn-lt"/>
                <a:cs typeface="+mn-lt"/>
              </a:rPr>
              <a:t>múltiples</a:t>
            </a:r>
            <a:r>
              <a:rPr lang="en-US" sz="1050" b="0">
                <a:solidFill>
                  <a:prstClr val="black"/>
                </a:solidFill>
                <a:ea typeface="+mn-lt"/>
                <a:cs typeface="+mn-lt"/>
              </a:rPr>
              <a:t> </a:t>
            </a:r>
            <a:r>
              <a:rPr lang="en-US" sz="1050" b="0" err="1">
                <a:solidFill>
                  <a:prstClr val="black"/>
                </a:solidFill>
                <a:ea typeface="+mn-lt"/>
                <a:cs typeface="+mn-lt"/>
              </a:rPr>
              <a:t>clientes</a:t>
            </a:r>
            <a:r>
              <a:rPr lang="en-US" sz="1050" b="0">
                <a:solidFill>
                  <a:prstClr val="black"/>
                </a:solidFill>
                <a:ea typeface="+mn-lt"/>
                <a:cs typeface="+mn-lt"/>
              </a:rPr>
              <a:t> </a:t>
            </a:r>
            <a:r>
              <a:rPr lang="en-US" sz="1050" b="0" err="1">
                <a:solidFill>
                  <a:prstClr val="black"/>
                </a:solidFill>
                <a:ea typeface="+mn-lt"/>
                <a:cs typeface="+mn-lt"/>
              </a:rPr>
              <a:t>utilizando</a:t>
            </a:r>
            <a:r>
              <a:rPr lang="en-US" sz="1050" b="0">
                <a:solidFill>
                  <a:prstClr val="black"/>
                </a:solidFill>
                <a:ea typeface="+mn-lt"/>
                <a:cs typeface="+mn-lt"/>
              </a:rPr>
              <a:t> C#/.NET, PHP/Symfony, Angular, MySQL y SQL Server, </a:t>
            </a:r>
            <a:r>
              <a:rPr lang="en-US" sz="1050" b="0" err="1">
                <a:solidFill>
                  <a:prstClr val="black"/>
                </a:solidFill>
                <a:ea typeface="+mn-lt"/>
                <a:cs typeface="+mn-lt"/>
              </a:rPr>
              <a:t>además</a:t>
            </a:r>
            <a:r>
              <a:rPr lang="en-US" sz="1050" b="0">
                <a:solidFill>
                  <a:prstClr val="black"/>
                </a:solidFill>
                <a:ea typeface="+mn-lt"/>
                <a:cs typeface="+mn-lt"/>
              </a:rPr>
              <a:t> de </a:t>
            </a:r>
            <a:r>
              <a:rPr lang="en-US" sz="1050" b="0" err="1">
                <a:solidFill>
                  <a:prstClr val="black"/>
                </a:solidFill>
                <a:ea typeface="+mn-lt"/>
                <a:cs typeface="+mn-lt"/>
              </a:rPr>
              <a:t>integrar</a:t>
            </a:r>
            <a:r>
              <a:rPr lang="en-US" sz="1050" b="0">
                <a:solidFill>
                  <a:prstClr val="black"/>
                </a:solidFill>
                <a:ea typeface="+mn-lt"/>
                <a:cs typeface="+mn-lt"/>
              </a:rPr>
              <a:t> </a:t>
            </a:r>
            <a:r>
              <a:rPr lang="en-US" sz="1050" b="0" err="1">
                <a:solidFill>
                  <a:prstClr val="black"/>
                </a:solidFill>
                <a:ea typeface="+mn-lt"/>
                <a:cs typeface="+mn-lt"/>
              </a:rPr>
              <a:t>funcionalidades</a:t>
            </a:r>
            <a:r>
              <a:rPr lang="en-US" sz="1050" b="0">
                <a:solidFill>
                  <a:prstClr val="black"/>
                </a:solidFill>
                <a:ea typeface="+mn-lt"/>
                <a:cs typeface="+mn-lt"/>
              </a:rPr>
              <a:t> </a:t>
            </a:r>
            <a:r>
              <a:rPr lang="en-US" sz="1050" b="0" err="1">
                <a:solidFill>
                  <a:prstClr val="black"/>
                </a:solidFill>
                <a:ea typeface="+mn-lt"/>
                <a:cs typeface="+mn-lt"/>
              </a:rPr>
              <a:t>impulsadas</a:t>
            </a:r>
            <a:r>
              <a:rPr lang="en-US" sz="1050" b="0">
                <a:solidFill>
                  <a:prstClr val="black"/>
                </a:solidFill>
                <a:ea typeface="+mn-lt"/>
                <a:cs typeface="+mn-lt"/>
              </a:rPr>
              <a:t> </a:t>
            </a:r>
            <a:r>
              <a:rPr lang="en-US" sz="1050" b="0" err="1">
                <a:solidFill>
                  <a:prstClr val="black"/>
                </a:solidFill>
                <a:ea typeface="+mn-lt"/>
                <a:cs typeface="+mn-lt"/>
              </a:rPr>
              <a:t>por</a:t>
            </a:r>
            <a:r>
              <a:rPr lang="en-US" sz="1050" b="0">
                <a:solidFill>
                  <a:prstClr val="black"/>
                </a:solidFill>
                <a:ea typeface="+mn-lt"/>
                <a:cs typeface="+mn-lt"/>
              </a:rPr>
              <a:t> IA </a:t>
            </a:r>
            <a:r>
              <a:rPr lang="en-US" sz="1050" b="0" err="1">
                <a:solidFill>
                  <a:prstClr val="black"/>
                </a:solidFill>
                <a:ea typeface="+mn-lt"/>
                <a:cs typeface="+mn-lt"/>
              </a:rPr>
              <a:t>en</a:t>
            </a:r>
            <a:r>
              <a:rPr lang="en-US" sz="1050" b="0">
                <a:solidFill>
                  <a:prstClr val="black"/>
                </a:solidFill>
                <a:ea typeface="+mn-lt"/>
                <a:cs typeface="+mn-lt"/>
              </a:rPr>
              <a:t> </a:t>
            </a:r>
            <a:r>
              <a:rPr lang="en-US" sz="1050" b="0" err="1">
                <a:solidFill>
                  <a:prstClr val="black"/>
                </a:solidFill>
                <a:ea typeface="+mn-lt"/>
                <a:cs typeface="+mn-lt"/>
              </a:rPr>
              <a:t>procesos</a:t>
            </a:r>
            <a:r>
              <a:rPr lang="en-US" sz="1050" b="0">
                <a:solidFill>
                  <a:prstClr val="black"/>
                </a:solidFill>
                <a:ea typeface="+mn-lt"/>
                <a:cs typeface="+mn-lt"/>
              </a:rPr>
              <a:t> de </a:t>
            </a:r>
            <a:r>
              <a:rPr lang="en-US" sz="1050" b="0" err="1">
                <a:solidFill>
                  <a:prstClr val="black"/>
                </a:solidFill>
                <a:ea typeface="+mn-lt"/>
                <a:cs typeface="+mn-lt"/>
              </a:rPr>
              <a:t>negocio</a:t>
            </a:r>
            <a:r>
              <a:rPr lang="en-US" sz="1050" b="0">
                <a:solidFill>
                  <a:prstClr val="black"/>
                </a:solidFill>
                <a:ea typeface="+mn-lt"/>
                <a:cs typeface="+mn-lt"/>
              </a:rPr>
              <a:t>. </a:t>
            </a:r>
            <a:r>
              <a:rPr lang="en-US" sz="1050" b="0" err="1">
                <a:solidFill>
                  <a:prstClr val="black"/>
                </a:solidFill>
                <a:ea typeface="+mn-lt"/>
                <a:cs typeface="+mn-lt"/>
              </a:rPr>
              <a:t>Implementé</a:t>
            </a:r>
            <a:r>
              <a:rPr lang="en-US" sz="1050" b="0">
                <a:solidFill>
                  <a:prstClr val="black"/>
                </a:solidFill>
                <a:ea typeface="+mn-lt"/>
                <a:cs typeface="+mn-lt"/>
              </a:rPr>
              <a:t> </a:t>
            </a:r>
            <a:r>
              <a:rPr lang="en-US" sz="1050" b="0" err="1">
                <a:solidFill>
                  <a:prstClr val="black"/>
                </a:solidFill>
                <a:ea typeface="+mn-lt"/>
                <a:cs typeface="+mn-lt"/>
              </a:rPr>
              <a:t>procesamiento</a:t>
            </a:r>
            <a:r>
              <a:rPr lang="en-US" sz="1050" b="0">
                <a:solidFill>
                  <a:prstClr val="black"/>
                </a:solidFill>
                <a:ea typeface="+mn-lt"/>
                <a:cs typeface="+mn-lt"/>
              </a:rPr>
              <a:t> de facturas </a:t>
            </a:r>
            <a:r>
              <a:rPr lang="en-US" sz="1050" b="0" err="1">
                <a:solidFill>
                  <a:prstClr val="black"/>
                </a:solidFill>
                <a:ea typeface="+mn-lt"/>
                <a:cs typeface="+mn-lt"/>
              </a:rPr>
              <a:t>basado</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OCR y GPT, </a:t>
            </a:r>
            <a:r>
              <a:rPr lang="en-US" sz="1050" b="0" err="1">
                <a:solidFill>
                  <a:prstClr val="black"/>
                </a:solidFill>
                <a:ea typeface="+mn-lt"/>
                <a:cs typeface="+mn-lt"/>
              </a:rPr>
              <a:t>automatización</a:t>
            </a:r>
            <a:r>
              <a:rPr lang="en-US" sz="1050" b="0">
                <a:solidFill>
                  <a:prstClr val="black"/>
                </a:solidFill>
                <a:ea typeface="+mn-lt"/>
                <a:cs typeface="+mn-lt"/>
              </a:rPr>
              <a:t> de </a:t>
            </a:r>
            <a:r>
              <a:rPr lang="en-US" sz="1050" b="0" err="1">
                <a:solidFill>
                  <a:prstClr val="black"/>
                </a:solidFill>
                <a:ea typeface="+mn-lt"/>
                <a:cs typeface="+mn-lt"/>
              </a:rPr>
              <a:t>archivos</a:t>
            </a:r>
            <a:r>
              <a:rPr lang="en-US" sz="1050" b="0">
                <a:solidFill>
                  <a:prstClr val="black"/>
                </a:solidFill>
                <a:ea typeface="+mn-lt"/>
                <a:cs typeface="+mn-lt"/>
              </a:rPr>
              <a:t> de </a:t>
            </a:r>
            <a:r>
              <a:rPr lang="en-US" sz="1050" b="0" err="1">
                <a:solidFill>
                  <a:prstClr val="black"/>
                </a:solidFill>
                <a:ea typeface="+mn-lt"/>
                <a:cs typeface="+mn-lt"/>
              </a:rPr>
              <a:t>proveedores</a:t>
            </a:r>
            <a:r>
              <a:rPr lang="en-US" sz="1050" b="0">
                <a:solidFill>
                  <a:prstClr val="black"/>
                </a:solidFill>
                <a:ea typeface="+mn-lt"/>
                <a:cs typeface="+mn-lt"/>
              </a:rPr>
              <a:t>, </a:t>
            </a:r>
            <a:r>
              <a:rPr lang="en-US" sz="1050" b="0" err="1">
                <a:solidFill>
                  <a:prstClr val="black"/>
                </a:solidFill>
                <a:ea typeface="+mn-lt"/>
                <a:cs typeface="+mn-lt"/>
              </a:rPr>
              <a:t>conciliación</a:t>
            </a:r>
            <a:r>
              <a:rPr lang="en-US" sz="1050" b="0">
                <a:solidFill>
                  <a:prstClr val="black"/>
                </a:solidFill>
                <a:ea typeface="+mn-lt"/>
                <a:cs typeface="+mn-lt"/>
              </a:rPr>
              <a:t> de facturas con </a:t>
            </a:r>
            <a:r>
              <a:rPr lang="en-US" sz="1050" b="0" err="1">
                <a:solidFill>
                  <a:prstClr val="black"/>
                </a:solidFill>
                <a:ea typeface="+mn-lt"/>
                <a:cs typeface="+mn-lt"/>
              </a:rPr>
              <a:t>órdenes</a:t>
            </a:r>
            <a:r>
              <a:rPr lang="en-US" sz="1050" b="0">
                <a:solidFill>
                  <a:prstClr val="black"/>
                </a:solidFill>
                <a:ea typeface="+mn-lt"/>
                <a:cs typeface="+mn-lt"/>
              </a:rPr>
              <a:t> de </a:t>
            </a:r>
            <a:r>
              <a:rPr lang="en-US" sz="1050" b="0" err="1">
                <a:solidFill>
                  <a:prstClr val="black"/>
                </a:solidFill>
                <a:ea typeface="+mn-lt"/>
                <a:cs typeface="+mn-lt"/>
              </a:rPr>
              <a:t>compra</a:t>
            </a:r>
            <a:r>
              <a:rPr lang="en-US" sz="1050" b="0">
                <a:solidFill>
                  <a:prstClr val="black"/>
                </a:solidFill>
                <a:ea typeface="+mn-lt"/>
                <a:cs typeface="+mn-lt"/>
              </a:rPr>
              <a:t> y </a:t>
            </a:r>
            <a:r>
              <a:rPr lang="en-US" sz="1050" b="0" err="1">
                <a:solidFill>
                  <a:prstClr val="black"/>
                </a:solidFill>
                <a:ea typeface="+mn-lt"/>
                <a:cs typeface="+mn-lt"/>
              </a:rPr>
              <a:t>servicios</a:t>
            </a:r>
            <a:r>
              <a:rPr lang="en-US" sz="1050" b="0">
                <a:solidFill>
                  <a:prstClr val="black"/>
                </a:solidFill>
                <a:ea typeface="+mn-lt"/>
                <a:cs typeface="+mn-lt"/>
              </a:rPr>
              <a:t> backend para </a:t>
            </a:r>
            <a:r>
              <a:rPr lang="en-US" sz="1050" b="0" err="1">
                <a:solidFill>
                  <a:prstClr val="black"/>
                </a:solidFill>
                <a:ea typeface="+mn-lt"/>
                <a:cs typeface="+mn-lt"/>
              </a:rPr>
              <a:t>plataformas</a:t>
            </a:r>
            <a:r>
              <a:rPr lang="en-US" sz="1050" b="0">
                <a:solidFill>
                  <a:prstClr val="black"/>
                </a:solidFill>
                <a:ea typeface="+mn-lt"/>
                <a:cs typeface="+mn-lt"/>
              </a:rPr>
              <a:t> de </a:t>
            </a:r>
            <a:r>
              <a:rPr lang="en-US" sz="1050" b="0" err="1">
                <a:solidFill>
                  <a:prstClr val="black"/>
                </a:solidFill>
                <a:ea typeface="+mn-lt"/>
                <a:cs typeface="+mn-lt"/>
              </a:rPr>
              <a:t>licitaciones</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a:t>
            </a:r>
            <a:r>
              <a:rPr lang="en-US" sz="1050" b="0" err="1">
                <a:solidFill>
                  <a:prstClr val="black"/>
                </a:solidFill>
                <a:ea typeface="+mn-lt"/>
                <a:cs typeface="+mn-lt"/>
              </a:rPr>
              <a:t>línea</a:t>
            </a:r>
            <a:r>
              <a:rPr lang="en-US" sz="1050" b="0">
                <a:solidFill>
                  <a:prstClr val="black"/>
                </a:solidFill>
                <a:ea typeface="+mn-lt"/>
                <a:cs typeface="+mn-lt"/>
              </a:rPr>
              <a:t>, con </a:t>
            </a:r>
            <a:r>
              <a:rPr lang="en-US" sz="1050" b="0" err="1">
                <a:solidFill>
                  <a:prstClr val="black"/>
                </a:solidFill>
                <a:ea typeface="+mn-lt"/>
                <a:cs typeface="+mn-lt"/>
              </a:rPr>
              <a:t>exposición</a:t>
            </a:r>
            <a:r>
              <a:rPr lang="en-US" sz="1050" b="0">
                <a:solidFill>
                  <a:prstClr val="black"/>
                </a:solidFill>
                <a:ea typeface="+mn-lt"/>
                <a:cs typeface="+mn-lt"/>
              </a:rPr>
              <a:t> </a:t>
            </a:r>
            <a:r>
              <a:rPr lang="en-US" sz="1050" b="0" err="1">
                <a:solidFill>
                  <a:prstClr val="black"/>
                </a:solidFill>
                <a:ea typeface="+mn-lt"/>
                <a:cs typeface="+mn-lt"/>
              </a:rPr>
              <a:t>adicional</a:t>
            </a:r>
            <a:r>
              <a:rPr lang="en-US" sz="1050" b="0">
                <a:solidFill>
                  <a:prstClr val="black"/>
                </a:solidFill>
                <a:ea typeface="+mn-lt"/>
                <a:cs typeface="+mn-lt"/>
              </a:rPr>
              <a:t> a </a:t>
            </a:r>
            <a:r>
              <a:rPr lang="en-US" sz="1050" b="0" err="1">
                <a:solidFill>
                  <a:prstClr val="black"/>
                </a:solidFill>
                <a:ea typeface="+mn-lt"/>
                <a:cs typeface="+mn-lt"/>
              </a:rPr>
              <a:t>despliegues</a:t>
            </a:r>
            <a:r>
              <a:rPr lang="en-US" sz="1050" b="0">
                <a:solidFill>
                  <a:prstClr val="black"/>
                </a:solidFill>
                <a:ea typeface="+mn-lt"/>
                <a:cs typeface="+mn-lt"/>
              </a:rPr>
              <a:t> </a:t>
            </a:r>
            <a:r>
              <a:rPr lang="en-US" sz="1050" b="0" err="1">
                <a:solidFill>
                  <a:prstClr val="black"/>
                </a:solidFill>
                <a:ea typeface="+mn-lt"/>
                <a:cs typeface="+mn-lt"/>
              </a:rPr>
              <a:t>en</a:t>
            </a:r>
            <a:r>
              <a:rPr lang="en-US" sz="1050" b="0">
                <a:solidFill>
                  <a:prstClr val="black"/>
                </a:solidFill>
                <a:ea typeface="+mn-lt"/>
                <a:cs typeface="+mn-lt"/>
              </a:rPr>
              <a:t> AWS e </a:t>
            </a:r>
            <a:r>
              <a:rPr lang="en-US" sz="1050" b="0" err="1">
                <a:solidFill>
                  <a:prstClr val="black"/>
                </a:solidFill>
                <a:ea typeface="+mn-lt"/>
                <a:cs typeface="+mn-lt"/>
              </a:rPr>
              <a:t>integraciones</a:t>
            </a:r>
            <a:r>
              <a:rPr lang="en-US" sz="1050" b="0">
                <a:solidFill>
                  <a:prstClr val="black"/>
                </a:solidFill>
                <a:ea typeface="+mn-lt"/>
                <a:cs typeface="+mn-lt"/>
              </a:rPr>
              <a:t> con OpenAI.</a:t>
            </a:r>
            <a:endParaRPr lang="it-IT" sz="1050" b="0">
              <a:solidFill>
                <a:prstClr val="black"/>
              </a:solidFill>
              <a:ea typeface="+mn-lt"/>
              <a:cs typeface="+mn-lt"/>
            </a:endParaRPr>
          </a:p>
          <a:p>
            <a:pPr marL="0" indent="0" defTabSz="912813">
              <a:lnSpc>
                <a:spcPct val="100000"/>
              </a:lnSpc>
              <a:spcBef>
                <a:spcPts val="0"/>
              </a:spcBef>
              <a:buNone/>
              <a:tabLst>
                <a:tab pos="917575" algn="l"/>
              </a:tabLst>
              <a:defRPr/>
            </a:pPr>
            <a:endParaRPr lang="it-IT" sz="1400" b="0">
              <a:solidFill>
                <a:prstClr val="black"/>
              </a:solidFill>
              <a:ea typeface="Calibri"/>
              <a:cs typeface="Calibri"/>
            </a:endParaRPr>
          </a:p>
          <a:p>
            <a:pPr marL="0" indent="0" defTabSz="912813">
              <a:lnSpc>
                <a:spcPct val="100000"/>
              </a:lnSpc>
              <a:spcBef>
                <a:spcPts val="0"/>
              </a:spcBef>
              <a:buNone/>
              <a:tabLst>
                <a:tab pos="917575" algn="l"/>
              </a:tabLst>
              <a:defRPr/>
            </a:pPr>
            <a:r>
              <a:rPr lang="it-IT" sz="1050">
                <a:solidFill>
                  <a:prstClr val="black"/>
                </a:solidFill>
                <a:ea typeface="Calibri"/>
                <a:cs typeface="Calibri"/>
              </a:rPr>
              <a:t>UNIVERSIDAD TECNOLÓGICA NACIONAL – </a:t>
            </a:r>
            <a:r>
              <a:rPr lang="it-IT" sz="1050" err="1">
                <a:solidFill>
                  <a:prstClr val="black"/>
                </a:solidFill>
                <a:ea typeface="Calibri"/>
                <a:cs typeface="Calibri"/>
              </a:rPr>
              <a:t>Teaching</a:t>
            </a:r>
            <a:r>
              <a:rPr lang="it-IT" sz="1050">
                <a:solidFill>
                  <a:prstClr val="black"/>
                </a:solidFill>
                <a:ea typeface="Calibri"/>
                <a:cs typeface="Calibri"/>
              </a:rPr>
              <a:t> Assistant</a:t>
            </a:r>
          </a:p>
          <a:p>
            <a:pPr defTabSz="912813">
              <a:lnSpc>
                <a:spcPct val="100000"/>
              </a:lnSpc>
              <a:spcBef>
                <a:spcPts val="0"/>
              </a:spcBef>
              <a:tabLst>
                <a:tab pos="917575" algn="l"/>
              </a:tabLst>
              <a:defRPr/>
            </a:pPr>
            <a:r>
              <a:rPr lang="it-IT" sz="1050" b="0" err="1">
                <a:solidFill>
                  <a:prstClr val="black"/>
                </a:solidFill>
                <a:ea typeface="+mn-lt"/>
                <a:cs typeface="+mn-lt"/>
              </a:rPr>
              <a:t>Colaboré</a:t>
            </a:r>
            <a:r>
              <a:rPr lang="it-IT" sz="1050" b="0">
                <a:solidFill>
                  <a:prstClr val="black"/>
                </a:solidFill>
                <a:ea typeface="+mn-lt"/>
                <a:cs typeface="+mn-lt"/>
              </a:rPr>
              <a:t> en la </a:t>
            </a:r>
            <a:r>
              <a:rPr lang="it-IT" sz="1050" b="0" err="1">
                <a:solidFill>
                  <a:prstClr val="black"/>
                </a:solidFill>
                <a:ea typeface="+mn-lt"/>
                <a:cs typeface="+mn-lt"/>
              </a:rPr>
              <a:t>cátedra</a:t>
            </a:r>
            <a:r>
              <a:rPr lang="it-IT" sz="1050" b="0">
                <a:solidFill>
                  <a:prstClr val="black"/>
                </a:solidFill>
                <a:ea typeface="+mn-lt"/>
                <a:cs typeface="+mn-lt"/>
              </a:rPr>
              <a:t> de </a:t>
            </a:r>
            <a:r>
              <a:rPr lang="it-IT" sz="1050" b="0" err="1">
                <a:solidFill>
                  <a:prstClr val="black"/>
                </a:solidFill>
                <a:ea typeface="+mn-lt"/>
                <a:cs typeface="+mn-lt"/>
              </a:rPr>
              <a:t>Lógica</a:t>
            </a:r>
            <a:r>
              <a:rPr lang="it-IT" sz="1050" b="0">
                <a:solidFill>
                  <a:prstClr val="black"/>
                </a:solidFill>
                <a:ea typeface="+mn-lt"/>
                <a:cs typeface="+mn-lt"/>
              </a:rPr>
              <a:t> y </a:t>
            </a:r>
            <a:r>
              <a:rPr lang="it-IT" sz="1050" b="0" err="1">
                <a:solidFill>
                  <a:prstClr val="black"/>
                </a:solidFill>
                <a:ea typeface="+mn-lt"/>
                <a:cs typeface="+mn-lt"/>
              </a:rPr>
              <a:t>Estructuras</a:t>
            </a:r>
            <a:r>
              <a:rPr lang="it-IT" sz="1050" b="0">
                <a:solidFill>
                  <a:prstClr val="black"/>
                </a:solidFill>
                <a:ea typeface="+mn-lt"/>
                <a:cs typeface="+mn-lt"/>
              </a:rPr>
              <a:t> de </a:t>
            </a:r>
            <a:r>
              <a:rPr lang="it-IT" sz="1050" b="0" err="1">
                <a:solidFill>
                  <a:prstClr val="black"/>
                </a:solidFill>
                <a:ea typeface="+mn-lt"/>
                <a:cs typeface="+mn-lt"/>
              </a:rPr>
              <a:t>Datos</a:t>
            </a:r>
            <a:r>
              <a:rPr lang="it-IT" sz="1050" b="0">
                <a:solidFill>
                  <a:prstClr val="black"/>
                </a:solidFill>
                <a:ea typeface="+mn-lt"/>
                <a:cs typeface="+mn-lt"/>
              </a:rPr>
              <a:t>, brindando </a:t>
            </a:r>
            <a:r>
              <a:rPr lang="it-IT" sz="1050" b="0" err="1">
                <a:solidFill>
                  <a:prstClr val="black"/>
                </a:solidFill>
                <a:ea typeface="+mn-lt"/>
                <a:cs typeface="+mn-lt"/>
              </a:rPr>
              <a:t>apoyo</a:t>
            </a:r>
            <a:r>
              <a:rPr lang="it-IT" sz="1050" b="0">
                <a:solidFill>
                  <a:prstClr val="black"/>
                </a:solidFill>
                <a:ea typeface="+mn-lt"/>
                <a:cs typeface="+mn-lt"/>
              </a:rPr>
              <a:t> en </a:t>
            </a:r>
            <a:r>
              <a:rPr lang="it-IT" sz="1050" b="0" err="1">
                <a:solidFill>
                  <a:prstClr val="black"/>
                </a:solidFill>
                <a:ea typeface="+mn-lt"/>
                <a:cs typeface="+mn-lt"/>
              </a:rPr>
              <a:t>clases</a:t>
            </a:r>
            <a:r>
              <a:rPr lang="it-IT" sz="1050" b="0">
                <a:solidFill>
                  <a:prstClr val="black"/>
                </a:solidFill>
                <a:ea typeface="+mn-lt"/>
                <a:cs typeface="+mn-lt"/>
              </a:rPr>
              <a:t>, </a:t>
            </a:r>
            <a:r>
              <a:rPr lang="it-IT" sz="1050" b="0" err="1">
                <a:solidFill>
                  <a:prstClr val="black"/>
                </a:solidFill>
                <a:ea typeface="+mn-lt"/>
                <a:cs typeface="+mn-lt"/>
              </a:rPr>
              <a:t>evaluaciones</a:t>
            </a:r>
            <a:r>
              <a:rPr lang="it-IT" sz="1050" b="0">
                <a:solidFill>
                  <a:prstClr val="black"/>
                </a:solidFill>
                <a:ea typeface="+mn-lt"/>
                <a:cs typeface="+mn-lt"/>
              </a:rPr>
              <a:t> y </a:t>
            </a:r>
            <a:r>
              <a:rPr lang="it-IT" sz="1050" b="0" err="1">
                <a:solidFill>
                  <a:prstClr val="black"/>
                </a:solidFill>
                <a:ea typeface="+mn-lt"/>
                <a:cs typeface="+mn-lt"/>
              </a:rPr>
              <a:t>acompañamiento</a:t>
            </a:r>
            <a:r>
              <a:rPr lang="it-IT" sz="1050" b="0">
                <a:solidFill>
                  <a:prstClr val="black"/>
                </a:solidFill>
                <a:ea typeface="+mn-lt"/>
                <a:cs typeface="+mn-lt"/>
              </a:rPr>
              <a:t> a </a:t>
            </a:r>
            <a:r>
              <a:rPr lang="it-IT" sz="1050" b="0" err="1">
                <a:solidFill>
                  <a:prstClr val="black"/>
                </a:solidFill>
                <a:ea typeface="+mn-lt"/>
                <a:cs typeface="+mn-lt"/>
              </a:rPr>
              <a:t>estudiantes</a:t>
            </a:r>
            <a:r>
              <a:rPr lang="it-IT" sz="1050" b="0">
                <a:solidFill>
                  <a:prstClr val="black"/>
                </a:solidFill>
                <a:ea typeface="+mn-lt"/>
                <a:cs typeface="+mn-lt"/>
              </a:rPr>
              <a:t>, </a:t>
            </a:r>
            <a:r>
              <a:rPr lang="it-IT" sz="1050" b="0" err="1">
                <a:solidFill>
                  <a:prstClr val="black"/>
                </a:solidFill>
                <a:ea typeface="+mn-lt"/>
                <a:cs typeface="+mn-lt"/>
              </a:rPr>
              <a:t>además</a:t>
            </a:r>
            <a:r>
              <a:rPr lang="it-IT" sz="1050" b="0">
                <a:solidFill>
                  <a:prstClr val="black"/>
                </a:solidFill>
                <a:ea typeface="+mn-lt"/>
                <a:cs typeface="+mn-lt"/>
              </a:rPr>
              <a:t> de preparar y </a:t>
            </a:r>
            <a:r>
              <a:rPr lang="it-IT" sz="1050" b="0" err="1">
                <a:solidFill>
                  <a:prstClr val="black"/>
                </a:solidFill>
                <a:ea typeface="+mn-lt"/>
                <a:cs typeface="+mn-lt"/>
              </a:rPr>
              <a:t>actualizar</a:t>
            </a:r>
            <a:r>
              <a:rPr lang="it-IT" sz="1050" b="0">
                <a:solidFill>
                  <a:prstClr val="black"/>
                </a:solidFill>
                <a:ea typeface="+mn-lt"/>
                <a:cs typeface="+mn-lt"/>
              </a:rPr>
              <a:t> </a:t>
            </a:r>
            <a:r>
              <a:rPr lang="it-IT" sz="1050" b="0" err="1">
                <a:solidFill>
                  <a:prstClr val="black"/>
                </a:solidFill>
                <a:ea typeface="+mn-lt"/>
                <a:cs typeface="+mn-lt"/>
              </a:rPr>
              <a:t>material</a:t>
            </a:r>
            <a:r>
              <a:rPr lang="it-IT" sz="1050" b="0">
                <a:solidFill>
                  <a:prstClr val="black"/>
                </a:solidFill>
                <a:ea typeface="+mn-lt"/>
                <a:cs typeface="+mn-lt"/>
              </a:rPr>
              <a:t> </a:t>
            </a:r>
            <a:r>
              <a:rPr lang="it-IT" sz="1050" b="0" err="1">
                <a:solidFill>
                  <a:prstClr val="black"/>
                </a:solidFill>
                <a:ea typeface="+mn-lt"/>
                <a:cs typeface="+mn-lt"/>
              </a:rPr>
              <a:t>didáctico</a:t>
            </a:r>
            <a:r>
              <a:rPr lang="it-IT" sz="1050" b="0">
                <a:solidFill>
                  <a:prstClr val="black"/>
                </a:solidFill>
                <a:ea typeface="+mn-lt"/>
                <a:cs typeface="+mn-lt"/>
              </a:rPr>
              <a:t> en </a:t>
            </a:r>
            <a:r>
              <a:rPr lang="it-IT" sz="1050" b="0" err="1">
                <a:solidFill>
                  <a:prstClr val="black"/>
                </a:solidFill>
                <a:ea typeface="+mn-lt"/>
                <a:cs typeface="+mn-lt"/>
              </a:rPr>
              <a:t>coordinación</a:t>
            </a:r>
            <a:r>
              <a:rPr lang="it-IT" sz="1050" b="0">
                <a:solidFill>
                  <a:prstClr val="black"/>
                </a:solidFill>
                <a:ea typeface="+mn-lt"/>
                <a:cs typeface="+mn-lt"/>
              </a:rPr>
              <a:t> con </a:t>
            </a:r>
            <a:r>
              <a:rPr lang="it-IT" sz="1050" b="0" err="1">
                <a:solidFill>
                  <a:prstClr val="black"/>
                </a:solidFill>
                <a:ea typeface="+mn-lt"/>
                <a:cs typeface="+mn-lt"/>
              </a:rPr>
              <a:t>el</a:t>
            </a:r>
            <a:r>
              <a:rPr lang="it-IT" sz="1050" b="0">
                <a:solidFill>
                  <a:prstClr val="black"/>
                </a:solidFill>
                <a:ea typeface="+mn-lt"/>
                <a:cs typeface="+mn-lt"/>
              </a:rPr>
              <a:t> </a:t>
            </a:r>
            <a:r>
              <a:rPr lang="it-IT" sz="1050" b="0" err="1">
                <a:solidFill>
                  <a:prstClr val="black"/>
                </a:solidFill>
                <a:ea typeface="+mn-lt"/>
                <a:cs typeface="+mn-lt"/>
              </a:rPr>
              <a:t>equipo</a:t>
            </a:r>
            <a:r>
              <a:rPr lang="it-IT" sz="1050" b="0">
                <a:solidFill>
                  <a:prstClr val="black"/>
                </a:solidFill>
                <a:ea typeface="+mn-lt"/>
                <a:cs typeface="+mn-lt"/>
              </a:rPr>
              <a:t> docente.</a:t>
            </a: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Tx/>
              <a:buChar char="-"/>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13" name="Text Placeholder 12">
            <a:extLst>
              <a:ext uri="{FF2B5EF4-FFF2-40B4-BE49-F238E27FC236}">
                <a16:creationId xmlns:a16="http://schemas.microsoft.com/office/drawing/2014/main" id="{918D3A12-CB66-C1DB-2441-B99A824B9E7F}"/>
              </a:ext>
            </a:extLst>
          </p:cNvPr>
          <p:cNvSpPr>
            <a:spLocks noGrp="1"/>
          </p:cNvSpPr>
          <p:nvPr>
            <p:ph type="body" sz="quarter" idx="19"/>
          </p:nvPr>
        </p:nvSpPr>
        <p:spPr/>
        <p:txBody>
          <a:bodyPr/>
          <a:lstStyle/>
          <a:p>
            <a:pPr marL="0" indent="0">
              <a:buNone/>
            </a:pPr>
            <a:r>
              <a:rPr lang="it-IT">
                <a:latin typeface="Graphik"/>
              </a:rPr>
              <a:t>Technology / AI &amp; Data</a:t>
            </a:r>
            <a:endParaRPr lang="en-US"/>
          </a:p>
        </p:txBody>
      </p:sp>
      <p:sp>
        <p:nvSpPr>
          <p:cNvPr id="3" name="Footer Placeholder 2">
            <a:extLst>
              <a:ext uri="{FF2B5EF4-FFF2-40B4-BE49-F238E27FC236}">
                <a16:creationId xmlns:a16="http://schemas.microsoft.com/office/drawing/2014/main" id="{5EA294ED-D6BC-FB6F-CAAA-23697764A2BC}"/>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descr="A person in a white shirt&#10;&#10;AI-generated content may be incorrect.">
            <a:extLst>
              <a:ext uri="{FF2B5EF4-FFF2-40B4-BE49-F238E27FC236}">
                <a16:creationId xmlns:a16="http://schemas.microsoft.com/office/drawing/2014/main" id="{54517AA3-2A14-EE66-2FCF-6F0FAD6004EC}"/>
              </a:ext>
            </a:extLst>
          </p:cNvPr>
          <p:cNvPicPr>
            <a:picLocks noGrp="1" noChangeAspect="1"/>
          </p:cNvPicPr>
          <p:nvPr>
            <p:ph type="pic" sz="quarter" idx="15"/>
          </p:nvPr>
        </p:nvPicPr>
        <p:blipFill>
          <a:blip r:embed="rId2"/>
          <a:srcRect l="20043" r="20043"/>
          <a:stretch>
            <a:fillRect/>
          </a:stretch>
        </p:blipFill>
        <p:spPr>
          <a:xfrm>
            <a:off x="642938" y="88223"/>
            <a:ext cx="1336675" cy="1673225"/>
          </a:xfrm>
          <a:prstGeom prst="rect">
            <a:avLst/>
          </a:prstGeom>
          <a:ln>
            <a:solidFill>
              <a:schemeClr val="bg1"/>
            </a:solidFill>
          </a:ln>
        </p:spPr>
      </p:pic>
      <p:sp>
        <p:nvSpPr>
          <p:cNvPr id="31" name="Text Placeholder 10">
            <a:extLst>
              <a:ext uri="{FF2B5EF4-FFF2-40B4-BE49-F238E27FC236}">
                <a16:creationId xmlns:a16="http://schemas.microsoft.com/office/drawing/2014/main" id="{373ADB2B-4C57-0DA3-9F08-9994D3BB036E}"/>
              </a:ext>
            </a:extLst>
          </p:cNvPr>
          <p:cNvSpPr txBox="1">
            <a:spLocks/>
          </p:cNvSpPr>
          <p:nvPr/>
        </p:nvSpPr>
        <p:spPr>
          <a:xfrm>
            <a:off x="3053843" y="4207826"/>
            <a:ext cx="2012108" cy="1018115"/>
          </a:xfrm>
          <a:prstGeom prst="rect">
            <a:avLst/>
          </a:prstGeom>
        </p:spPr>
        <p:txBody>
          <a:bodyPr vert="horz" lIns="91440" tIns="45720" rIns="91440" bIns="45720" rtlCol="0" anchor="t">
            <a:no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180" indent="-170180">
              <a:lnSpc>
                <a:spcPct val="100000"/>
              </a:lnSpc>
              <a:spcBef>
                <a:spcPts val="450"/>
              </a:spcBef>
              <a:tabLst>
                <a:tab pos="133270" algn="l"/>
              </a:tabLst>
              <a:defRPr/>
            </a:pPr>
            <a:r>
              <a:rPr lang="en-US" altLang="en-US" sz="1000" err="1">
                <a:solidFill>
                  <a:prstClr val="black"/>
                </a:solidFill>
                <a:latin typeface="Calibri" panose="020F0502020204030204"/>
                <a:cs typeface="Arial"/>
              </a:rPr>
              <a:t>Consultoría</a:t>
            </a:r>
            <a:r>
              <a:rPr lang="en-US" altLang="en-US" sz="1000">
                <a:solidFill>
                  <a:prstClr val="black"/>
                </a:solidFill>
                <a:latin typeface="Calibri" panose="020F0502020204030204"/>
                <a:cs typeface="Arial"/>
              </a:rPr>
              <a:t> </a:t>
            </a:r>
            <a:r>
              <a:rPr lang="en-US" altLang="en-US" sz="1000" err="1">
                <a:solidFill>
                  <a:prstClr val="black"/>
                </a:solidFill>
                <a:latin typeface="Calibri" panose="020F0502020204030204"/>
                <a:cs typeface="Arial"/>
              </a:rPr>
              <a:t>en</a:t>
            </a:r>
            <a:r>
              <a:rPr lang="en-US" altLang="en-US" sz="1000">
                <a:solidFill>
                  <a:prstClr val="black"/>
                </a:solidFill>
                <a:latin typeface="Calibri" panose="020F0502020204030204"/>
                <a:cs typeface="Arial"/>
              </a:rPr>
              <a:t> </a:t>
            </a:r>
            <a:r>
              <a:rPr lang="en-US" altLang="en-US" sz="1000" err="1">
                <a:solidFill>
                  <a:prstClr val="black"/>
                </a:solidFill>
                <a:latin typeface="Calibri" panose="020F0502020204030204"/>
                <a:cs typeface="Arial"/>
              </a:rPr>
              <a:t>Tecnología</a:t>
            </a:r>
            <a:endParaRPr lang="en-US" sz="1000" err="1">
              <a:solidFill>
                <a:prstClr val="black"/>
              </a:solidFill>
            </a:endParaRPr>
          </a:p>
          <a:p>
            <a:pPr marL="170180" indent="-170180">
              <a:lnSpc>
                <a:spcPct val="100000"/>
              </a:lnSpc>
              <a:spcBef>
                <a:spcPts val="450"/>
              </a:spcBef>
              <a:tabLst>
                <a:tab pos="133270" algn="l"/>
              </a:tabLst>
              <a:defRPr/>
            </a:pPr>
            <a:r>
              <a:rPr lang="en-US" altLang="en-US" sz="1000" err="1">
                <a:solidFill>
                  <a:prstClr val="black"/>
                </a:solidFill>
                <a:latin typeface="Calibri" panose="020F0502020204030204"/>
                <a:cs typeface="Arial"/>
              </a:rPr>
              <a:t>Inteligencia</a:t>
            </a:r>
            <a:r>
              <a:rPr lang="en-US" altLang="en-US" sz="1000">
                <a:solidFill>
                  <a:prstClr val="black"/>
                </a:solidFill>
                <a:latin typeface="Calibri" panose="020F0502020204030204"/>
                <a:cs typeface="Arial"/>
              </a:rPr>
              <a:t> Artificial</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a:solidFill>
                  <a:prstClr val="black"/>
                </a:solidFill>
                <a:latin typeface="Calibri" panose="020F0502020204030204"/>
                <a:cs typeface="Arial"/>
              </a:rPr>
              <a:t>Ingeniería </a:t>
            </a:r>
            <a:r>
              <a:rPr lang="en-US" altLang="en-US" sz="1000" err="1">
                <a:solidFill>
                  <a:prstClr val="black"/>
                </a:solidFill>
                <a:latin typeface="Calibri" panose="020F0502020204030204"/>
                <a:cs typeface="Arial"/>
              </a:rPr>
              <a:t>en</a:t>
            </a:r>
            <a:r>
              <a:rPr lang="en-US" altLang="en-US" sz="1000">
                <a:solidFill>
                  <a:prstClr val="black"/>
                </a:solidFill>
                <a:latin typeface="Calibri" panose="020F0502020204030204"/>
                <a:cs typeface="Arial"/>
              </a:rPr>
              <a:t> Datos y </a:t>
            </a:r>
            <a:r>
              <a:rPr lang="en-US" altLang="en-US" sz="1000" err="1">
                <a:solidFill>
                  <a:prstClr val="black"/>
                </a:solidFill>
                <a:latin typeface="Calibri" panose="020F0502020204030204"/>
                <a:cs typeface="Arial"/>
              </a:rPr>
              <a:t>Analítica</a:t>
            </a:r>
            <a:endParaRPr lang="en-US" altLang="en-US" sz="1000" err="1">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err="1">
                <a:solidFill>
                  <a:prstClr val="black"/>
                </a:solidFill>
                <a:latin typeface="Calibri" panose="020F0502020204030204"/>
                <a:cs typeface="Arial"/>
              </a:rPr>
              <a:t>Transformación</a:t>
            </a:r>
            <a:r>
              <a:rPr lang="en-US" altLang="en-US" sz="1000">
                <a:solidFill>
                  <a:prstClr val="black"/>
                </a:solidFill>
                <a:latin typeface="Calibri" panose="020F0502020204030204"/>
                <a:cs typeface="Arial"/>
              </a:rPr>
              <a:t> </a:t>
            </a:r>
            <a:r>
              <a:rPr lang="en-US" altLang="en-US" sz="1000" err="1">
                <a:solidFill>
                  <a:prstClr val="black"/>
                </a:solidFill>
                <a:latin typeface="Calibri"/>
                <a:ea typeface="Calibri"/>
                <a:cs typeface="Arial"/>
              </a:rPr>
              <a:t>en</a:t>
            </a:r>
            <a:r>
              <a:rPr lang="en-US" altLang="en-US" sz="1000">
                <a:solidFill>
                  <a:prstClr val="black"/>
                </a:solidFill>
                <a:latin typeface="Calibri" panose="020F0502020204030204"/>
                <a:cs typeface="Arial"/>
              </a:rPr>
              <a:t> Cloud</a:t>
            </a:r>
            <a:endParaRPr lang="en-US" altLang="en-US" sz="1000">
              <a:solidFill>
                <a:prstClr val="black"/>
              </a:solidFill>
              <a:latin typeface="Calibri" panose="020F0502020204030204"/>
              <a:ea typeface="Calibri"/>
              <a:cs typeface="Arial"/>
            </a:endParaRPr>
          </a:p>
          <a:p>
            <a:pPr marL="170180" indent="-170180">
              <a:lnSpc>
                <a:spcPct val="100000"/>
              </a:lnSpc>
              <a:spcBef>
                <a:spcPts val="450"/>
              </a:spcBef>
              <a:tabLst>
                <a:tab pos="133270" algn="l"/>
              </a:tabLst>
              <a:defRPr/>
            </a:pPr>
            <a:r>
              <a:rPr lang="en-US" altLang="en-US" sz="1000" err="1">
                <a:solidFill>
                  <a:prstClr val="black"/>
                </a:solidFill>
                <a:latin typeface="Calibri" panose="020F0502020204030204"/>
                <a:ea typeface="Calibri"/>
                <a:cs typeface="Arial"/>
              </a:rPr>
              <a:t>Educación</a:t>
            </a:r>
            <a:endParaRPr lang="en-US" altLang="en-US" sz="1000">
              <a:solidFill>
                <a:prstClr val="black"/>
              </a:solidFill>
              <a:latin typeface="Calibri" panose="020F0502020204030204"/>
              <a:ea typeface="Calibri"/>
              <a:cs typeface="Arial"/>
            </a:endParaRPr>
          </a:p>
          <a:p>
            <a:pPr marL="170781" indent="-170781">
              <a:lnSpc>
                <a:spcPct val="100000"/>
              </a:lnSpc>
              <a:spcBef>
                <a:spcPts val="450"/>
              </a:spcBef>
              <a:tabLst>
                <a:tab pos="133270" algn="l"/>
              </a:tabLst>
              <a:defRPr/>
            </a:pPr>
            <a:endParaRPr lang="en-US" altLang="en-US" sz="9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CA7F26F6-B9ED-EF74-EFA5-46DF93E7D97B}"/>
              </a:ext>
            </a:extLst>
          </p:cNvPr>
          <p:cNvSpPr txBox="1"/>
          <p:nvPr/>
        </p:nvSpPr>
        <p:spPr>
          <a:xfrm>
            <a:off x="314068" y="5349266"/>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6A056FD5-6D4B-F3E3-1DA1-83E820ECD01C}"/>
              </a:ext>
            </a:extLst>
          </p:cNvPr>
          <p:cNvSpPr txBox="1"/>
          <p:nvPr/>
        </p:nvSpPr>
        <p:spPr>
          <a:xfrm>
            <a:off x="342675" y="5613459"/>
            <a:ext cx="2650129" cy="761747"/>
          </a:xfrm>
          <a:prstGeom prst="rect">
            <a:avLst/>
          </a:prstGeom>
          <a:noFill/>
        </p:spPr>
        <p:txBody>
          <a:bodyPr wrap="square" lIns="91440" tIns="45720" rIns="91440" bIns="45720" rtlCol="0" anchor="t">
            <a:spAutoFit/>
          </a:bodyPr>
          <a:lstStyle/>
          <a:p>
            <a:pPr marL="171450" indent="-171450">
              <a:buFont typeface="Arial"/>
              <a:buChar char="•"/>
            </a:pPr>
            <a:r>
              <a:rPr lang="es-AR" sz="1050">
                <a:solidFill>
                  <a:prstClr val="black"/>
                </a:solidFill>
              </a:rPr>
              <a:t>GCP – Professional Data </a:t>
            </a:r>
            <a:r>
              <a:rPr lang="es-AR" sz="1050" err="1">
                <a:solidFill>
                  <a:prstClr val="black"/>
                </a:solidFill>
              </a:rPr>
              <a:t>Engineer</a:t>
            </a:r>
            <a:endParaRPr lang="es-AR" sz="1050">
              <a:solidFill>
                <a:prstClr val="black"/>
              </a:solidFill>
              <a:ea typeface="Calibri"/>
              <a:cs typeface="Calibri"/>
            </a:endParaRPr>
          </a:p>
          <a:p>
            <a:pPr marL="171450" indent="-171450">
              <a:buFont typeface="Arial"/>
              <a:buChar char="•"/>
            </a:pPr>
            <a:r>
              <a:rPr lang="es-AR" sz="1050" err="1">
                <a:solidFill>
                  <a:prstClr val="black"/>
                </a:solidFill>
                <a:ea typeface="Calibri"/>
                <a:cs typeface="Calibri"/>
              </a:rPr>
              <a:t>JetBrains</a:t>
            </a:r>
            <a:r>
              <a:rPr lang="es-AR" sz="1050">
                <a:solidFill>
                  <a:prstClr val="black"/>
                </a:solidFill>
                <a:ea typeface="Calibri"/>
                <a:cs typeface="Calibri"/>
              </a:rPr>
              <a:t> </a:t>
            </a:r>
            <a:r>
              <a:rPr lang="es-AR" sz="1050" err="1">
                <a:solidFill>
                  <a:prstClr val="black"/>
                </a:solidFill>
                <a:ea typeface="Calibri"/>
                <a:cs typeface="Calibri"/>
              </a:rPr>
              <a:t>Academy</a:t>
            </a:r>
            <a:r>
              <a:rPr lang="es-AR" sz="1050">
                <a:solidFill>
                  <a:prstClr val="black"/>
                </a:solidFill>
                <a:ea typeface="Calibri"/>
                <a:cs typeface="Calibri"/>
              </a:rPr>
              <a:t> </a:t>
            </a:r>
            <a:r>
              <a:rPr lang="es-AR" sz="1100">
                <a:solidFill>
                  <a:prstClr val="black"/>
                </a:solidFill>
                <a:ea typeface="Calibri"/>
                <a:cs typeface="Calibri"/>
              </a:rPr>
              <a:t>– Java </a:t>
            </a:r>
            <a:r>
              <a:rPr lang="es-AR" sz="1100" err="1">
                <a:solidFill>
                  <a:prstClr val="black"/>
                </a:solidFill>
                <a:ea typeface="Calibri"/>
                <a:cs typeface="Calibri"/>
              </a:rPr>
              <a:t>Developer</a:t>
            </a:r>
            <a:endParaRPr lang="es-AR" sz="1100">
              <a:solidFill>
                <a:prstClr val="black"/>
              </a:solidFill>
              <a:ea typeface="Calibri"/>
              <a:cs typeface="Calibri"/>
            </a:endParaRPr>
          </a:p>
          <a:p>
            <a:pPr marL="171450" indent="-171450">
              <a:buFont typeface="Arial"/>
              <a:buChar char="•"/>
            </a:pPr>
            <a:r>
              <a:rPr lang="es-AR" sz="1100">
                <a:solidFill>
                  <a:prstClr val="black"/>
                </a:solidFill>
                <a:ea typeface="Calibri"/>
                <a:cs typeface="Calibri"/>
              </a:rPr>
              <a:t>Data </a:t>
            </a:r>
            <a:r>
              <a:rPr lang="es-AR" sz="1100" err="1">
                <a:solidFill>
                  <a:prstClr val="black"/>
                </a:solidFill>
                <a:ea typeface="Calibri"/>
                <a:cs typeface="Calibri"/>
              </a:rPr>
              <a:t>Analysis</a:t>
            </a:r>
            <a:r>
              <a:rPr lang="es-AR" sz="1100">
                <a:solidFill>
                  <a:prstClr val="black"/>
                </a:solidFill>
                <a:ea typeface="Calibri"/>
                <a:cs typeface="Calibri"/>
              </a:rPr>
              <a:t> </a:t>
            </a:r>
            <a:r>
              <a:rPr lang="es-AR" sz="1100" err="1">
                <a:solidFill>
                  <a:prstClr val="black"/>
                </a:solidFill>
                <a:ea typeface="Calibri"/>
                <a:cs typeface="Calibri"/>
              </a:rPr>
              <a:t>With</a:t>
            </a:r>
            <a:r>
              <a:rPr lang="es-AR" sz="1100">
                <a:solidFill>
                  <a:prstClr val="black"/>
                </a:solidFill>
                <a:ea typeface="Calibri"/>
                <a:cs typeface="Calibri"/>
              </a:rPr>
              <a:t> Python – </a:t>
            </a:r>
            <a:r>
              <a:rPr lang="es-AR" sz="1100" err="1">
                <a:solidFill>
                  <a:prstClr val="black"/>
                </a:solidFill>
                <a:ea typeface="Calibri"/>
                <a:cs typeface="Calibri"/>
              </a:rPr>
              <a:t>FreeCodeCamp</a:t>
            </a:r>
          </a:p>
        </p:txBody>
      </p:sp>
      <p:pic>
        <p:nvPicPr>
          <p:cNvPr id="15" name="Picture 14" descr="Google Cloud - Professional Data Engineer Certification learning path">
            <a:extLst>
              <a:ext uri="{FF2B5EF4-FFF2-40B4-BE49-F238E27FC236}">
                <a16:creationId xmlns:a16="http://schemas.microsoft.com/office/drawing/2014/main" id="{7799219C-04CF-358C-0665-813A9B3AA204}"/>
              </a:ext>
            </a:extLst>
          </p:cNvPr>
          <p:cNvPicPr>
            <a:picLocks noChangeAspect="1"/>
          </p:cNvPicPr>
          <p:nvPr/>
        </p:nvPicPr>
        <p:blipFill>
          <a:blip r:embed="rId3"/>
          <a:stretch>
            <a:fillRect/>
          </a:stretch>
        </p:blipFill>
        <p:spPr>
          <a:xfrm>
            <a:off x="3180024" y="6177559"/>
            <a:ext cx="593437" cy="607918"/>
          </a:xfrm>
          <a:prstGeom prst="rect">
            <a:avLst/>
          </a:prstGeom>
        </p:spPr>
      </p:pic>
      <p:sp>
        <p:nvSpPr>
          <p:cNvPr id="16" name="TextBox 15">
            <a:extLst>
              <a:ext uri="{FF2B5EF4-FFF2-40B4-BE49-F238E27FC236}">
                <a16:creationId xmlns:a16="http://schemas.microsoft.com/office/drawing/2014/main" id="{84DFE2DD-0F99-FA96-48ED-832D2E1E8E65}"/>
              </a:ext>
            </a:extLst>
          </p:cNvPr>
          <p:cNvSpPr txBox="1"/>
          <p:nvPr/>
        </p:nvSpPr>
        <p:spPr>
          <a:xfrm>
            <a:off x="3183327" y="5349266"/>
            <a:ext cx="2342612" cy="261610"/>
          </a:xfrm>
          <a:prstGeom prst="rect">
            <a:avLst/>
          </a:prstGeom>
          <a:noFill/>
        </p:spPr>
        <p:txBody>
          <a:bodyPr wrap="square" lIns="91440" tIns="45720" rIns="91440" bIns="45720" rtlCol="0" anchor="t">
            <a:spAutoFit/>
          </a:bodyPr>
          <a:lstStyle/>
          <a:p>
            <a:r>
              <a:rPr lang="es-AR" sz="1100" b="1">
                <a:solidFill>
                  <a:srgbClr val="7030A0"/>
                </a:solidFill>
                <a:latin typeface="Graphik"/>
              </a:rPr>
              <a:t>LANGUAGES</a:t>
            </a:r>
            <a:endParaRPr lang="en-US"/>
          </a:p>
        </p:txBody>
      </p:sp>
      <p:sp>
        <p:nvSpPr>
          <p:cNvPr id="18" name="TextBox 17">
            <a:extLst>
              <a:ext uri="{FF2B5EF4-FFF2-40B4-BE49-F238E27FC236}">
                <a16:creationId xmlns:a16="http://schemas.microsoft.com/office/drawing/2014/main" id="{105BDD20-EA9B-7CB6-64BB-BAE71883EABD}"/>
              </a:ext>
            </a:extLst>
          </p:cNvPr>
          <p:cNvSpPr txBox="1"/>
          <p:nvPr/>
        </p:nvSpPr>
        <p:spPr>
          <a:xfrm>
            <a:off x="3051389" y="5603433"/>
            <a:ext cx="3231655" cy="577081"/>
          </a:xfrm>
          <a:prstGeom prst="rect">
            <a:avLst/>
          </a:prstGeom>
          <a:noFill/>
        </p:spPr>
        <p:txBody>
          <a:bodyPr wrap="square" lIns="91440" tIns="45720" rIns="91440" bIns="45720" rtlCol="0" anchor="t">
            <a:spAutoFit/>
          </a:bodyPr>
          <a:lstStyle/>
          <a:p>
            <a:pPr marL="171450" indent="-171450">
              <a:buFont typeface="Arial"/>
              <a:buChar char="•"/>
            </a:pPr>
            <a:r>
              <a:rPr lang="es-AR" sz="1050">
                <a:solidFill>
                  <a:prstClr val="black"/>
                </a:solidFill>
                <a:ea typeface="Calibri"/>
                <a:cs typeface="Calibri"/>
              </a:rPr>
              <a:t>Español - Nativo</a:t>
            </a:r>
          </a:p>
          <a:p>
            <a:pPr marL="171450" indent="-171450">
              <a:buFont typeface="Arial"/>
              <a:buChar char="•"/>
            </a:pPr>
            <a:r>
              <a:rPr lang="es-AR" sz="1050">
                <a:solidFill>
                  <a:prstClr val="black"/>
                </a:solidFill>
                <a:ea typeface="Calibri"/>
                <a:cs typeface="Calibri"/>
              </a:rPr>
              <a:t>Ingles – </a:t>
            </a:r>
            <a:r>
              <a:rPr lang="es-AR" sz="1050" err="1">
                <a:solidFill>
                  <a:prstClr val="black"/>
                </a:solidFill>
                <a:ea typeface="Calibri"/>
                <a:cs typeface="Calibri"/>
              </a:rPr>
              <a:t>Avan</a:t>
            </a:r>
            <a:r>
              <a:rPr lang="es-AR" sz="1050">
                <a:solidFill>
                  <a:prstClr val="black"/>
                </a:solidFill>
                <a:ea typeface="Calibri"/>
                <a:cs typeface="Calibri"/>
              </a:rPr>
              <a:t>zado B2</a:t>
            </a:r>
          </a:p>
          <a:p>
            <a:pPr marL="171450" indent="-171450">
              <a:buFont typeface="Arial"/>
              <a:buChar char="•"/>
            </a:pPr>
            <a:r>
              <a:rPr lang="es-AR" sz="1050" err="1">
                <a:solidFill>
                  <a:prstClr val="black"/>
                </a:solidFill>
                <a:ea typeface="Calibri"/>
                <a:cs typeface="Calibri"/>
              </a:rPr>
              <a:t>Portugues</a:t>
            </a:r>
            <a:r>
              <a:rPr lang="es-AR" sz="1050">
                <a:solidFill>
                  <a:prstClr val="black"/>
                </a:solidFill>
                <a:ea typeface="Calibri"/>
                <a:cs typeface="Calibri"/>
              </a:rPr>
              <a:t> - </a:t>
            </a:r>
            <a:r>
              <a:rPr lang="es-AR" sz="1050" err="1">
                <a:solidFill>
                  <a:prstClr val="black"/>
                </a:solidFill>
                <a:ea typeface="Calibri"/>
                <a:cs typeface="Calibri"/>
              </a:rPr>
              <a:t>Basico</a:t>
            </a:r>
          </a:p>
        </p:txBody>
      </p:sp>
    </p:spTree>
    <p:extLst>
      <p:ext uri="{BB962C8B-B14F-4D97-AF65-F5344CB8AC3E}">
        <p14:creationId xmlns:p14="http://schemas.microsoft.com/office/powerpoint/2010/main" val="19642327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b3e803809cee597fc3b47f0bb07c2c3c">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31b344b0215af432afecb1c8ed6d0c85"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144C9B9-51C1-4799-AC7C-FA632A9C1FB3}">
  <ds:schemaRefs>
    <ds:schemaRef ds:uri="http://schemas.microsoft.com/sharepoint/v3/contenttype/forms"/>
  </ds:schemaRefs>
</ds:datastoreItem>
</file>

<file path=customXml/itemProps2.xml><?xml version="1.0" encoding="utf-8"?>
<ds:datastoreItem xmlns:ds="http://schemas.openxmlformats.org/officeDocument/2006/customXml" ds:itemID="{2668CA71-FDFE-4C34-BDEF-77FEF42DFF2C}">
  <ds:schemaRefs>
    <ds:schemaRef ds:uri="9e1adda6-93f2-443e-b0ef-40d6e1dc8c9d"/>
    <ds:schemaRef ds:uri="9e5dff9b-ec84-400a-8d4d-02e9695663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4FDDEF0-1083-4094-9B20-46F9C8F14342}">
  <ds:schemaRefs>
    <ds:schemaRef ds:uri="9e1adda6-93f2-443e-b0ef-40d6e1dc8c9d"/>
    <ds:schemaRef ds:uri="9e5dff9b-ec84-400a-8d4d-02e96956639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1_Office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revision>1</cp:revision>
  <dcterms:created xsi:type="dcterms:W3CDTF">2022-03-18T18:13:59Z</dcterms:created>
  <dcterms:modified xsi:type="dcterms:W3CDTF">2026-03-04T21:19:20Z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