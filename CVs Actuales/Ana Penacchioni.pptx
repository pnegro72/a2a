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07613621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E2493-4ACB-49AB-AF15-0B7B135C9DBE}" v="56" dt="2024-06-12T17:37:05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acchioni, Ana" userId="S::ana.penacchioni@accenture.com::d0c9e2fe-1439-46bf-abbb-1e22ff999c9c" providerId="AD" clId="Web-{F23E2493-4ACB-49AB-AF15-0B7B135C9DBE}"/>
    <pc:docChg chg="modSld">
      <pc:chgData name="Penacchioni, Ana" userId="S::ana.penacchioni@accenture.com::d0c9e2fe-1439-46bf-abbb-1e22ff999c9c" providerId="AD" clId="Web-{F23E2493-4ACB-49AB-AF15-0B7B135C9DBE}" dt="2024-06-12T17:37:05.137" v="54" actId="20577"/>
      <pc:docMkLst>
        <pc:docMk/>
      </pc:docMkLst>
      <pc:sldChg chg="modSp">
        <pc:chgData name="Penacchioni, Ana" userId="S::ana.penacchioni@accenture.com::d0c9e2fe-1439-46bf-abbb-1e22ff999c9c" providerId="AD" clId="Web-{F23E2493-4ACB-49AB-AF15-0B7B135C9DBE}" dt="2024-06-12T17:37:05.137" v="54" actId="20577"/>
        <pc:sldMkLst>
          <pc:docMk/>
          <pc:sldMk cId="3747954151" sldId="2076136212"/>
        </pc:sldMkLst>
        <pc:spChg chg="mod">
          <ac:chgData name="Penacchioni, Ana" userId="S::ana.penacchioni@accenture.com::d0c9e2fe-1439-46bf-abbb-1e22ff999c9c" providerId="AD" clId="Web-{F23E2493-4ACB-49AB-AF15-0B7B135C9DBE}" dt="2024-06-12T17:35:52.400" v="18"/>
          <ac:spMkLst>
            <pc:docMk/>
            <pc:sldMk cId="3747954151" sldId="2076136212"/>
            <ac:spMk id="47" creationId="{88916E2A-4E45-86B5-A986-94589B9AFC66}"/>
          </ac:spMkLst>
        </pc:spChg>
        <pc:spChg chg="mod">
          <ac:chgData name="Penacchioni, Ana" userId="S::ana.penacchioni@accenture.com::d0c9e2fe-1439-46bf-abbb-1e22ff999c9c" providerId="AD" clId="Web-{F23E2493-4ACB-49AB-AF15-0B7B135C9DBE}" dt="2024-06-12T17:36:22.761" v="31" actId="20577"/>
          <ac:spMkLst>
            <pc:docMk/>
            <pc:sldMk cId="3747954151" sldId="2076136212"/>
            <ac:spMk id="50" creationId="{F5B1C679-DFF5-C42C-3C67-B3D6B74019FF}"/>
          </ac:spMkLst>
        </pc:spChg>
        <pc:spChg chg="mod">
          <ac:chgData name="Penacchioni, Ana" userId="S::ana.penacchioni@accenture.com::d0c9e2fe-1439-46bf-abbb-1e22ff999c9c" providerId="AD" clId="Web-{F23E2493-4ACB-49AB-AF15-0B7B135C9DBE}" dt="2024-06-12T17:37:05.137" v="54" actId="20577"/>
          <ac:spMkLst>
            <pc:docMk/>
            <pc:sldMk cId="3747954151" sldId="2076136212"/>
            <ac:spMk id="67" creationId="{C6A51E4F-7155-0013-A033-1BFC0B3D9F3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A37CC-18F7-44EE-9556-D0F84EFBD088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433E1-A6F4-44C5-9665-E8F7F2D49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0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157E0A-F321-48DC-AF94-681D4DCF34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49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7815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40550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82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35124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17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8202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8147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57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4444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3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70656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87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9313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1864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747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5421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87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0633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1782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390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644787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770480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1844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30519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261318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757948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43625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405250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43825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2896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590887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286129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483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23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741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67079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9153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52231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339072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953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317535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3326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6915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935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49027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998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534651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438793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818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32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Ana Penacchioni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460073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MLE Senior Analyst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ana.penacchioni@accenture.com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Buenos Aires, Argentina</a:t>
            </a:r>
          </a:p>
          <a:p>
            <a:pPr marL="228600" marR="0" lvl="0" indent="-22860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228600" marR="0" lvl="0" indent="-22860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228600" marR="0" lvl="0" indent="-22860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4" name="Picture Placeholder 2">
            <a:extLst>
              <a:ext uri="{FF2B5EF4-FFF2-40B4-BE49-F238E27FC236}">
                <a16:creationId xmlns:a16="http://schemas.microsoft.com/office/drawing/2014/main" id="{39E242EF-3323-2004-C8D5-9A8F00BC5C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72" b="10472"/>
          <a:stretch/>
        </p:blipFill>
        <p:spPr>
          <a:xfrm>
            <a:off x="5966178" y="1649482"/>
            <a:ext cx="556720" cy="515073"/>
          </a:xfrm>
          <a:prstGeom prst="rect">
            <a:avLst/>
          </a:prstGeom>
        </p:spPr>
      </p:pic>
      <p:pic>
        <p:nvPicPr>
          <p:cNvPr id="7" name="Picture Placeholder 2">
            <a:extLst>
              <a:ext uri="{FF2B5EF4-FFF2-40B4-BE49-F238E27FC236}">
                <a16:creationId xmlns:a16="http://schemas.microsoft.com/office/drawing/2014/main" id="{70046F3B-2B36-0972-3812-387A63BA0F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40" b="3740"/>
          <a:stretch/>
        </p:blipFill>
        <p:spPr>
          <a:xfrm>
            <a:off x="5450155" y="1650973"/>
            <a:ext cx="547475" cy="506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353" y="764813"/>
            <a:ext cx="1144331" cy="15181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600" b="1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SELECTED EXPERIENCE 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000" b="1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HARD/SOFT SKILLS &amp; TOOLS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12289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17956" cy="2062798"/>
            <a:chOff x="652656" y="2462768"/>
            <a:chExt cx="2917956" cy="2062798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Graphik" panose="020B0604020202020204" pitchFamily="34" charset="0"/>
                <a:buNone/>
                <a:tabLst/>
                <a:defRPr/>
              </a:pPr>
              <a:r>
                <a:rPr kumimoji="0" lang="es-AR" sz="1200" b="1" i="0" u="none" strike="noStrike" kern="1200" cap="none" spc="0" normalizeH="0" baseline="0" noProof="0">
                  <a:ln>
                    <a:noFill/>
                  </a:ln>
                  <a:solidFill>
                    <a:srgbClr val="A100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PROFESSIONAL BACKGROUND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82834" y="4311645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Graphik" panose="020B0604020202020204" pitchFamily="34" charset="0"/>
                <a:buNone/>
                <a:tabLst/>
                <a:defRPr/>
              </a:pPr>
              <a:r>
                <a:rPr kumimoji="0" lang="es-A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A100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SPECIALIZATIONS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611504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Graphik" panose="020B0604020202020204" pitchFamily="34" charset="0"/>
                <a:buNone/>
                <a:tabLst/>
                <a:defRPr/>
              </a:pPr>
              <a:r>
                <a:rPr kumimoji="0" lang="es-AR" sz="1200" b="1" i="0" u="none" strike="noStrike" kern="1200" cap="none" spc="0" normalizeH="0" baseline="0" noProof="0">
                  <a:ln>
                    <a:noFill/>
                  </a:ln>
                  <a:solidFill>
                    <a:srgbClr val="A100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EDUCATION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44756" y="5024708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AREA OF EXPERTISE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INDUSTRY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74985" y="2749931"/>
            <a:ext cx="2723960" cy="20144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1: 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Data Analysis and Interpretation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2: 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Cloud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3: 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Linux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4: 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Team worker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5: 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Data Science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6: 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Python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460073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7: 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Git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8: 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Machine Learning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9: 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LATEX, Open Office, </a:t>
            </a:r>
            <a:r>
              <a:rPr kumimoji="0" lang="en-US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Xspec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HEASOFT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Skill 10: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Fortran, Shell </a:t>
            </a:r>
          </a:p>
          <a:p>
            <a:pPr>
              <a:buClr>
                <a:srgbClr val="A100FF"/>
              </a:buClr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Skill 11: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Gen AI and LLM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460073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460073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>
              <a:buClr>
                <a:srgbClr val="A100FF"/>
              </a:buClr>
              <a:defRPr/>
            </a:pPr>
            <a:endParaRPr lang="en-US" dirty="0">
              <a:solidFill>
                <a:srgbClr val="460073"/>
              </a:solidFill>
              <a:latin typeface="Graphik"/>
            </a:endParaRP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49438" y="3861758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6" y="2637311"/>
            <a:ext cx="3149384" cy="8133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549E3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Astrophysics researcher at Universidad Nacional de La Plata (UNLP), with +10 years of experience.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549E3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MLE Data Analyst at Accenture Applied Intelligence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Latam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 Hub.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PhD in </a:t>
            </a:r>
            <a:r>
              <a:rPr kumimoji="0" lang="es-A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Astrophysics</a:t>
            </a:r>
            <a:r>
              <a:rPr kumimoji="0" lang="es-A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</a:t>
            </a:r>
            <a:r>
              <a:rPr kumimoji="0" lang="es-A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Sapienza</a:t>
            </a:r>
            <a:r>
              <a:rPr kumimoji="0" lang="es-A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s-A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University</a:t>
            </a:r>
            <a:r>
              <a:rPr kumimoji="0" lang="es-A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s-A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of</a:t>
            </a:r>
            <a:r>
              <a:rPr kumimoji="0" lang="es-A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Rome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09202" y="4544816"/>
            <a:ext cx="3069899" cy="4562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Clr>
                <a:srgbClr val="A100FF"/>
              </a:buClr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AWS Cloud Practitioner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 / Solutions Architect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fontAlgn="base">
              <a:buClr>
                <a:srgbClr val="A100FF"/>
              </a:buClr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GCP Cloud Digital Leader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05160" y="5280691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English (proficiency)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Italian (proficiency)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Spanish(Native)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Portuguese (Intermediate)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French (Intermediate)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5A5E06F-27C7-2207-0875-01BABFD0C887}"/>
              </a:ext>
            </a:extLst>
          </p:cNvPr>
          <p:cNvSpPr txBox="1">
            <a:spLocks/>
          </p:cNvSpPr>
          <p:nvPr/>
        </p:nvSpPr>
        <p:spPr>
          <a:xfrm>
            <a:off x="4919202" y="5535372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Energy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Teaching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Science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Aerospace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Satellite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Sempra Energy (06 2022 – 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11 2023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​</a:t>
            </a:r>
          </a:p>
          <a:p>
            <a:pPr marL="0" marR="0" lvl="0" indent="0" algn="just" defTabSz="2286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549E39"/>
              </a:buClr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Working as Data scientist on this project, putting together skills such as AWS Lambda, Glue, S3, git, VS Code/PyCharm, setting up integration tests, and coordinating Terraform implementation with the Back End team.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Graphik"/>
              </a:rPr>
              <a:t>CDAO 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(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11 2023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– 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present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​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0" marR="0" lvl="0" indent="0" algn="just" defTabSz="2286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&lt;Business description&gt; (MM YYYY – MM YYYY)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​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just" defTabSz="2286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&lt;Business description&gt; (MM YYYY – MM YYYY)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​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just" defTabSz="2286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&lt;Business description&gt; (MM YYYY – MM YYYY)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​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285750" marR="0" lvl="0" indent="-2857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Relevant activities/knowledge.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2022 Accenture. </a:t>
            </a: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All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rights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reserved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Accenture Applied Intelligence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8D6D8AA-6D81-390B-B0A8-C896C05F3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663" y="1639178"/>
            <a:ext cx="642943" cy="52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FD3ABE-0E5C-487F-AEDA-418AC1F6B0AC}">
  <ds:schemaRefs>
    <ds:schemaRef ds:uri="http://schemas.microsoft.com/office/2006/metadata/properties"/>
    <ds:schemaRef ds:uri="http://schemas.microsoft.com/office/infopath/2007/PartnerControls"/>
    <ds:schemaRef ds:uri="a9ec5491-ab8d-4b40-a3b8-06014ad5eeda"/>
    <ds:schemaRef ds:uri="8bf43e9c-ec30-4b03-90a4-56360b8dd0ac"/>
  </ds:schemaRefs>
</ds:datastoreItem>
</file>

<file path=customXml/itemProps2.xml><?xml version="1.0" encoding="utf-8"?>
<ds:datastoreItem xmlns:ds="http://schemas.openxmlformats.org/officeDocument/2006/customXml" ds:itemID="{2EB025AB-4371-4C7B-97C4-3DA9A5B564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6DC221-D65A-4EF0-A7AA-E2A8882B742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Widescreen</PresentationFormat>
  <Paragraphs>65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ThemeACN2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Penacchioni, Ana</dc:creator>
  <cp:lastModifiedBy>Penacchioni, Ana</cp:lastModifiedBy>
  <cp:revision>29</cp:revision>
  <dcterms:created xsi:type="dcterms:W3CDTF">2023-01-11T14:06:01Z</dcterms:created>
  <dcterms:modified xsi:type="dcterms:W3CDTF">2024-06-12T17:37:12Z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