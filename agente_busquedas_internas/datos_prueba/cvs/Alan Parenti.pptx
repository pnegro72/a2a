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7"/>
  </p:notesMasterIdLst>
  <p:sldIdLst>
    <p:sldId id="207613621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1" d="100"/>
          <a:sy n="111" d="100"/>
        </p:scale>
        <p:origin x="5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DAAC62-BF2B-4F17-A281-1372B1E4E7B0}" type="datetimeFigureOut">
              <a:rPr lang="en-US" smtClean="0"/>
              <a:t>10/9/2023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F59354-9A81-4987-9140-5CE923F05530}" type="slidenum">
              <a:rPr lang="en-US" smtClean="0"/>
              <a:t>‹#›</a:t>
            </a:fld>
            <a:endParaRPr lang="en-US"/>
          </a:p>
        </p:txBody>
      </p:sp>
    </p:spTree>
    <p:extLst>
      <p:ext uri="{BB962C8B-B14F-4D97-AF65-F5344CB8AC3E}">
        <p14:creationId xmlns:p14="http://schemas.microsoft.com/office/powerpoint/2010/main" val="2935521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1</a:t>
            </a:fld>
            <a:endParaRPr lang="en-US"/>
          </a:p>
        </p:txBody>
      </p:sp>
    </p:spTree>
    <p:extLst>
      <p:ext uri="{BB962C8B-B14F-4D97-AF65-F5344CB8AC3E}">
        <p14:creationId xmlns:p14="http://schemas.microsoft.com/office/powerpoint/2010/main" val="2749389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64766-C1B0-42EE-A8CC-394BA0D3A7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AFF0D8-F3F4-4176-AB73-C23367EEDF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F0C5C6-F18A-4FE4-B5A6-8992F879286D}"/>
              </a:ext>
            </a:extLst>
          </p:cNvPr>
          <p:cNvSpPr>
            <a:spLocks noGrp="1"/>
          </p:cNvSpPr>
          <p:nvPr>
            <p:ph type="dt" sz="half" idx="10"/>
          </p:nvPr>
        </p:nvSpPr>
        <p:spPr/>
        <p:txBody>
          <a:bodyPr/>
          <a:lstStyle/>
          <a:p>
            <a:fld id="{77CF3A1A-E8E9-4F1D-A0E4-983A98264649}" type="datetimeFigureOut">
              <a:rPr lang="en-US" smtClean="0"/>
              <a:t>10/9/2023</a:t>
            </a:fld>
            <a:endParaRPr lang="en-US"/>
          </a:p>
        </p:txBody>
      </p:sp>
      <p:sp>
        <p:nvSpPr>
          <p:cNvPr id="5" name="Footer Placeholder 4">
            <a:extLst>
              <a:ext uri="{FF2B5EF4-FFF2-40B4-BE49-F238E27FC236}">
                <a16:creationId xmlns:a16="http://schemas.microsoft.com/office/drawing/2014/main" id="{C0CFC83F-DCCD-4AF2-8260-AFD253D666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852342-E448-43DB-B506-CCA2BEB1740E}"/>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56541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9AAA1-EC0A-46E6-9332-DEDE592EB2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CB01CB-1A68-431F-9C90-D6C3E85A37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58C8A4-426B-4BBC-9D55-8C9B2E6F269C}"/>
              </a:ext>
            </a:extLst>
          </p:cNvPr>
          <p:cNvSpPr>
            <a:spLocks noGrp="1"/>
          </p:cNvSpPr>
          <p:nvPr>
            <p:ph type="dt" sz="half" idx="10"/>
          </p:nvPr>
        </p:nvSpPr>
        <p:spPr/>
        <p:txBody>
          <a:bodyPr/>
          <a:lstStyle/>
          <a:p>
            <a:fld id="{77CF3A1A-E8E9-4F1D-A0E4-983A98264649}" type="datetimeFigureOut">
              <a:rPr lang="en-US" smtClean="0"/>
              <a:t>10/9/2023</a:t>
            </a:fld>
            <a:endParaRPr lang="en-US"/>
          </a:p>
        </p:txBody>
      </p:sp>
      <p:sp>
        <p:nvSpPr>
          <p:cNvPr id="5" name="Footer Placeholder 4">
            <a:extLst>
              <a:ext uri="{FF2B5EF4-FFF2-40B4-BE49-F238E27FC236}">
                <a16:creationId xmlns:a16="http://schemas.microsoft.com/office/drawing/2014/main" id="{E719AD0D-EB31-418C-89B3-04F05D0B4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058A09-9162-4136-B707-9654AEB98664}"/>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790761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D170-D99D-4B74-9BF3-0D9EC0E8FE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9C96A0-89BC-4BF4-B1FB-29F4D6A32E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C38725-D08D-4BD6-861D-CF980D1F7E0E}"/>
              </a:ext>
            </a:extLst>
          </p:cNvPr>
          <p:cNvSpPr>
            <a:spLocks noGrp="1"/>
          </p:cNvSpPr>
          <p:nvPr>
            <p:ph type="dt" sz="half" idx="10"/>
          </p:nvPr>
        </p:nvSpPr>
        <p:spPr/>
        <p:txBody>
          <a:bodyPr/>
          <a:lstStyle/>
          <a:p>
            <a:fld id="{77CF3A1A-E8E9-4F1D-A0E4-983A98264649}" type="datetimeFigureOut">
              <a:rPr lang="en-US" smtClean="0"/>
              <a:t>10/9/2023</a:t>
            </a:fld>
            <a:endParaRPr lang="en-US"/>
          </a:p>
        </p:txBody>
      </p:sp>
      <p:sp>
        <p:nvSpPr>
          <p:cNvPr id="5" name="Footer Placeholder 4">
            <a:extLst>
              <a:ext uri="{FF2B5EF4-FFF2-40B4-BE49-F238E27FC236}">
                <a16:creationId xmlns:a16="http://schemas.microsoft.com/office/drawing/2014/main" id="{9C5FBB76-3E78-4B5F-9A37-CF56AFE23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8C09EE-43E9-4EAE-AF8D-1E6092B83973}"/>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527719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81123-A841-46D8-813F-A90E554557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7D972E-06C5-42C2-B976-BC019B301B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926D72-BD5B-428F-A34F-4DE2525CB6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F07D4F-4B9E-4393-AE40-6CA9251187EE}"/>
              </a:ext>
            </a:extLst>
          </p:cNvPr>
          <p:cNvSpPr>
            <a:spLocks noGrp="1"/>
          </p:cNvSpPr>
          <p:nvPr>
            <p:ph type="dt" sz="half" idx="10"/>
          </p:nvPr>
        </p:nvSpPr>
        <p:spPr/>
        <p:txBody>
          <a:bodyPr/>
          <a:lstStyle/>
          <a:p>
            <a:fld id="{77CF3A1A-E8E9-4F1D-A0E4-983A98264649}" type="datetimeFigureOut">
              <a:rPr lang="en-US" smtClean="0"/>
              <a:t>10/9/2023</a:t>
            </a:fld>
            <a:endParaRPr lang="en-US"/>
          </a:p>
        </p:txBody>
      </p:sp>
      <p:sp>
        <p:nvSpPr>
          <p:cNvPr id="6" name="Footer Placeholder 5">
            <a:extLst>
              <a:ext uri="{FF2B5EF4-FFF2-40B4-BE49-F238E27FC236}">
                <a16:creationId xmlns:a16="http://schemas.microsoft.com/office/drawing/2014/main" id="{68D068A1-8045-4ADA-906F-844627D78E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D2D8E0-3EA2-4BB5-8F90-1F37180F5E6B}"/>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2289669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A8E95-24BD-44AE-8EBE-CF7341462E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99CFAE-BA6E-4C1D-98CF-DB46B22F94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C63BE9-4440-4527-BEAC-B5E31B838A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8C0A57-A703-4786-8811-7215CD0569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EC5770-250D-444A-92A8-40B995B3C7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3695BDE-59C6-4961-8DC3-3AC2ACB5E7FF}"/>
              </a:ext>
            </a:extLst>
          </p:cNvPr>
          <p:cNvSpPr>
            <a:spLocks noGrp="1"/>
          </p:cNvSpPr>
          <p:nvPr>
            <p:ph type="dt" sz="half" idx="10"/>
          </p:nvPr>
        </p:nvSpPr>
        <p:spPr/>
        <p:txBody>
          <a:bodyPr/>
          <a:lstStyle/>
          <a:p>
            <a:fld id="{77CF3A1A-E8E9-4F1D-A0E4-983A98264649}" type="datetimeFigureOut">
              <a:rPr lang="en-US" smtClean="0"/>
              <a:t>10/9/2023</a:t>
            </a:fld>
            <a:endParaRPr lang="en-US"/>
          </a:p>
        </p:txBody>
      </p:sp>
      <p:sp>
        <p:nvSpPr>
          <p:cNvPr id="8" name="Footer Placeholder 7">
            <a:extLst>
              <a:ext uri="{FF2B5EF4-FFF2-40B4-BE49-F238E27FC236}">
                <a16:creationId xmlns:a16="http://schemas.microsoft.com/office/drawing/2014/main" id="{B729A259-0BB7-45D1-8FBC-504BF9F3BB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B4A92B-AC98-4DB3-921F-303CF8D91490}"/>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1905439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AD4E4-2D9B-4BCA-A995-8D4AEB67CA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9F9369-0845-4C9C-91E4-41CFC4D2A981}"/>
              </a:ext>
            </a:extLst>
          </p:cNvPr>
          <p:cNvSpPr>
            <a:spLocks noGrp="1"/>
          </p:cNvSpPr>
          <p:nvPr>
            <p:ph type="dt" sz="half" idx="10"/>
          </p:nvPr>
        </p:nvSpPr>
        <p:spPr/>
        <p:txBody>
          <a:bodyPr/>
          <a:lstStyle/>
          <a:p>
            <a:fld id="{77CF3A1A-E8E9-4F1D-A0E4-983A98264649}" type="datetimeFigureOut">
              <a:rPr lang="en-US" smtClean="0"/>
              <a:t>10/9/2023</a:t>
            </a:fld>
            <a:endParaRPr lang="en-US"/>
          </a:p>
        </p:txBody>
      </p:sp>
      <p:sp>
        <p:nvSpPr>
          <p:cNvPr id="4" name="Footer Placeholder 3">
            <a:extLst>
              <a:ext uri="{FF2B5EF4-FFF2-40B4-BE49-F238E27FC236}">
                <a16:creationId xmlns:a16="http://schemas.microsoft.com/office/drawing/2014/main" id="{5BF83F7B-3964-439D-8BFA-4F4DB9FA47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D5A799-A788-4AA5-AD62-97373732E21B}"/>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160987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ED551-C51B-4D3D-86C6-C7585CB37D10}"/>
              </a:ext>
            </a:extLst>
          </p:cNvPr>
          <p:cNvSpPr>
            <a:spLocks noGrp="1"/>
          </p:cNvSpPr>
          <p:nvPr>
            <p:ph type="dt" sz="half" idx="10"/>
          </p:nvPr>
        </p:nvSpPr>
        <p:spPr/>
        <p:txBody>
          <a:bodyPr/>
          <a:lstStyle/>
          <a:p>
            <a:fld id="{77CF3A1A-E8E9-4F1D-A0E4-983A98264649}" type="datetimeFigureOut">
              <a:rPr lang="en-US" smtClean="0"/>
              <a:t>10/9/2023</a:t>
            </a:fld>
            <a:endParaRPr lang="en-US"/>
          </a:p>
        </p:txBody>
      </p:sp>
      <p:sp>
        <p:nvSpPr>
          <p:cNvPr id="3" name="Footer Placeholder 2">
            <a:extLst>
              <a:ext uri="{FF2B5EF4-FFF2-40B4-BE49-F238E27FC236}">
                <a16:creationId xmlns:a16="http://schemas.microsoft.com/office/drawing/2014/main" id="{BCDA5D5F-8D15-4922-A810-71C052950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51D0C6-BE75-4CCF-92AC-76ED5C77B1CE}"/>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31551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2ED27-5B71-4953-96DB-B2F0F7339A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BAFC44-D1E4-47B0-A0AE-EDAAE9DFCE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6DE38D-F56B-4865-B48E-DF1CE5CE0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5AF5D0-0224-4ACA-B172-23A0BDCC5D36}"/>
              </a:ext>
            </a:extLst>
          </p:cNvPr>
          <p:cNvSpPr>
            <a:spLocks noGrp="1"/>
          </p:cNvSpPr>
          <p:nvPr>
            <p:ph type="dt" sz="half" idx="10"/>
          </p:nvPr>
        </p:nvSpPr>
        <p:spPr/>
        <p:txBody>
          <a:bodyPr/>
          <a:lstStyle/>
          <a:p>
            <a:fld id="{77CF3A1A-E8E9-4F1D-A0E4-983A98264649}" type="datetimeFigureOut">
              <a:rPr lang="en-US" smtClean="0"/>
              <a:t>10/9/2023</a:t>
            </a:fld>
            <a:endParaRPr lang="en-US"/>
          </a:p>
        </p:txBody>
      </p:sp>
      <p:sp>
        <p:nvSpPr>
          <p:cNvPr id="6" name="Footer Placeholder 5">
            <a:extLst>
              <a:ext uri="{FF2B5EF4-FFF2-40B4-BE49-F238E27FC236}">
                <a16:creationId xmlns:a16="http://schemas.microsoft.com/office/drawing/2014/main" id="{A9A19C3F-71D2-4DE3-B369-EC03DE6220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787772-C12A-4786-AFBB-526AEFA00580}"/>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4176202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60087-A8AD-4E19-8A44-71A37B615F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21789A-46D2-460F-87B8-22625C8265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B19932-7071-452D-91FF-2C3008DD5B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F4F40E-8FC4-4C79-9B32-B2AA72B495F6}"/>
              </a:ext>
            </a:extLst>
          </p:cNvPr>
          <p:cNvSpPr>
            <a:spLocks noGrp="1"/>
          </p:cNvSpPr>
          <p:nvPr>
            <p:ph type="dt" sz="half" idx="10"/>
          </p:nvPr>
        </p:nvSpPr>
        <p:spPr/>
        <p:txBody>
          <a:bodyPr/>
          <a:lstStyle/>
          <a:p>
            <a:fld id="{77CF3A1A-E8E9-4F1D-A0E4-983A98264649}" type="datetimeFigureOut">
              <a:rPr lang="en-US" smtClean="0"/>
              <a:t>10/9/2023</a:t>
            </a:fld>
            <a:endParaRPr lang="en-US"/>
          </a:p>
        </p:txBody>
      </p:sp>
      <p:sp>
        <p:nvSpPr>
          <p:cNvPr id="6" name="Footer Placeholder 5">
            <a:extLst>
              <a:ext uri="{FF2B5EF4-FFF2-40B4-BE49-F238E27FC236}">
                <a16:creationId xmlns:a16="http://schemas.microsoft.com/office/drawing/2014/main" id="{87D362E7-2704-475B-8C26-570762BE66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4589CB-F0C9-43E5-A742-F260581BBE22}"/>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3711931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4802E-C910-4C8A-B05B-72F6B7959D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A7636B-D181-4162-9FBC-CF172B6202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1EF142-3B8B-43FA-86F4-F868058695F0}"/>
              </a:ext>
            </a:extLst>
          </p:cNvPr>
          <p:cNvSpPr>
            <a:spLocks noGrp="1"/>
          </p:cNvSpPr>
          <p:nvPr>
            <p:ph type="dt" sz="half" idx="10"/>
          </p:nvPr>
        </p:nvSpPr>
        <p:spPr/>
        <p:txBody>
          <a:bodyPr/>
          <a:lstStyle/>
          <a:p>
            <a:fld id="{77CF3A1A-E8E9-4F1D-A0E4-983A98264649}" type="datetimeFigureOut">
              <a:rPr lang="en-US" smtClean="0"/>
              <a:t>10/9/2023</a:t>
            </a:fld>
            <a:endParaRPr lang="en-US"/>
          </a:p>
        </p:txBody>
      </p:sp>
      <p:sp>
        <p:nvSpPr>
          <p:cNvPr id="5" name="Footer Placeholder 4">
            <a:extLst>
              <a:ext uri="{FF2B5EF4-FFF2-40B4-BE49-F238E27FC236}">
                <a16:creationId xmlns:a16="http://schemas.microsoft.com/office/drawing/2014/main" id="{2E797561-6084-4FD5-87A2-8F186AA0FF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17715C-A5DE-415D-B205-27BEDF727D69}"/>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2983974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5AA1E0-70D7-40D8-B667-3BDAAFAE06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F1D6A9-2CB9-466C-A5C9-EBA1F37D1E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31BCBC-878D-4F2F-9A09-B09E4A086327}"/>
              </a:ext>
            </a:extLst>
          </p:cNvPr>
          <p:cNvSpPr>
            <a:spLocks noGrp="1"/>
          </p:cNvSpPr>
          <p:nvPr>
            <p:ph type="dt" sz="half" idx="10"/>
          </p:nvPr>
        </p:nvSpPr>
        <p:spPr/>
        <p:txBody>
          <a:bodyPr/>
          <a:lstStyle/>
          <a:p>
            <a:fld id="{77CF3A1A-E8E9-4F1D-A0E4-983A98264649}" type="datetimeFigureOut">
              <a:rPr lang="en-US" smtClean="0"/>
              <a:t>10/9/2023</a:t>
            </a:fld>
            <a:endParaRPr lang="en-US"/>
          </a:p>
        </p:txBody>
      </p:sp>
      <p:sp>
        <p:nvSpPr>
          <p:cNvPr id="5" name="Footer Placeholder 4">
            <a:extLst>
              <a:ext uri="{FF2B5EF4-FFF2-40B4-BE49-F238E27FC236}">
                <a16:creationId xmlns:a16="http://schemas.microsoft.com/office/drawing/2014/main" id="{024FE3E5-28BC-4564-9051-C92E4FCD38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41334E-5062-4EF9-909D-07BA937D9DC9}"/>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28171594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alutation-GTS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7" name="TextBox 6">
            <a:extLst>
              <a:ext uri="{FF2B5EF4-FFF2-40B4-BE49-F238E27FC236}">
                <a16:creationId xmlns:a16="http://schemas.microsoft.com/office/drawing/2014/main" id="{35F21F7E-CEFA-4A8F-862E-8631C40CEA2C}"/>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
        <p:nvSpPr>
          <p:cNvPr id="10" name="GTS_WH" descr="Accenture Greater Than symbol in white">
            <a:extLst>
              <a:ext uri="{FF2B5EF4-FFF2-40B4-BE49-F238E27FC236}">
                <a16:creationId xmlns:a16="http://schemas.microsoft.com/office/drawing/2014/main" id="{494AA491-F1F8-4D38-B722-DB2F38B198B8}"/>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62847706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guide id="2" pos="3840">
          <p15:clr>
            <a:srgbClr val="C35EA4"/>
          </p15:clr>
        </p15:guide>
        <p15:guide id="3" orient="horz" pos="3608">
          <p15:clr>
            <a:srgbClr val="C35E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Salutation-Logo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11" name="TextBox 10">
            <a:extLst>
              <a:ext uri="{FF2B5EF4-FFF2-40B4-BE49-F238E27FC236}">
                <a16:creationId xmlns:a16="http://schemas.microsoft.com/office/drawing/2014/main" id="{0B104FBB-E799-42A8-A4FA-483DC489523D}"/>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grpSp>
        <p:nvGrpSpPr>
          <p:cNvPr id="12" name="Logo_WH" descr="Accenture logo in white">
            <a:extLst>
              <a:ext uri="{FF2B5EF4-FFF2-40B4-BE49-F238E27FC236}">
                <a16:creationId xmlns:a16="http://schemas.microsoft.com/office/drawing/2014/main" id="{0D82E30B-4E95-4B73-9014-71990AE21DBE}"/>
              </a:ext>
            </a:extLst>
          </p:cNvPr>
          <p:cNvGrpSpPr>
            <a:grpSpLocks noChangeAspect="1"/>
          </p:cNvGrpSpPr>
          <p:nvPr/>
        </p:nvGrpSpPr>
        <p:grpSpPr bwMode="black">
          <a:xfrm>
            <a:off x="5154167" y="5374201"/>
            <a:ext cx="1883664" cy="496247"/>
            <a:chOff x="1561" y="187"/>
            <a:chExt cx="4536" cy="1195"/>
          </a:xfrm>
        </p:grpSpPr>
        <p:sp>
          <p:nvSpPr>
            <p:cNvPr id="13" name="Freeform 5">
              <a:extLst>
                <a:ext uri="{FF2B5EF4-FFF2-40B4-BE49-F238E27FC236}">
                  <a16:creationId xmlns:a16="http://schemas.microsoft.com/office/drawing/2014/main" id="{008CD909-AC78-4980-BB04-8608F18CDC22}"/>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8B5D8E88-5919-40A0-A4A4-2E6587AD687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6067176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8">
          <p15:clr>
            <a:srgbClr val="C35EA4"/>
          </p15:clr>
        </p15:guide>
        <p15:guide id="2" pos="3840">
          <p15:clr>
            <a:srgbClr val="C35EA4"/>
          </p15:clr>
        </p15:guide>
        <p15:guide id="3" orient="horz" pos="2160">
          <p15:clr>
            <a:srgbClr val="C35E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Salutation-GTS Keylin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bwMode="black">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234317852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Salutation-GTS left-image bkgnd">
    <p:bg>
      <p:bgPr>
        <a:solidFill>
          <a:schemeClr val="accent3"/>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E7551B-7F86-46D2-A90B-DF5CC30BDFD8}"/>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GTS_WH" descr="Accenture Greater Than symbol in white">
            <a:extLst>
              <a:ext uri="{FF2B5EF4-FFF2-40B4-BE49-F238E27FC236}">
                <a16:creationId xmlns:a16="http://schemas.microsoft.com/office/drawing/2014/main" id="{5820492B-C4D2-42F2-B2B8-CB1CE70F894B}"/>
              </a:ext>
            </a:extLst>
          </p:cNvPr>
          <p:cNvSpPr>
            <a:spLocks noChangeAspect="1"/>
          </p:cNvSpPr>
          <p:nvPr/>
        </p:nvSpPr>
        <p:spPr bwMode="black">
          <a:xfrm>
            <a:off x="380999" y="5607812"/>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2671237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Black1">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p:nvSpPr>
        <p:spPr bwMode="blackGray">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784378"/>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b="0" i="0" kern="1200" spc="0" dirty="0">
                <a:solidFill>
                  <a:schemeClr val="tx1"/>
                </a:solidFill>
                <a:latin typeface="GT Sectra Fine Rg" panose="00000500000000000000" pitchFamily="50" charset="0"/>
                <a:ea typeface="+mn-ea"/>
                <a:cs typeface="+mn-cs"/>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201D1C16-1E67-46BA-A7F0-31738E52069F}"/>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13770704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Black2">
    <p:bg>
      <p:bgPr>
        <a:solidFill>
          <a:schemeClr val="accent3"/>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4" name="TextBox 3">
            <a:extLst>
              <a:ext uri="{FF2B5EF4-FFF2-40B4-BE49-F238E27FC236}">
                <a16:creationId xmlns:a16="http://schemas.microsoft.com/office/drawing/2014/main" id="{8DDC0C86-80A9-481C-A2D5-6F509B89192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8" name="GTS_WH" descr="Accenture Greater Than symbol in white">
            <a:extLst>
              <a:ext uri="{FF2B5EF4-FFF2-40B4-BE49-F238E27FC236}">
                <a16:creationId xmlns:a16="http://schemas.microsoft.com/office/drawing/2014/main" id="{C703F910-26EC-4B07-B522-B28DEB82C3EA}"/>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2168034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05">
          <p15:clr>
            <a:srgbClr val="C35EA4"/>
          </p15:clr>
        </p15:guide>
        <p15:guide id="2" pos="3840">
          <p15:clr>
            <a:srgbClr val="C35E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Black3">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2" name="TextBox 1">
            <a:extLst>
              <a:ext uri="{FF2B5EF4-FFF2-40B4-BE49-F238E27FC236}">
                <a16:creationId xmlns:a16="http://schemas.microsoft.com/office/drawing/2014/main" id="{E0481612-058D-4A52-B93E-53E75F305C81}"/>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C6212C50-BB96-4C0C-BC89-2B3C8082149D}"/>
              </a:ext>
            </a:extLst>
          </p:cNvPr>
          <p:cNvGrpSpPr>
            <a:grpSpLocks noChangeAspect="1"/>
          </p:cNvGrpSpPr>
          <p:nvPr/>
        </p:nvGrpSpPr>
        <p:grpSpPr bwMode="black">
          <a:xfrm>
            <a:off x="5154167" y="5374201"/>
            <a:ext cx="1883664" cy="496247"/>
            <a:chOff x="1561" y="187"/>
            <a:chExt cx="4536" cy="1195"/>
          </a:xfrm>
        </p:grpSpPr>
        <p:sp>
          <p:nvSpPr>
            <p:cNvPr id="10" name="Freeform 5">
              <a:extLst>
                <a:ext uri="{FF2B5EF4-FFF2-40B4-BE49-F238E27FC236}">
                  <a16:creationId xmlns:a16="http://schemas.microsoft.com/office/drawing/2014/main" id="{5A65B91D-87CB-4DC8-B4B1-CE82A8E5C6F8}"/>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E102C68A-98DA-4EBB-AAFF-D0C6E56ADE1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47815780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6">
          <p15:clr>
            <a:srgbClr val="C35EA4"/>
          </p15:clr>
        </p15:guide>
        <p15:guide id="2" pos="3840">
          <p15:clr>
            <a:srgbClr val="C35E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itle: Black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4" name="TextBox 3">
            <a:extLst>
              <a:ext uri="{FF2B5EF4-FFF2-40B4-BE49-F238E27FC236}">
                <a16:creationId xmlns:a16="http://schemas.microsoft.com/office/drawing/2014/main" id="{EEDFBD97-7A23-4453-9DFC-F825350AF9B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1A7501AC-E717-4CB3-89D9-DEE7B06E1876}"/>
              </a:ext>
            </a:extLst>
          </p:cNvPr>
          <p:cNvGrpSpPr>
            <a:grpSpLocks noChangeAspect="1"/>
          </p:cNvGrpSpPr>
          <p:nvPr/>
        </p:nvGrpSpPr>
        <p:grpSpPr bwMode="black">
          <a:xfrm>
            <a:off x="9153213" y="5815652"/>
            <a:ext cx="1883664" cy="496247"/>
            <a:chOff x="1561" y="187"/>
            <a:chExt cx="4536" cy="1195"/>
          </a:xfrm>
        </p:grpSpPr>
        <p:sp>
          <p:nvSpPr>
            <p:cNvPr id="10" name="Freeform 5">
              <a:extLst>
                <a:ext uri="{FF2B5EF4-FFF2-40B4-BE49-F238E27FC236}">
                  <a16:creationId xmlns:a16="http://schemas.microsoft.com/office/drawing/2014/main" id="{E84F1646-52FE-4716-AED1-FE252A8E05E4}"/>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FBA828-A6EE-4CDC-A2F1-52C5DC0E3C3F}"/>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525693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itle: Black5 Image">
    <p:bg>
      <p:bgPr>
        <a:solidFill>
          <a:schemeClr val="accent3"/>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18288"/>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9" name="GTS_WH" descr="Accenture Greater Than symbol in white">
            <a:extLst>
              <a:ext uri="{FF2B5EF4-FFF2-40B4-BE49-F238E27FC236}">
                <a16:creationId xmlns:a16="http://schemas.microsoft.com/office/drawing/2014/main" id="{08C622A3-6AC3-418E-A8AE-75B117754CFC}"/>
              </a:ext>
            </a:extLst>
          </p:cNvPr>
          <p:cNvSpPr>
            <a:spLocks noChangeAspect="1"/>
          </p:cNvSpPr>
          <p:nvPr/>
        </p:nvSpPr>
        <p:spPr bwMode="white">
          <a:xfrm>
            <a:off x="3810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95174598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Black6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12688DA9-25EC-4AC3-AD0E-0CC139E11679}"/>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E9464481-354D-44BF-B8B2-E0AFA2830FD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9" name="Logo_WH" descr="Accenture logo in white">
            <a:extLst>
              <a:ext uri="{FF2B5EF4-FFF2-40B4-BE49-F238E27FC236}">
                <a16:creationId xmlns:a16="http://schemas.microsoft.com/office/drawing/2014/main" id="{BA79480B-BE6F-49EC-829D-D8AF858ABFD8}"/>
              </a:ext>
            </a:extLst>
          </p:cNvPr>
          <p:cNvGrpSpPr>
            <a:grpSpLocks noChangeAspect="1"/>
          </p:cNvGrpSpPr>
          <p:nvPr/>
        </p:nvGrpSpPr>
        <p:grpSpPr bwMode="black">
          <a:xfrm>
            <a:off x="381001" y="5815652"/>
            <a:ext cx="1883664" cy="496247"/>
            <a:chOff x="1561" y="187"/>
            <a:chExt cx="4536" cy="1195"/>
          </a:xfrm>
        </p:grpSpPr>
        <p:sp>
          <p:nvSpPr>
            <p:cNvPr id="10" name="Freeform 5">
              <a:extLst>
                <a:ext uri="{FF2B5EF4-FFF2-40B4-BE49-F238E27FC236}">
                  <a16:creationId xmlns:a16="http://schemas.microsoft.com/office/drawing/2014/main" id="{80D6DAB6-FE72-4647-9B94-83468BA6B4AE}"/>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6961114-35B1-4F8E-96CC-0CA3D18133FD}"/>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85753970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Black7 Acquisition+Image">
    <p:bg>
      <p:bgPr>
        <a:solidFill>
          <a:schemeClr val="accent3"/>
        </a:solidFill>
        <a:effectLst/>
      </p:bgPr>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84A5767-82AC-46A2-88DD-C31D51E1CB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13" name="Picture Placeholder 11" descr="Image placeholder for client logo">
            <a:extLst>
              <a:ext uri="{FF2B5EF4-FFF2-40B4-BE49-F238E27FC236}">
                <a16:creationId xmlns:a16="http://schemas.microsoft.com/office/drawing/2014/main" id="{9B6BF12D-A981-4F4E-B8F1-FF12DC840F22}"/>
              </a:ext>
            </a:extLst>
          </p:cNvPr>
          <p:cNvSpPr>
            <a:spLocks noGrp="1"/>
          </p:cNvSpPr>
          <p:nvPr>
            <p:ph type="pic" sz="quarter" idx="13" hasCustomPrompt="1"/>
          </p:nvPr>
        </p:nvSpPr>
        <p:spPr>
          <a:xfrm>
            <a:off x="381001" y="5326815"/>
            <a:ext cx="1884233" cy="985085"/>
          </a:xfrm>
        </p:spPr>
        <p:txBody>
          <a:bodyPr anchor="ctr"/>
          <a:lstStyle>
            <a:lvl1pPr algn="ctr">
              <a:buFont typeface="Graphik" panose="020B0604020202020204" pitchFamily="34" charset="0"/>
              <a:buNone/>
              <a:defRPr sz="1400"/>
            </a:lvl1pPr>
          </a:lstStyle>
          <a:p>
            <a:r>
              <a:rPr lang="en-GB"/>
              <a:t>Add client logo</a:t>
            </a:r>
            <a:endParaRPr lang="en-US"/>
          </a:p>
        </p:txBody>
      </p:sp>
      <p:sp>
        <p:nvSpPr>
          <p:cNvPr id="10" name="GTS_WH" descr="Accenture Greater Than symbol in white">
            <a:extLst>
              <a:ext uri="{FF2B5EF4-FFF2-40B4-BE49-F238E27FC236}">
                <a16:creationId xmlns:a16="http://schemas.microsoft.com/office/drawing/2014/main" id="{659D61A8-47A5-47C2-A85A-BCCCBE83C91F}"/>
              </a:ext>
            </a:extLst>
          </p:cNvPr>
          <p:cNvSpPr>
            <a:spLocks noChangeAspect="1"/>
          </p:cNvSpPr>
          <p:nvPr/>
        </p:nvSpPr>
        <p:spPr bwMode="auto">
          <a:xfrm>
            <a:off x="381001" y="38100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1217146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itle: White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6" name="TextBox 5">
            <a:extLst>
              <a:ext uri="{FF2B5EF4-FFF2-40B4-BE49-F238E27FC236}">
                <a16:creationId xmlns:a16="http://schemas.microsoft.com/office/drawing/2014/main" id="{AB818ECE-32D7-4F71-A6CA-1144DA38ED6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grpSp>
        <p:nvGrpSpPr>
          <p:cNvPr id="8" name="Logo_BL" descr="Accenture logo in black and purple">
            <a:extLst>
              <a:ext uri="{FF2B5EF4-FFF2-40B4-BE49-F238E27FC236}">
                <a16:creationId xmlns:a16="http://schemas.microsoft.com/office/drawing/2014/main" id="{35D3F8C8-B2E5-431B-9639-9F05530860EC}"/>
              </a:ext>
            </a:extLst>
          </p:cNvPr>
          <p:cNvGrpSpPr>
            <a:grpSpLocks noChangeAspect="1"/>
          </p:cNvGrpSpPr>
          <p:nvPr/>
        </p:nvGrpSpPr>
        <p:grpSpPr bwMode="auto">
          <a:xfrm>
            <a:off x="9147183" y="5815542"/>
            <a:ext cx="1883664" cy="496357"/>
            <a:chOff x="2387" y="1701"/>
            <a:chExt cx="4535" cy="1195"/>
          </a:xfrm>
        </p:grpSpPr>
        <p:sp>
          <p:nvSpPr>
            <p:cNvPr id="10" name="Freeform 5">
              <a:extLst>
                <a:ext uri="{FF2B5EF4-FFF2-40B4-BE49-F238E27FC236}">
                  <a16:creationId xmlns:a16="http://schemas.microsoft.com/office/drawing/2014/main" id="{9AD7BAC9-11D9-4846-95CD-5C2B82714750}"/>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CAEDE4E-DAF3-4FBC-BAEB-E0C26C20EB9D}"/>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4115095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White2 Image">
    <p:bg>
      <p:bgPr>
        <a:solidFill>
          <a:schemeClr val="tx1"/>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9144"/>
            <a:ext cx="12207240" cy="6876288"/>
          </a:xfrm>
        </p:spPr>
        <p:txBody>
          <a:bodyPr lIns="0" tIns="182880"/>
          <a:lstStyle>
            <a:lvl1pPr algn="ctr">
              <a:buNone/>
              <a:defRPr>
                <a:solidFill>
                  <a:schemeClr val="bg1"/>
                </a:solidFill>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bg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bg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bg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20473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bg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pic>
        <p:nvPicPr>
          <p:cNvPr id="10" name="Graphic 9" descr="Accenture Greater Than symbol in purple">
            <a:extLst>
              <a:ext uri="{FF2B5EF4-FFF2-40B4-BE49-F238E27FC236}">
                <a16:creationId xmlns:a16="http://schemas.microsoft.com/office/drawing/2014/main" id="{299A6723-3F53-4981-840E-D1D62874F6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5607811"/>
            <a:ext cx="641502" cy="704088"/>
          </a:xfrm>
          <a:prstGeom prst="rect">
            <a:avLst/>
          </a:prstGeom>
        </p:spPr>
      </p:pic>
    </p:spTree>
    <p:extLst>
      <p:ext uri="{BB962C8B-B14F-4D97-AF65-F5344CB8AC3E}">
        <p14:creationId xmlns:p14="http://schemas.microsoft.com/office/powerpoint/2010/main" val="130714297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 White3 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37342710"/>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itle: White4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771526"/>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1C5BF709-3623-4620-9FF0-B8F8076A8BE3}"/>
              </a:ext>
            </a:extLst>
          </p:cNvPr>
          <p:cNvGrpSpPr>
            <a:grpSpLocks noChangeAspect="1"/>
          </p:cNvGrpSpPr>
          <p:nvPr/>
        </p:nvGrpSpPr>
        <p:grpSpPr bwMode="auto">
          <a:xfrm>
            <a:off x="9147183" y="5815542"/>
            <a:ext cx="1883664" cy="496357"/>
            <a:chOff x="2387" y="1701"/>
            <a:chExt cx="4535" cy="1195"/>
          </a:xfrm>
        </p:grpSpPr>
        <p:sp>
          <p:nvSpPr>
            <p:cNvPr id="14" name="Freeform 5">
              <a:extLst>
                <a:ext uri="{FF2B5EF4-FFF2-40B4-BE49-F238E27FC236}">
                  <a16:creationId xmlns:a16="http://schemas.microsoft.com/office/drawing/2014/main" id="{C7B64CB8-485B-4A84-AF6D-C9EF29551409}"/>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74AE1E9A-205A-4C25-A6CD-8452DDD29904}"/>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27242829"/>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Title: White5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733891"/>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4734391"/>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4979668"/>
            <a:ext cx="4114799" cy="548640"/>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5326815"/>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8D3E8DD1-C700-46AC-AA94-9072B0F31752}"/>
              </a:ext>
            </a:extLst>
          </p:cNvPr>
          <p:cNvGrpSpPr>
            <a:grpSpLocks noChangeAspect="1"/>
          </p:cNvGrpSpPr>
          <p:nvPr/>
        </p:nvGrpSpPr>
        <p:grpSpPr bwMode="auto">
          <a:xfrm>
            <a:off x="1149093" y="5815543"/>
            <a:ext cx="1883664" cy="496357"/>
            <a:chOff x="2387" y="1701"/>
            <a:chExt cx="4535" cy="1195"/>
          </a:xfrm>
        </p:grpSpPr>
        <p:sp>
          <p:nvSpPr>
            <p:cNvPr id="14" name="Freeform 5">
              <a:extLst>
                <a:ext uri="{FF2B5EF4-FFF2-40B4-BE49-F238E27FC236}">
                  <a16:creationId xmlns:a16="http://schemas.microsoft.com/office/drawing/2014/main" id="{799A1684-BC33-4579-B840-616EB6D11E8E}"/>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5AD5E73-6E1C-44F8-9F73-9F3D4F6DF76F}"/>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73280106"/>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White6 Acquisition+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Picture Placeholder 11" descr="Image placeholder for client logo">
            <a:extLst>
              <a:ext uri="{FF2B5EF4-FFF2-40B4-BE49-F238E27FC236}">
                <a16:creationId xmlns:a16="http://schemas.microsoft.com/office/drawing/2014/main" id="{FFB79963-9269-41F8-B968-34FCB68C87FA}"/>
              </a:ext>
            </a:extLst>
          </p:cNvPr>
          <p:cNvSpPr>
            <a:spLocks noGrp="1"/>
          </p:cNvSpPr>
          <p:nvPr>
            <p:ph type="pic" sz="quarter" idx="13" hasCustomPrompt="1"/>
          </p:nvPr>
        </p:nvSpPr>
        <p:spPr>
          <a:xfrm>
            <a:off x="9926766" y="5326815"/>
            <a:ext cx="1884233" cy="985085"/>
          </a:xfrm>
        </p:spPr>
        <p:txBody>
          <a:bodyPr anchor="ctr"/>
          <a:lstStyle>
            <a:lvl1pPr algn="ctr">
              <a:buNone/>
              <a:defRPr sz="1400"/>
            </a:lvl1pPr>
          </a:lstStyle>
          <a:p>
            <a:r>
              <a:rPr lang="en-GB"/>
              <a:t>Add client logo</a:t>
            </a:r>
            <a:endParaRPr lang="en-US"/>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6874161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itle: White7 Acquisition+Image">
    <p:bg>
      <p:bgRef idx="1001">
        <a:schemeClr val="bg1"/>
      </p:bgRef>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715308A-2B7A-4485-A51C-F3F23FC4264D}"/>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382725"/>
            <a:ext cx="641502" cy="704088"/>
          </a:xfrm>
          <a:prstGeom prst="rect">
            <a:avLst/>
          </a:prstGeom>
        </p:spPr>
      </p:pic>
      <p:sp>
        <p:nvSpPr>
          <p:cNvPr id="13" name="Picture Placeholder 11" descr="Image placeholder for client logo">
            <a:extLst>
              <a:ext uri="{FF2B5EF4-FFF2-40B4-BE49-F238E27FC236}">
                <a16:creationId xmlns:a16="http://schemas.microsoft.com/office/drawing/2014/main" id="{05B9195C-3F7A-4A18-80FA-FB81E2ECDE09}"/>
              </a:ext>
            </a:extLst>
          </p:cNvPr>
          <p:cNvSpPr>
            <a:spLocks noGrp="1"/>
          </p:cNvSpPr>
          <p:nvPr>
            <p:ph type="pic" sz="quarter" idx="13" hasCustomPrompt="1"/>
          </p:nvPr>
        </p:nvSpPr>
        <p:spPr>
          <a:xfrm>
            <a:off x="381001" y="5326815"/>
            <a:ext cx="1884233" cy="985085"/>
          </a:xfrm>
        </p:spPr>
        <p:txBody>
          <a:bodyPr anchor="ctr"/>
          <a:lstStyle>
            <a:lvl1pPr algn="ctr">
              <a:buNone/>
              <a:defRPr sz="1400"/>
            </a:lvl1pPr>
          </a:lstStyle>
          <a:p>
            <a:r>
              <a:rPr lang="en-GB"/>
              <a:t>Add client logo</a:t>
            </a:r>
            <a:endParaRPr lang="en-US"/>
          </a:p>
        </p:txBody>
      </p:sp>
    </p:spTree>
    <p:extLst>
      <p:ext uri="{BB962C8B-B14F-4D97-AF65-F5344CB8AC3E}">
        <p14:creationId xmlns:p14="http://schemas.microsoft.com/office/powerpoint/2010/main" val="415050208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descr="Accenture Gradient Dark">
            <a:extLst>
              <a:ext uri="{FF2B5EF4-FFF2-40B4-BE49-F238E27FC236}">
                <a16:creationId xmlns:a16="http://schemas.microsoft.com/office/drawing/2014/main" id="{86F62995-A1F7-47A0-AD35-CBADA9723982}"/>
              </a:ext>
            </a:extLst>
          </p:cNvPr>
          <p:cNvPicPr>
            <a:picLocks noChangeAspect="1"/>
          </p:cNvPicPr>
          <p:nvPr/>
        </p:nvPicPr>
        <p:blipFill rotWithShape="1">
          <a:blip r:embed="rId2">
            <a:extLst>
              <a:ext uri="{28A0092B-C50C-407E-A947-70E740481C1C}">
                <a14:useLocalDpi xmlns:a14="http://schemas.microsoft.com/office/drawing/2010/main" val="0"/>
              </a:ext>
            </a:extLst>
          </a:blip>
          <a:srcRect t="-18"/>
          <a:stretch/>
        </p:blipFill>
        <p:spPr bwMode="invGray">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10" name="GTS_WH" descr="Accenture Greater Than symbol in white">
            <a:extLst>
              <a:ext uri="{FF2B5EF4-FFF2-40B4-BE49-F238E27FC236}">
                <a16:creationId xmlns:a16="http://schemas.microsoft.com/office/drawing/2014/main" id="{4B2379EA-B598-42DD-B03E-5C4FC1D468F3}"/>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ooter Placeholder 4">
            <a:extLst>
              <a:ext uri="{FF2B5EF4-FFF2-40B4-BE49-F238E27FC236}">
                <a16:creationId xmlns:a16="http://schemas.microsoft.com/office/drawing/2014/main" id="{7FB0387B-1E9C-4EB7-9BA3-83AB796E35C7}"/>
              </a:ext>
            </a:extLst>
          </p:cNvPr>
          <p:cNvSpPr>
            <a:spLocks noGrp="1"/>
          </p:cNvSpPr>
          <p:nvPr>
            <p:ph type="ftr" sz="quarter" idx="18"/>
          </p:nvPr>
        </p:nvSpPr>
        <p:spPr/>
        <p:txBody>
          <a:bodyPr/>
          <a:lstStyle/>
          <a:p>
            <a:r>
              <a:rPr lang="es-ES"/>
              <a:t>Copyright © 2020 Accenture. All rights reserved.</a:t>
            </a:r>
          </a:p>
        </p:txBody>
      </p:sp>
      <p:sp>
        <p:nvSpPr>
          <p:cNvPr id="7" name="Slide Number Placeholder 6">
            <a:extLst>
              <a:ext uri="{FF2B5EF4-FFF2-40B4-BE49-F238E27FC236}">
                <a16:creationId xmlns:a16="http://schemas.microsoft.com/office/drawing/2014/main" id="{A0BB825C-3912-400B-A9ED-F17A355964BB}"/>
              </a:ext>
            </a:extLst>
          </p:cNvPr>
          <p:cNvSpPr>
            <a:spLocks noGrp="1"/>
          </p:cNvSpPr>
          <p:nvPr>
            <p:ph type="sldNum" sz="quarter" idx="19"/>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88134628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descr="Accenture Gradient Mid&#10;">
            <a:extLst>
              <a:ext uri="{FF2B5EF4-FFF2-40B4-BE49-F238E27FC236}">
                <a16:creationId xmlns:a16="http://schemas.microsoft.com/office/drawing/2014/main" id="{D34847E9-71CB-4177-8BB3-C4EDB8A3E26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ltGray">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70180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Footer Placeholder 3">
            <a:extLst>
              <a:ext uri="{FF2B5EF4-FFF2-40B4-BE49-F238E27FC236}">
                <a16:creationId xmlns:a16="http://schemas.microsoft.com/office/drawing/2014/main" id="{EC3F0890-0DED-4AD1-9A02-BD56F8554BD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4" name="GTS_WH" descr="Accenture Greater Than symbol in white">
            <a:extLst>
              <a:ext uri="{FF2B5EF4-FFF2-40B4-BE49-F238E27FC236}">
                <a16:creationId xmlns:a16="http://schemas.microsoft.com/office/drawing/2014/main" id="{3FC0722F-C643-4988-96E8-F00519CB3A00}"/>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EF969A96-ECEE-46C8-AC65-A99027BA9203}"/>
              </a:ext>
            </a:extLst>
          </p:cNvPr>
          <p:cNvSpPr>
            <a:spLocks noGrp="1"/>
          </p:cNvSpPr>
          <p:nvPr>
            <p:ph type="sldNum" sz="quarter" idx="1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9221122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descr="Accenture Gradient Mid">
            <a:extLst>
              <a:ext uri="{FF2B5EF4-FFF2-40B4-BE49-F238E27FC236}">
                <a16:creationId xmlns:a16="http://schemas.microsoft.com/office/drawing/2014/main" id="{CB16898D-3DD4-439C-B43F-558C1FDD3648}"/>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ltGray">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p:nvSpPr>
        <p:spPr bwMode="white">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422072"/>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noFill/>
                </a:ln>
                <a:solidFill>
                  <a:schemeClr val="tx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a:t>
            </a: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7"/>
            <a:ext cx="2993573" cy="242207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5" name="Footer Placeholder 3">
            <a:extLst>
              <a:ext uri="{FF2B5EF4-FFF2-40B4-BE49-F238E27FC236}">
                <a16:creationId xmlns:a16="http://schemas.microsoft.com/office/drawing/2014/main" id="{C230B8D6-1525-4D29-A117-F22A9C16F08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GTS_WH" descr="Accenture Greater Than symbol in white">
            <a:extLst>
              <a:ext uri="{FF2B5EF4-FFF2-40B4-BE49-F238E27FC236}">
                <a16:creationId xmlns:a16="http://schemas.microsoft.com/office/drawing/2014/main" id="{C5173724-68B6-47CD-B850-71B1407EEAA1}"/>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404ADF7-CE17-4A46-8A63-A366F9BB14A4}"/>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13308195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Graphik" panose="020B0604020202020204" pitchFamily="34" charset="0"/>
              <a:buChar char="•"/>
              <a:defRPr sz="1800"/>
            </a:lvl3pPr>
            <a:lvl4pPr marL="457200">
              <a:buFont typeface="Graphik"/>
              <a:buChar char="–"/>
              <a:defRPr sz="1600"/>
            </a:lvl4pPr>
            <a:lvl5pPr marL="685800">
              <a:buFont typeface="Graphik" panose="020B0604020202020204" pitchFamily="34" charset="0"/>
              <a:buChar char="•"/>
              <a:defRPr sz="1600"/>
            </a:lvl5pPr>
          </a:lstStyle>
          <a:p>
            <a:pPr lvl="0"/>
            <a:r>
              <a:rPr lang="en-US"/>
              <a:t>Place agenda summary here </a:t>
            </a:r>
            <a:r>
              <a:rPr lang="en-GB"/>
              <a:t>in GT Sectra Fine </a:t>
            </a:r>
            <a:r>
              <a:rPr lang="en-GB" err="1"/>
              <a:t>Rg</a:t>
            </a:r>
            <a:r>
              <a:rPr lang="en-GB"/>
              <a:t> 24pt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buNone/>
              <a:defRPr sz="1600"/>
            </a:lvl1pPr>
          </a:lstStyle>
          <a:p>
            <a:pPr lvl="0"/>
            <a:r>
              <a:rPr lang="en-GB"/>
              <a:t>Insert 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buNone/>
              <a:defRPr sz="1600"/>
            </a:lvl1pPr>
          </a:lstStyle>
          <a:p>
            <a:pPr lvl="0"/>
            <a:r>
              <a:rPr lang="en-GB"/>
              <a:t>Insert 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buNone/>
              <a:defRPr sz="1600"/>
            </a:lvl1pPr>
          </a:lstStyle>
          <a:p>
            <a:pPr lvl="0"/>
            <a:r>
              <a:rPr lang="en-GB"/>
              <a:t>Insert 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buNone/>
              <a:defRPr sz="1600"/>
            </a:lvl1pPr>
          </a:lstStyle>
          <a:p>
            <a:pPr lvl="0"/>
            <a:r>
              <a:rPr lang="en-GB"/>
              <a:t>Insert 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buNone/>
              <a:defRPr sz="1600"/>
            </a:lvl1pPr>
          </a:lstStyle>
          <a:p>
            <a:pPr lvl="0"/>
            <a:r>
              <a:rPr lang="en-GB"/>
              <a:t>Insert 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buNone/>
              <a:defRPr sz="1600"/>
            </a:lvl1pPr>
          </a:lstStyle>
          <a:p>
            <a:pPr lvl="0"/>
            <a:r>
              <a:rPr lang="en-GB"/>
              <a:t>Insert 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buNone/>
              <a:defRPr sz="1600"/>
            </a:lvl1pPr>
          </a:lstStyle>
          <a:p>
            <a:pPr lvl="0"/>
            <a:r>
              <a:rPr lang="en-GB"/>
              <a:t>Insert 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buNone/>
              <a:defRPr sz="1600"/>
            </a:lvl1pPr>
          </a:lstStyle>
          <a:p>
            <a:pPr lvl="0"/>
            <a:r>
              <a:rPr lang="en-GB"/>
              <a:t>Insert 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buNone/>
              <a:defRPr sz="1600"/>
            </a:lvl1pPr>
          </a:lstStyle>
          <a:p>
            <a:pPr lvl="0"/>
            <a:r>
              <a:rPr lang="en-GB"/>
              <a:t>Insert 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buNone/>
              <a:defRPr sz="1600"/>
            </a:lvl1pPr>
          </a:lstStyle>
          <a:p>
            <a:pPr lvl="0"/>
            <a:r>
              <a:rPr lang="en-GB"/>
              <a:t>Insert 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buNone/>
              <a:defRPr sz="1600"/>
            </a:lvl1pPr>
          </a:lstStyle>
          <a:p>
            <a:pPr lvl="0"/>
            <a:r>
              <a:rPr lang="en-GB"/>
              <a:t>Insert 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buNone/>
              <a:defRPr sz="1600"/>
            </a:lvl1pPr>
          </a:lstStyle>
          <a:p>
            <a:pPr lvl="0"/>
            <a:r>
              <a:rPr lang="en-GB"/>
              <a:t>Insert 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buNone/>
              <a:defRPr sz="1600"/>
            </a:lvl1pPr>
          </a:lstStyle>
          <a:p>
            <a:pPr lvl="0"/>
            <a:r>
              <a:rPr lang="en-GB"/>
              <a:t>Insert 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buNone/>
              <a:defRPr sz="1600"/>
            </a:lvl1pPr>
          </a:lstStyle>
          <a:p>
            <a:pPr lvl="0"/>
            <a:r>
              <a:rPr lang="en-GB"/>
              <a:t>Insert 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buNone/>
              <a:defRPr sz="1600"/>
            </a:lvl1pPr>
          </a:lstStyle>
          <a:p>
            <a:pPr lvl="0"/>
            <a:r>
              <a:rPr lang="en-GB"/>
              <a:t>Insert 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buNone/>
              <a:defRPr sz="1600"/>
            </a:lvl1pPr>
          </a:lstStyle>
          <a:p>
            <a:pPr lvl="0"/>
            <a:r>
              <a:rPr lang="en-GB"/>
              <a:t>Insert 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 name="Footer Placeholder 4">
            <a:extLst>
              <a:ext uri="{FF2B5EF4-FFF2-40B4-BE49-F238E27FC236}">
                <a16:creationId xmlns:a16="http://schemas.microsoft.com/office/drawing/2014/main" id="{7BC1BE3C-F523-44EE-B6D4-7175CE08E157}"/>
              </a:ext>
            </a:extLst>
          </p:cNvPr>
          <p:cNvSpPr>
            <a:spLocks noGrp="1"/>
          </p:cNvSpPr>
          <p:nvPr>
            <p:ph type="ftr" sz="quarter" idx="56"/>
          </p:nvPr>
        </p:nvSpPr>
        <p:spPr/>
        <p:txBody>
          <a:bodyPr/>
          <a:lstStyle/>
          <a:p>
            <a:r>
              <a:rPr lang="es-ES"/>
              <a:t>Copyright © 2020 Accenture. All rights reserved.</a:t>
            </a:r>
          </a:p>
        </p:txBody>
      </p:sp>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576229544"/>
      </p:ext>
    </p:extLst>
  </p:cSld>
  <p:clrMapOvr>
    <a:masterClrMapping/>
  </p:clrMapOvr>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Long Headline and 1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Graphik"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E4E1CDE7-C850-4F14-8D26-8BD1EE3D6D54}"/>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D2BEF25E-6F09-4B47-806E-462D7622D101}"/>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467828348"/>
      </p:ext>
    </p:extLst>
  </p:cSld>
  <p:clrMapOvr>
    <a:masterClrMapping/>
  </p:clrMapOvr>
  <p:hf hdr="0" dt="0"/>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Long Headline and 1 Column Dark">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3646097A-7916-4EBE-A526-09FCBD84F6A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5EFDEB3F-4743-43EA-A121-ED3CB6054C7F}"/>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CAE8CB08-3B2A-44E5-8975-B69F3969CD42}"/>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98348549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687256100"/>
      </p:ext>
    </p:extLst>
  </p:cSld>
  <p:clrMapOvr>
    <a:masterClrMapping/>
  </p:clrMapOvr>
  <p:hf hdr="0" dt="0"/>
  <p:extLst>
    <p:ext uri="{DCECCB84-F9BA-43D5-87BE-67443E8EF086}">
      <p15:sldGuideLst xmlns:p15="http://schemas.microsoft.com/office/powerpoint/2012/main">
        <p15:guide id="1" orient="horz" pos="931">
          <p15:clr>
            <a:srgbClr val="547EB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5991"/>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a:defRPr/>
            </a:lvl1pPr>
            <a:lvl2pPr>
              <a:defRPr/>
            </a:lvl2pPr>
            <a:lvl3pPr>
              <a:defRPr/>
            </a:lvl3pPr>
            <a:lvl4pPr>
              <a:defRPr/>
            </a:lvl4pPr>
            <a:lvl5pPr>
              <a:defRPr/>
            </a:lvl5pPr>
          </a:lstStyle>
          <a:p>
            <a:pPr lvl="0"/>
            <a:r>
              <a:rPr lang="en-US"/>
              <a:t>Place text here 20pt</a:t>
            </a:r>
          </a:p>
          <a:p>
            <a:pPr lvl="1"/>
            <a:r>
              <a:rPr lang="en-US"/>
              <a:t>Second level 20pt</a:t>
            </a:r>
          </a:p>
          <a:p>
            <a:pPr lvl="2"/>
            <a:r>
              <a:rPr lang="en-US"/>
              <a:t>Third level 20pt</a:t>
            </a:r>
          </a:p>
          <a:p>
            <a:pPr lvl="3"/>
            <a:r>
              <a:rPr lang="en-US"/>
              <a:t>Fourth level 18pt</a:t>
            </a:r>
          </a:p>
          <a:p>
            <a:pPr lvl="4"/>
            <a:r>
              <a:rPr lang="en-US"/>
              <a:t>Fifth level 18pt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
        <p:nvSpPr>
          <p:cNvPr id="9" name="Footer Placeholder 3">
            <a:extLst>
              <a:ext uri="{FF2B5EF4-FFF2-40B4-BE49-F238E27FC236}">
                <a16:creationId xmlns:a16="http://schemas.microsoft.com/office/drawing/2014/main" id="{0A51E00B-3AD2-4131-A1AF-2681835517E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B5BAA4F-3169-4083-866F-71669DE395C8}"/>
              </a:ext>
            </a:extLst>
          </p:cNvPr>
          <p:cNvSpPr>
            <a:spLocks noGrp="1"/>
          </p:cNvSpPr>
          <p:nvPr>
            <p:ph type="sldNum" sz="quarter" idx="15"/>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264505260"/>
      </p:ext>
    </p:extLst>
  </p:cSld>
  <p:clrMapOvr>
    <a:masterClrMapping/>
  </p:clrMapOvr>
  <p:hf hdr="0" dt="0"/>
  <p:extLst>
    <p:ext uri="{DCECCB84-F9BA-43D5-87BE-67443E8EF086}">
      <p15:sldGuideLst xmlns:p15="http://schemas.microsoft.com/office/powerpoint/2012/main">
        <p15:guide id="1" orient="horz" pos="3720">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Long Headlin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87552"/>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29BB8772-B000-40EC-8AE7-3AA41499E64B}"/>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63726252"/>
      </p:ext>
    </p:extLst>
  </p:cSld>
  <p:clrMapOvr>
    <a:masterClrMapping/>
  </p:clrMapOvr>
  <p:hf hdr="0" dt="0"/>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Long Headline-subtitl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1A363034-F9EC-4A95-91E0-2E8019749311}"/>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46318394"/>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Long Headline-subtitle and 2 Headings/Co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4" name="Slide Number Placeholder 3">
            <a:extLst>
              <a:ext uri="{FF2B5EF4-FFF2-40B4-BE49-F238E27FC236}">
                <a16:creationId xmlns:a16="http://schemas.microsoft.com/office/drawing/2014/main" id="{13A5F1A8-92F0-48CE-B27D-E2B7EE762F1A}"/>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392814153"/>
      </p:ext>
    </p:extLst>
  </p:cSld>
  <p:clrMapOvr>
    <a:masterClrMapping/>
  </p:clrMapOvr>
  <p:hf hdr="0" dt="0"/>
  <p:extLst>
    <p:ext uri="{DCECCB84-F9BA-43D5-87BE-67443E8EF086}">
      <p15:sldGuideLst xmlns:p15="http://schemas.microsoft.com/office/powerpoint/2012/main">
        <p15:guide id="1" orient="horz" pos="3708">
          <p15:clr>
            <a:srgbClr val="C35EA4"/>
          </p15:clr>
        </p15:guide>
        <p15:guide id="2" orient="horz" pos="932">
          <p15:clr>
            <a:srgbClr val="547EBF"/>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ong Headline and 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3" name="Text Placeholder 3">
            <a:extLst>
              <a:ext uri="{FF2B5EF4-FFF2-40B4-BE49-F238E27FC236}">
                <a16:creationId xmlns:a16="http://schemas.microsoft.com/office/drawing/2014/main" id="{E974BDB1-DA1D-43EC-81BC-66135DB7B874}"/>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15" name="Footer Placeholder 3">
            <a:extLst>
              <a:ext uri="{FF2B5EF4-FFF2-40B4-BE49-F238E27FC236}">
                <a16:creationId xmlns:a16="http://schemas.microsoft.com/office/drawing/2014/main" id="{FE860E3B-7BAE-4917-8F29-26AFBD0E72B1}"/>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5" name="Slide Number Placeholder 4">
            <a:extLst>
              <a:ext uri="{FF2B5EF4-FFF2-40B4-BE49-F238E27FC236}">
                <a16:creationId xmlns:a16="http://schemas.microsoft.com/office/drawing/2014/main" id="{AB7D7C41-6360-43FF-A192-982014655EFE}"/>
              </a:ext>
            </a:extLst>
          </p:cNvPr>
          <p:cNvSpPr>
            <a:spLocks noGrp="1"/>
          </p:cNvSpPr>
          <p:nvPr>
            <p:ph type="sldNum" sz="quarter" idx="2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556802156"/>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Long Headline and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0" y="3145138"/>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3" name="Footer Placeholder 3">
            <a:extLst>
              <a:ext uri="{FF2B5EF4-FFF2-40B4-BE49-F238E27FC236}">
                <a16:creationId xmlns:a16="http://schemas.microsoft.com/office/drawing/2014/main" id="{83000718-AD47-4F1E-8F71-56356C940652}"/>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6" name="Title 1">
            <a:extLst>
              <a:ext uri="{FF2B5EF4-FFF2-40B4-BE49-F238E27FC236}">
                <a16:creationId xmlns:a16="http://schemas.microsoft.com/office/drawing/2014/main" id="{01BF3E00-F066-4583-A5B1-87DD1966679B}"/>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0" name="Text Placeholder 3">
            <a:extLst>
              <a:ext uri="{FF2B5EF4-FFF2-40B4-BE49-F238E27FC236}">
                <a16:creationId xmlns:a16="http://schemas.microsoft.com/office/drawing/2014/main" id="{5650FA89-A64B-4802-B6DF-D1844A843000}"/>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2" name="Slide Number Placeholder 1">
            <a:extLst>
              <a:ext uri="{FF2B5EF4-FFF2-40B4-BE49-F238E27FC236}">
                <a16:creationId xmlns:a16="http://schemas.microsoft.com/office/drawing/2014/main" id="{5D5B1DD8-C71C-4D65-A58A-0A9A86DCED84}"/>
              </a:ext>
            </a:extLst>
          </p:cNvPr>
          <p:cNvSpPr>
            <a:spLocks noGrp="1"/>
          </p:cNvSpPr>
          <p:nvPr>
            <p:ph type="sldNum" sz="quarter" idx="3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868256720"/>
      </p:ext>
    </p:extLst>
  </p:cSld>
  <p:clrMapOvr>
    <a:masterClrMapping/>
  </p:clrMapOvr>
  <p:hf hdr="0" dt="0"/>
  <p:extLst>
    <p:ext uri="{DCECCB84-F9BA-43D5-87BE-67443E8EF086}">
      <p15:sldGuideLst xmlns:p15="http://schemas.microsoft.com/office/powerpoint/2012/main">
        <p15:guide id="1" orient="horz" pos="3698">
          <p15:clr>
            <a:srgbClr val="C35EA4"/>
          </p15:clr>
        </p15:guide>
        <p15:guide id="2" orient="horz" pos="932">
          <p15:clr>
            <a:srgbClr val="547EBF"/>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Long Headline and 5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798829"/>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899"/>
            <a:ext cx="1985504" cy="1971541"/>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3" name="Footer Placeholder 3">
            <a:extLst>
              <a:ext uri="{FF2B5EF4-FFF2-40B4-BE49-F238E27FC236}">
                <a16:creationId xmlns:a16="http://schemas.microsoft.com/office/drawing/2014/main" id="{57676F53-2AF5-4F44-9119-3C3347D1DA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4" name="Text Placeholder 3">
            <a:extLst>
              <a:ext uri="{FF2B5EF4-FFF2-40B4-BE49-F238E27FC236}">
                <a16:creationId xmlns:a16="http://schemas.microsoft.com/office/drawing/2014/main" id="{B8D97977-AAE6-4533-93CA-ADE704E9F4AD}"/>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55D3E087-C0E5-4045-83EC-D0F38053E0B8}"/>
              </a:ext>
            </a:extLst>
          </p:cNvPr>
          <p:cNvSpPr>
            <a:spLocks noGrp="1"/>
          </p:cNvSpPr>
          <p:nvPr>
            <p:ph type="sldNum" sz="quarter" idx="2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887807625"/>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Long Headline-Team 4-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Font typeface="Graphik"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397858"/>
          </a:xfrm>
        </p:spPr>
        <p:txBody>
          <a:bodyPr/>
          <a:lstStyle>
            <a:lvl1pPr marL="0" indent="0">
              <a:lnSpc>
                <a:spcPct val="80000"/>
              </a:lnSpc>
              <a:spcAft>
                <a:spcPts val="600"/>
              </a:spcAft>
              <a:buFont typeface="Graphik" panose="020B0604020202020204" pitchFamily="34" charset="0"/>
              <a:buNone/>
              <a:defRPr sz="2100" b="0" i="0">
                <a:solidFill>
                  <a:schemeClr val="accent2"/>
                </a:solidFill>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13" name="Footer Placeholder 3">
            <a:extLst>
              <a:ext uri="{FF2B5EF4-FFF2-40B4-BE49-F238E27FC236}">
                <a16:creationId xmlns:a16="http://schemas.microsoft.com/office/drawing/2014/main" id="{9310CF55-0D9B-41F8-8D1E-8BA74BC232B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84481D5-3713-4165-990F-CD2E7B955A03}"/>
              </a:ext>
            </a:extLst>
          </p:cNvPr>
          <p:cNvSpPr>
            <a:spLocks noGrp="1"/>
          </p:cNvSpPr>
          <p:nvPr>
            <p:ph type="sldNum" sz="quarter" idx="3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318931921"/>
      </p:ext>
    </p:extLst>
  </p:cSld>
  <p:clrMapOvr>
    <a:masterClrMapping/>
  </p:clrMapOvr>
  <p:hf hdr="0" dt="0"/>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Long Headline-Team 6-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bg1">
              <a:lumMod val="95000"/>
            </a:schemeClr>
          </a:solidFill>
        </p:spPr>
        <p:txBody>
          <a:bodyPr lIns="91440" tIns="0"/>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43893"/>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7" name="Footer Placeholder 3">
            <a:extLst>
              <a:ext uri="{FF2B5EF4-FFF2-40B4-BE49-F238E27FC236}">
                <a16:creationId xmlns:a16="http://schemas.microsoft.com/office/drawing/2014/main" id="{BD665DCA-734C-4077-92CB-D7A9FCD67D9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F3D474A-8A06-4078-BEBB-EBDCDD30231B}"/>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7" name="Picture Placeholder 4">
            <a:extLst>
              <a:ext uri="{FF2B5EF4-FFF2-40B4-BE49-F238E27FC236}">
                <a16:creationId xmlns:a16="http://schemas.microsoft.com/office/drawing/2014/main" id="{9FEF6117-B6D9-4841-8EFA-DF78BCFA9C0B}"/>
              </a:ext>
            </a:extLst>
          </p:cNvPr>
          <p:cNvSpPr>
            <a:spLocks noGrp="1"/>
          </p:cNvSpPr>
          <p:nvPr>
            <p:ph type="pic" sz="quarter" idx="30" hasCustomPrompt="1"/>
          </p:nvPr>
        </p:nvSpPr>
        <p:spPr>
          <a:xfrm>
            <a:off x="377415" y="3672216"/>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90B0A6BB-BC70-4436-B334-35CF914D1772}"/>
              </a:ext>
            </a:extLst>
          </p:cNvPr>
          <p:cNvSpPr>
            <a:spLocks noGrp="1"/>
          </p:cNvSpPr>
          <p:nvPr>
            <p:ph type="pic" sz="quarter" idx="31" hasCustomPrompt="1"/>
          </p:nvPr>
        </p:nvSpPr>
        <p:spPr>
          <a:xfrm>
            <a:off x="2356104" y="3672216"/>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EA23CA56-3568-4982-84E5-176DE32541C2}"/>
              </a:ext>
            </a:extLst>
          </p:cNvPr>
          <p:cNvSpPr>
            <a:spLocks noGrp="1"/>
          </p:cNvSpPr>
          <p:nvPr>
            <p:ph type="pic" sz="quarter" idx="32" hasCustomPrompt="1"/>
          </p:nvPr>
        </p:nvSpPr>
        <p:spPr>
          <a:xfrm>
            <a:off x="4331208" y="3672216"/>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7E019EA7-B58E-4B17-A663-2E8CCD701589}"/>
              </a:ext>
            </a:extLst>
          </p:cNvPr>
          <p:cNvSpPr>
            <a:spLocks noGrp="1"/>
          </p:cNvSpPr>
          <p:nvPr>
            <p:ph type="pic" sz="quarter" idx="33" hasCustomPrompt="1"/>
          </p:nvPr>
        </p:nvSpPr>
        <p:spPr>
          <a:xfrm>
            <a:off x="6306312" y="3672216"/>
            <a:ext cx="457200"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9A57066F-5BF5-43F7-A9DA-1788B5511DA7}"/>
              </a:ext>
            </a:extLst>
          </p:cNvPr>
          <p:cNvSpPr>
            <a:spLocks noGrp="1"/>
          </p:cNvSpPr>
          <p:nvPr>
            <p:ph type="pic" sz="quarter" idx="34" hasCustomPrompt="1"/>
          </p:nvPr>
        </p:nvSpPr>
        <p:spPr>
          <a:xfrm>
            <a:off x="8281416" y="3672216"/>
            <a:ext cx="457200" cy="27432"/>
          </a:xfrm>
          <a:solidFill>
            <a:schemeClr val="accent1"/>
          </a:solidFill>
        </p:spPr>
        <p:txBody>
          <a:bodyPr/>
          <a:lstStyle>
            <a:lvl1pPr>
              <a:buNone/>
              <a:defRPr sz="300"/>
            </a:lvl1pPr>
          </a:lstStyle>
          <a:p>
            <a:r>
              <a:rPr lang="en-GB"/>
              <a:t> </a:t>
            </a:r>
            <a:endParaRPr lang="en-US"/>
          </a:p>
        </p:txBody>
      </p:sp>
      <p:sp>
        <p:nvSpPr>
          <p:cNvPr id="45" name="Picture Placeholder 4">
            <a:extLst>
              <a:ext uri="{FF2B5EF4-FFF2-40B4-BE49-F238E27FC236}">
                <a16:creationId xmlns:a16="http://schemas.microsoft.com/office/drawing/2014/main" id="{EA5F90EC-FB85-4041-85C1-409768D3A0C0}"/>
              </a:ext>
            </a:extLst>
          </p:cNvPr>
          <p:cNvSpPr>
            <a:spLocks noGrp="1"/>
          </p:cNvSpPr>
          <p:nvPr>
            <p:ph type="pic" sz="quarter" idx="35" hasCustomPrompt="1"/>
          </p:nvPr>
        </p:nvSpPr>
        <p:spPr>
          <a:xfrm>
            <a:off x="10256520" y="3672216"/>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3329008253"/>
      </p:ext>
    </p:extLst>
  </p:cSld>
  <p:clrMapOvr>
    <a:masterClrMapping/>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Long Headline-Team 6-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1">
              <a:lumMod val="95000"/>
            </a:schemeClr>
          </a:solidFill>
        </p:spPr>
        <p:txBody>
          <a:bodyPr lIns="91440"/>
          <a:lstStyle>
            <a:lvl1pPr marL="0" indent="0">
              <a:buNone/>
              <a:defRPr sz="1800" b="0">
                <a:solidFill>
                  <a:schemeClr val="bg1"/>
                </a:solidFill>
              </a:defRPr>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43892"/>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51958"/>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4389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Footer Placeholder 3">
            <a:extLst>
              <a:ext uri="{FF2B5EF4-FFF2-40B4-BE49-F238E27FC236}">
                <a16:creationId xmlns:a16="http://schemas.microsoft.com/office/drawing/2014/main" id="{F748F9AD-5F56-42EC-9922-780EBA4436E9}"/>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2" name="GTS_WH" descr="Accenture Greater Than symbol in white">
            <a:extLst>
              <a:ext uri="{FF2B5EF4-FFF2-40B4-BE49-F238E27FC236}">
                <a16:creationId xmlns:a16="http://schemas.microsoft.com/office/drawing/2014/main" id="{B49891DC-D80E-4D1B-961E-1B567E0E453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 name="Slide Number Placeholder 2">
            <a:extLst>
              <a:ext uri="{FF2B5EF4-FFF2-40B4-BE49-F238E27FC236}">
                <a16:creationId xmlns:a16="http://schemas.microsoft.com/office/drawing/2014/main" id="{DE8FB076-B311-496F-8C11-2C54B06FBB3D}"/>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8" name="Picture Placeholder 4">
            <a:extLst>
              <a:ext uri="{FF2B5EF4-FFF2-40B4-BE49-F238E27FC236}">
                <a16:creationId xmlns:a16="http://schemas.microsoft.com/office/drawing/2014/main" id="{199DF3DD-2E34-4D79-8E11-12CE813E73FA}"/>
              </a:ext>
            </a:extLst>
          </p:cNvPr>
          <p:cNvSpPr>
            <a:spLocks noGrp="1"/>
          </p:cNvSpPr>
          <p:nvPr>
            <p:ph type="pic" sz="quarter" idx="30" hasCustomPrompt="1"/>
          </p:nvPr>
        </p:nvSpPr>
        <p:spPr>
          <a:xfrm>
            <a:off x="381000" y="3647164"/>
            <a:ext cx="457200" cy="27432"/>
          </a:xfrm>
          <a:solidFill>
            <a:schemeClr val="accent1"/>
          </a:solidFill>
        </p:spPr>
        <p:txBody>
          <a:bodyPr/>
          <a:lstStyle>
            <a:lvl1pPr>
              <a:buNone/>
              <a:defRPr sz="300"/>
            </a:lvl1pPr>
          </a:lstStyle>
          <a:p>
            <a:r>
              <a:rPr lang="en-GB"/>
              <a:t> </a:t>
            </a:r>
            <a:endParaRPr lang="en-US"/>
          </a:p>
        </p:txBody>
      </p:sp>
      <p:sp>
        <p:nvSpPr>
          <p:cNvPr id="35" name="Picture Placeholder 4">
            <a:extLst>
              <a:ext uri="{FF2B5EF4-FFF2-40B4-BE49-F238E27FC236}">
                <a16:creationId xmlns:a16="http://schemas.microsoft.com/office/drawing/2014/main" id="{6FCD1A94-A214-4264-842C-B5DA710C1F37}"/>
              </a:ext>
            </a:extLst>
          </p:cNvPr>
          <p:cNvSpPr>
            <a:spLocks noGrp="1"/>
          </p:cNvSpPr>
          <p:nvPr>
            <p:ph type="pic" sz="quarter" idx="31" hasCustomPrompt="1"/>
          </p:nvPr>
        </p:nvSpPr>
        <p:spPr>
          <a:xfrm>
            <a:off x="2356104" y="3647164"/>
            <a:ext cx="457200" cy="27432"/>
          </a:xfrm>
          <a:solidFill>
            <a:schemeClr val="accent1"/>
          </a:solidFill>
        </p:spPr>
        <p:txBody>
          <a:bodyPr/>
          <a:lstStyle>
            <a:lvl1pPr>
              <a:buNone/>
              <a:defRPr sz="300"/>
            </a:lvl1pPr>
          </a:lstStyle>
          <a:p>
            <a:r>
              <a:rPr lang="en-GB"/>
              <a:t> </a:t>
            </a:r>
            <a:endParaRPr lang="en-US"/>
          </a:p>
        </p:txBody>
      </p:sp>
      <p:sp>
        <p:nvSpPr>
          <p:cNvPr id="37" name="Picture Placeholder 4">
            <a:extLst>
              <a:ext uri="{FF2B5EF4-FFF2-40B4-BE49-F238E27FC236}">
                <a16:creationId xmlns:a16="http://schemas.microsoft.com/office/drawing/2014/main" id="{895C1CB4-E517-4380-8170-E8C0CA787FBA}"/>
              </a:ext>
            </a:extLst>
          </p:cNvPr>
          <p:cNvSpPr>
            <a:spLocks noGrp="1"/>
          </p:cNvSpPr>
          <p:nvPr>
            <p:ph type="pic" sz="quarter" idx="32" hasCustomPrompt="1"/>
          </p:nvPr>
        </p:nvSpPr>
        <p:spPr>
          <a:xfrm>
            <a:off x="4331208" y="3647164"/>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6AFBE91E-BB56-4FAF-ADEB-859CA86F829F}"/>
              </a:ext>
            </a:extLst>
          </p:cNvPr>
          <p:cNvSpPr>
            <a:spLocks noGrp="1"/>
          </p:cNvSpPr>
          <p:nvPr>
            <p:ph type="pic" sz="quarter" idx="33" hasCustomPrompt="1"/>
          </p:nvPr>
        </p:nvSpPr>
        <p:spPr>
          <a:xfrm>
            <a:off x="6306312" y="3647164"/>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15D78B8A-7ECF-44EE-A95F-FBD072A68894}"/>
              </a:ext>
            </a:extLst>
          </p:cNvPr>
          <p:cNvSpPr>
            <a:spLocks noGrp="1"/>
          </p:cNvSpPr>
          <p:nvPr>
            <p:ph type="pic" sz="quarter" idx="34" hasCustomPrompt="1"/>
          </p:nvPr>
        </p:nvSpPr>
        <p:spPr>
          <a:xfrm>
            <a:off x="8281416" y="3647164"/>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F2F64C30-F694-4DC6-AAED-5ECA99ECCF51}"/>
              </a:ext>
            </a:extLst>
          </p:cNvPr>
          <p:cNvSpPr>
            <a:spLocks noGrp="1"/>
          </p:cNvSpPr>
          <p:nvPr>
            <p:ph type="pic" sz="quarter" idx="35" hasCustomPrompt="1"/>
          </p:nvPr>
        </p:nvSpPr>
        <p:spPr>
          <a:xfrm>
            <a:off x="10256520" y="3647164"/>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20918766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Long Headline-Team 8-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a:defRPr/>
            </a:lvl1pPr>
            <a:lvl2pPr>
              <a:defRPr/>
            </a:lvl2pPr>
            <a:lvl3pPr>
              <a:defRPr/>
            </a:lvl3pPr>
            <a:lvl4pPr>
              <a:defRPr/>
            </a:lvl4pPr>
            <a:lvl5pPr>
              <a:defRPr/>
            </a:lvl5pPr>
          </a:lstStyle>
          <a:p>
            <a:pPr lvl="0"/>
            <a:r>
              <a:rPr lang="en-GB"/>
              <a:t>Place text here, use indent to access other levels 20pt</a:t>
            </a:r>
          </a:p>
          <a:p>
            <a:pPr lvl="1"/>
            <a:r>
              <a:rPr lang="en-GB"/>
              <a:t>Second level 20pt</a:t>
            </a:r>
          </a:p>
          <a:p>
            <a:pPr lvl="2"/>
            <a:r>
              <a:rPr lang="en-GB"/>
              <a:t>Third level 20pt</a:t>
            </a:r>
          </a:p>
          <a:p>
            <a:pPr lvl="3"/>
            <a:r>
              <a:rPr lang="en-GB"/>
              <a:t>Fourth level 18pt</a:t>
            </a:r>
          </a:p>
          <a:p>
            <a:pPr lvl="4"/>
            <a:r>
              <a:rPr lang="en-GB"/>
              <a:t>Fifth level 18pt</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0"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1"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3"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2"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0" name="Footer Placeholder 3">
            <a:extLst>
              <a:ext uri="{FF2B5EF4-FFF2-40B4-BE49-F238E27FC236}">
                <a16:creationId xmlns:a16="http://schemas.microsoft.com/office/drawing/2014/main" id="{A671D4FB-2F86-4AF3-89D0-D61D543789F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7B1014D8-C563-4003-8EBC-A9F6EE68BA63}"/>
              </a:ext>
            </a:extLst>
          </p:cNvPr>
          <p:cNvSpPr>
            <a:spLocks noGrp="1"/>
          </p:cNvSpPr>
          <p:nvPr>
            <p:ph type="sldNum" sz="quarter" idx="51"/>
          </p:nvPr>
        </p:nvSpPr>
        <p:spPr/>
        <p:txBody>
          <a:bodyPr/>
          <a:lstStyle/>
          <a:p>
            <a:fld id="{804BFBA5-6622-4657-A915-630FEC1BA0AA}" type="slidenum">
              <a:rPr lang="es-ES" smtClean="0"/>
              <a:pPr/>
              <a:t>‹#›</a:t>
            </a:fld>
            <a:endParaRPr lang="es-ES"/>
          </a:p>
        </p:txBody>
      </p:sp>
      <p:sp>
        <p:nvSpPr>
          <p:cNvPr id="31" name="Picture Placeholder 4">
            <a:extLst>
              <a:ext uri="{FF2B5EF4-FFF2-40B4-BE49-F238E27FC236}">
                <a16:creationId xmlns:a16="http://schemas.microsoft.com/office/drawing/2014/main" id="{1559D4A6-A7D1-4EAE-87E5-EB8A4B73E546}"/>
              </a:ext>
            </a:extLst>
          </p:cNvPr>
          <p:cNvSpPr>
            <a:spLocks noGrp="1"/>
          </p:cNvSpPr>
          <p:nvPr>
            <p:ph type="pic" sz="quarter" idx="52" hasCustomPrompt="1"/>
          </p:nvPr>
        </p:nvSpPr>
        <p:spPr>
          <a:xfrm>
            <a:off x="4325822" y="2616843"/>
            <a:ext cx="356616"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564E037C-8888-4DE6-88C4-A629CBF5F3A9}"/>
              </a:ext>
            </a:extLst>
          </p:cNvPr>
          <p:cNvSpPr>
            <a:spLocks noGrp="1"/>
          </p:cNvSpPr>
          <p:nvPr>
            <p:ph type="pic" sz="quarter" idx="53" hasCustomPrompt="1"/>
          </p:nvPr>
        </p:nvSpPr>
        <p:spPr>
          <a:xfrm>
            <a:off x="6298233" y="2616843"/>
            <a:ext cx="356616" cy="27432"/>
          </a:xfrm>
          <a:solidFill>
            <a:schemeClr val="accent1"/>
          </a:solidFill>
        </p:spPr>
        <p:txBody>
          <a:bodyPr/>
          <a:lstStyle>
            <a:lvl1pPr>
              <a:buNone/>
              <a:defRPr sz="300"/>
            </a:lvl1pPr>
          </a:lstStyle>
          <a:p>
            <a:r>
              <a:rPr lang="en-GB"/>
              <a:t> </a:t>
            </a:r>
            <a:endParaRPr lang="en-US"/>
          </a:p>
        </p:txBody>
      </p:sp>
      <p:sp>
        <p:nvSpPr>
          <p:cNvPr id="51" name="Picture Placeholder 4">
            <a:extLst>
              <a:ext uri="{FF2B5EF4-FFF2-40B4-BE49-F238E27FC236}">
                <a16:creationId xmlns:a16="http://schemas.microsoft.com/office/drawing/2014/main" id="{1DD1D133-7281-4297-B58B-4683B9743A55}"/>
              </a:ext>
            </a:extLst>
          </p:cNvPr>
          <p:cNvSpPr>
            <a:spLocks noGrp="1"/>
          </p:cNvSpPr>
          <p:nvPr>
            <p:ph type="pic" sz="quarter" idx="54" hasCustomPrompt="1"/>
          </p:nvPr>
        </p:nvSpPr>
        <p:spPr>
          <a:xfrm>
            <a:off x="8270644" y="2616843"/>
            <a:ext cx="356616" cy="27432"/>
          </a:xfrm>
          <a:solidFill>
            <a:schemeClr val="accent1"/>
          </a:solidFill>
        </p:spPr>
        <p:txBody>
          <a:bodyPr/>
          <a:lstStyle>
            <a:lvl1pPr>
              <a:buNone/>
              <a:defRPr sz="300"/>
            </a:lvl1pPr>
          </a:lstStyle>
          <a:p>
            <a:r>
              <a:rPr lang="en-GB"/>
              <a:t> </a:t>
            </a:r>
            <a:endParaRPr lang="en-US"/>
          </a:p>
        </p:txBody>
      </p:sp>
      <p:sp>
        <p:nvSpPr>
          <p:cNvPr id="52" name="Picture Placeholder 4">
            <a:extLst>
              <a:ext uri="{FF2B5EF4-FFF2-40B4-BE49-F238E27FC236}">
                <a16:creationId xmlns:a16="http://schemas.microsoft.com/office/drawing/2014/main" id="{4D49677A-CABE-49CD-A2EE-9EC21E15DF23}"/>
              </a:ext>
            </a:extLst>
          </p:cNvPr>
          <p:cNvSpPr>
            <a:spLocks noGrp="1"/>
          </p:cNvSpPr>
          <p:nvPr>
            <p:ph type="pic" sz="quarter" idx="55" hasCustomPrompt="1"/>
          </p:nvPr>
        </p:nvSpPr>
        <p:spPr>
          <a:xfrm>
            <a:off x="10243055" y="2616843"/>
            <a:ext cx="356616" cy="27432"/>
          </a:xfrm>
          <a:solidFill>
            <a:schemeClr val="accent1"/>
          </a:solidFill>
        </p:spPr>
        <p:txBody>
          <a:bodyPr/>
          <a:lstStyle>
            <a:lvl1pPr>
              <a:buNone/>
              <a:defRPr sz="300"/>
            </a:lvl1pPr>
          </a:lstStyle>
          <a:p>
            <a:r>
              <a:rPr lang="en-GB"/>
              <a:t> </a:t>
            </a:r>
            <a:endParaRPr lang="en-US"/>
          </a:p>
        </p:txBody>
      </p:sp>
      <p:sp>
        <p:nvSpPr>
          <p:cNvPr id="53" name="Picture Placeholder 4">
            <a:extLst>
              <a:ext uri="{FF2B5EF4-FFF2-40B4-BE49-F238E27FC236}">
                <a16:creationId xmlns:a16="http://schemas.microsoft.com/office/drawing/2014/main" id="{E46B730A-2104-4381-A7F8-6A08201D7F97}"/>
              </a:ext>
            </a:extLst>
          </p:cNvPr>
          <p:cNvSpPr>
            <a:spLocks noGrp="1"/>
          </p:cNvSpPr>
          <p:nvPr>
            <p:ph type="pic" sz="quarter" idx="56" hasCustomPrompt="1"/>
          </p:nvPr>
        </p:nvSpPr>
        <p:spPr>
          <a:xfrm>
            <a:off x="4325822" y="5165507"/>
            <a:ext cx="356616" cy="27432"/>
          </a:xfrm>
          <a:solidFill>
            <a:schemeClr val="accent1"/>
          </a:solidFill>
        </p:spPr>
        <p:txBody>
          <a:bodyPr/>
          <a:lstStyle>
            <a:lvl1pPr>
              <a:buNone/>
              <a:defRPr sz="300"/>
            </a:lvl1pPr>
          </a:lstStyle>
          <a:p>
            <a:r>
              <a:rPr lang="en-GB"/>
              <a:t> </a:t>
            </a:r>
            <a:endParaRPr lang="en-US"/>
          </a:p>
        </p:txBody>
      </p:sp>
      <p:sp>
        <p:nvSpPr>
          <p:cNvPr id="60" name="Picture Placeholder 4">
            <a:extLst>
              <a:ext uri="{FF2B5EF4-FFF2-40B4-BE49-F238E27FC236}">
                <a16:creationId xmlns:a16="http://schemas.microsoft.com/office/drawing/2014/main" id="{15BD8921-64C2-47AC-9DE2-E4DFFCBF7C64}"/>
              </a:ext>
            </a:extLst>
          </p:cNvPr>
          <p:cNvSpPr>
            <a:spLocks noGrp="1"/>
          </p:cNvSpPr>
          <p:nvPr>
            <p:ph type="pic" sz="quarter" idx="57" hasCustomPrompt="1"/>
          </p:nvPr>
        </p:nvSpPr>
        <p:spPr>
          <a:xfrm>
            <a:off x="6298233" y="5165507"/>
            <a:ext cx="356616" cy="27432"/>
          </a:xfrm>
          <a:solidFill>
            <a:schemeClr val="accent1"/>
          </a:solidFill>
        </p:spPr>
        <p:txBody>
          <a:bodyPr/>
          <a:lstStyle>
            <a:lvl1pPr>
              <a:buNone/>
              <a:defRPr sz="300"/>
            </a:lvl1pPr>
          </a:lstStyle>
          <a:p>
            <a:r>
              <a:rPr lang="en-GB"/>
              <a:t> </a:t>
            </a:r>
            <a:endParaRPr lang="en-US"/>
          </a:p>
        </p:txBody>
      </p:sp>
      <p:sp>
        <p:nvSpPr>
          <p:cNvPr id="61" name="Picture Placeholder 4">
            <a:extLst>
              <a:ext uri="{FF2B5EF4-FFF2-40B4-BE49-F238E27FC236}">
                <a16:creationId xmlns:a16="http://schemas.microsoft.com/office/drawing/2014/main" id="{3EF9A07C-1758-4B3E-A1CD-67412E56BBFE}"/>
              </a:ext>
            </a:extLst>
          </p:cNvPr>
          <p:cNvSpPr>
            <a:spLocks noGrp="1"/>
          </p:cNvSpPr>
          <p:nvPr>
            <p:ph type="pic" sz="quarter" idx="58" hasCustomPrompt="1"/>
          </p:nvPr>
        </p:nvSpPr>
        <p:spPr>
          <a:xfrm>
            <a:off x="8270644" y="5165507"/>
            <a:ext cx="356616" cy="27432"/>
          </a:xfrm>
          <a:solidFill>
            <a:schemeClr val="accent1"/>
          </a:solidFill>
        </p:spPr>
        <p:txBody>
          <a:bodyPr/>
          <a:lstStyle>
            <a:lvl1pPr>
              <a:buNone/>
              <a:defRPr sz="300"/>
            </a:lvl1pPr>
          </a:lstStyle>
          <a:p>
            <a:r>
              <a:rPr lang="en-GB"/>
              <a:t> </a:t>
            </a:r>
            <a:endParaRPr lang="en-US"/>
          </a:p>
        </p:txBody>
      </p:sp>
      <p:sp>
        <p:nvSpPr>
          <p:cNvPr id="62" name="Picture Placeholder 4">
            <a:extLst>
              <a:ext uri="{FF2B5EF4-FFF2-40B4-BE49-F238E27FC236}">
                <a16:creationId xmlns:a16="http://schemas.microsoft.com/office/drawing/2014/main" id="{25D8A2F3-A845-4271-8B71-45408EF9F6C1}"/>
              </a:ext>
            </a:extLst>
          </p:cNvPr>
          <p:cNvSpPr>
            <a:spLocks noGrp="1"/>
          </p:cNvSpPr>
          <p:nvPr>
            <p:ph type="pic" sz="quarter" idx="59" hasCustomPrompt="1"/>
          </p:nvPr>
        </p:nvSpPr>
        <p:spPr>
          <a:xfrm>
            <a:off x="10243053" y="5165507"/>
            <a:ext cx="356616"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8377504"/>
      </p:ext>
    </p:extLst>
  </p:cSld>
  <p:clrMapOvr>
    <a:masterClrMapping/>
  </p:clrMapOvr>
  <p:hf hdr="0" dt="0"/>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hort Headline and Imag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
            <a:ext cx="6096000" cy="6857999"/>
          </a:xfrm>
          <a:solidFill>
            <a:schemeClr val="bg1">
              <a:lumMod val="95000"/>
            </a:schemeClr>
          </a:solidFill>
        </p:spPr>
        <p:txBody>
          <a:bodyPr tIns="548640" anchor="t"/>
          <a:lstStyle>
            <a:lvl1pPr marL="0" indent="0" algn="ctr" defTabSz="914400" rtl="0" eaLnBrk="1" latinLnBrk="0" hangingPunct="1">
              <a:lnSpc>
                <a:spcPct val="100000"/>
              </a:lnSpc>
              <a:spcBef>
                <a:spcPts val="0"/>
              </a:spcBef>
              <a:spcAft>
                <a:spcPts val="1200"/>
              </a:spcAft>
              <a:buFont typeface="Graphik"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Drag picture to placeholder or click icon to add,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11" name="Footer Placeholder 3">
            <a:extLst>
              <a:ext uri="{FF2B5EF4-FFF2-40B4-BE49-F238E27FC236}">
                <a16:creationId xmlns:a16="http://schemas.microsoft.com/office/drawing/2014/main" id="{AF384B1D-1AA1-4DD2-A317-08008594FF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381000" y="3267634"/>
            <a:ext cx="5330952" cy="3044265"/>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4" name="Slide Number Placeholder 3">
            <a:extLst>
              <a:ext uri="{FF2B5EF4-FFF2-40B4-BE49-F238E27FC236}">
                <a16:creationId xmlns:a16="http://schemas.microsoft.com/office/drawing/2014/main" id="{336A2778-1AEF-4134-970E-9AB430A5206F}"/>
              </a:ext>
            </a:extLst>
          </p:cNvPr>
          <p:cNvSpPr>
            <a:spLocks noGrp="1"/>
          </p:cNvSpPr>
          <p:nvPr>
            <p:ph type="sldNum" sz="quarter" idx="1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63949386"/>
      </p:ext>
    </p:extLst>
  </p:cSld>
  <p:clrMapOvr>
    <a:masterClrMapping/>
  </p:clrMapOvr>
  <p:hf hdr="0" dt="0"/>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hort Headline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solidFill>
            <a:schemeClr val="tx1">
              <a:lumMod val="95000"/>
            </a:schemeClr>
          </a:solidFill>
        </p:spPr>
        <p:txBody>
          <a:bodyPr lIns="0" tIns="210312" anchor="t"/>
          <a:lstStyle>
            <a:lvl1pPr marL="0" indent="0" algn="ctr">
              <a:buNone/>
              <a:defRPr sz="1400" b="0">
                <a:solidFill>
                  <a:schemeClr val="bg1"/>
                </a:solidFill>
              </a:defRPr>
            </a:lvl1pPr>
          </a:lstStyle>
          <a:p>
            <a:r>
              <a:rPr lang="en-GB"/>
              <a:t>Drag picture to placeholder or click icon to add</a:t>
            </a:r>
            <a:endParaRPr lang="en-US"/>
          </a:p>
        </p:txBody>
      </p:sp>
      <p:sp>
        <p:nvSpPr>
          <p:cNvPr id="10" name="Rectangle 9">
            <a:extLst>
              <a:ext uri="{FF2B5EF4-FFF2-40B4-BE49-F238E27FC236}">
                <a16:creationId xmlns:a16="http://schemas.microsoft.com/office/drawing/2014/main" id="{7F8DBAF1-DC97-4CAB-B174-0AAA55CCB2E8}"/>
              </a:ext>
            </a:extLst>
          </p:cNvPr>
          <p:cNvSpPr/>
          <p:nvPr/>
        </p:nvSpPr>
        <p:spPr bwMode="white">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sp>
        <p:nvSpPr>
          <p:cNvPr id="15" name="Footer Placeholder 3">
            <a:extLst>
              <a:ext uri="{FF2B5EF4-FFF2-40B4-BE49-F238E27FC236}">
                <a16:creationId xmlns:a16="http://schemas.microsoft.com/office/drawing/2014/main" id="{E567C369-8A33-4851-8646-E53D6E8D8CC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Text Placeholder 14">
            <a:extLst>
              <a:ext uri="{FF2B5EF4-FFF2-40B4-BE49-F238E27FC236}">
                <a16:creationId xmlns:a16="http://schemas.microsoft.com/office/drawing/2014/main" id="{C42B8317-AACA-4DC7-AD68-8986DF629972}"/>
              </a:ext>
            </a:extLst>
          </p:cNvPr>
          <p:cNvSpPr>
            <a:spLocks noGrp="1"/>
          </p:cNvSpPr>
          <p:nvPr>
            <p:ph type="body" sz="quarter" idx="14" hasCustomPrompt="1"/>
          </p:nvPr>
        </p:nvSpPr>
        <p:spPr>
          <a:xfrm>
            <a:off x="6480047" y="3264586"/>
            <a:ext cx="5330952" cy="3047313"/>
          </a:xfrm>
        </p:spPr>
        <p:txBody>
          <a:bodyPr/>
          <a:lstStyle>
            <a:lvl1pPr marL="0" indent="0">
              <a:lnSpc>
                <a:spcPct val="90000"/>
              </a:lnSpc>
              <a:buNone/>
              <a:defRPr sz="2400">
                <a:solidFill>
                  <a:schemeClr val="tx1"/>
                </a:solidFill>
                <a:latin typeface="GT Sectra Fine Rg" panose="00000500000000000000" pitchFamily="50" charset="0"/>
              </a:defRPr>
            </a:lvl1pPr>
            <a:lvl2pPr marL="228600" indent="-228600">
              <a:buFont typeface="Graphik" panose="020B0604020202020204" pitchFamily="34" charset="0"/>
              <a:buChar char="•"/>
              <a:defRPr sz="1800">
                <a:solidFill>
                  <a:schemeClr val="tx1"/>
                </a:solidFill>
              </a:defRPr>
            </a:lvl2pPr>
            <a:lvl3pPr marL="457200">
              <a:buFont typeface="Graphik" panose="020B0503030202060203" pitchFamily="34" charset="0"/>
              <a:buChar char="–"/>
              <a:defRPr sz="1800">
                <a:solidFill>
                  <a:schemeClr val="tx1"/>
                </a:solidFill>
              </a:defRPr>
            </a:lvl3pPr>
            <a:lvl4pPr marL="685800">
              <a:buFont typeface="Graphik" panose="020B0604020202020204" pitchFamily="34" charset="0"/>
              <a:buChar char="•"/>
              <a:defRPr sz="1600">
                <a:solidFill>
                  <a:schemeClr val="tx1"/>
                </a:solidFill>
              </a:defRPr>
            </a:lvl4pPr>
            <a:lvl5pPr marL="914400">
              <a:buFont typeface="Graphik" panose="020B0503030202060203" pitchFamily="34" charset="0"/>
              <a:buChar char="–"/>
              <a:defRPr sz="1600">
                <a:solidFill>
                  <a:schemeClr val="tx1"/>
                </a:solidFill>
              </a:defRPr>
            </a:lvl5pPr>
          </a:lstStyle>
          <a:p>
            <a:pPr lvl="0"/>
            <a:r>
              <a:rPr lang="en-GB"/>
              <a:t>Place sub-headline here in GT Sectra Fine </a:t>
            </a:r>
            <a:r>
              <a:rPr lang="en-GB" err="1"/>
              <a:t>Rg</a:t>
            </a:r>
            <a:r>
              <a:rPr lang="en-GB"/>
              <a:t> 24pt, indent for other levels</a:t>
            </a:r>
            <a:endParaRPr lang="en-US"/>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12" name="GTS_WH" descr="Accenture Greater Than symbol in white">
            <a:extLst>
              <a:ext uri="{FF2B5EF4-FFF2-40B4-BE49-F238E27FC236}">
                <a16:creationId xmlns:a16="http://schemas.microsoft.com/office/drawing/2014/main" id="{9742AFA2-2F86-4FC9-AB33-FE5A8DC3B4C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ECF1D8E5-ED70-409D-A4B1-635A02DFE5A1}"/>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5682270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 image">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4" name="Slide Number Placeholder 3">
            <a:extLst>
              <a:ext uri="{FF2B5EF4-FFF2-40B4-BE49-F238E27FC236}">
                <a16:creationId xmlns:a16="http://schemas.microsoft.com/office/drawing/2014/main" id="{39A06E6C-6576-4BA5-948F-BD9FE24FA05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877361043"/>
      </p:ext>
    </p:extLst>
  </p:cSld>
  <p:clrMapOvr>
    <a:masterClrMapping/>
  </p:clrMapOvr>
  <p:hf hdr="0" dt="0"/>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 image (alternative)">
    <p:spTree>
      <p:nvGrpSpPr>
        <p:cNvPr id="1" name=""/>
        <p:cNvGrpSpPr/>
        <p:nvPr/>
      </p:nvGrpSpPr>
      <p:grpSpPr>
        <a:xfrm>
          <a:off x="0" y="0"/>
          <a:ext cx="0" cy="0"/>
          <a:chOff x="0" y="0"/>
          <a:chExt cx="0" cy="0"/>
        </a:xfrm>
      </p:grpSpPr>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a:outerShdw dist="215900" dir="2700000" algn="tl" rotWithShape="0">
              <a:schemeClr val="accent1"/>
            </a:outerShdw>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FD217B10-543D-46E3-A5E7-CA1C578F6F6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33726555"/>
      </p:ext>
    </p:extLst>
  </p:cSld>
  <p:clrMapOvr>
    <a:masterClrMapping/>
  </p:clrMapOvr>
  <p:hf hdr="0" dt="0"/>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tatistics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p:nvSpPr>
        <p:spPr bwMode="white">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311900"/>
          </a:xfrm>
          <a:solidFill>
            <a:schemeClr val="bg1">
              <a:lumMod val="95000"/>
            </a:schemeClr>
          </a:solidFill>
        </p:spPr>
        <p:txBody>
          <a:bodyPr tIns="457200" anchor="t"/>
          <a:lstStyle>
            <a:lvl1pPr marL="0" indent="0" algn="ctr">
              <a:buNone/>
              <a:defRPr sz="1400" b="0">
                <a:solidFill>
                  <a:schemeClr val="tx1"/>
                </a:solidFill>
              </a:defRPr>
            </a:lvl1pPr>
          </a:lstStyle>
          <a:p>
            <a:r>
              <a:rPr lang="en-GB"/>
              <a:t>Drag picture to placeholder or click icon to add</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665879"/>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0"/>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Footer Placeholder 3">
            <a:extLst>
              <a:ext uri="{FF2B5EF4-FFF2-40B4-BE49-F238E27FC236}">
                <a16:creationId xmlns:a16="http://schemas.microsoft.com/office/drawing/2014/main" id="{3B3ABE64-A2B2-4267-83DE-C2D349057BCF}"/>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19" name="Picture 18" descr="Accenture Greater Than symbol in white">
            <a:extLst>
              <a:ext uri="{FF2B5EF4-FFF2-40B4-BE49-F238E27FC236}">
                <a16:creationId xmlns:a16="http://schemas.microsoft.com/office/drawing/2014/main" id="{E8781F80-F3D9-42F9-B6EE-F6DC303E05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32A306F6-3D4B-4153-AFB5-695424B80AC9}"/>
              </a:ext>
            </a:extLst>
          </p:cNvPr>
          <p:cNvSpPr>
            <a:spLocks noGrp="1"/>
          </p:cNvSpPr>
          <p:nvPr>
            <p:ph type="sldNum" sz="quarter" idx="25"/>
          </p:nvPr>
        </p:nvSpPr>
        <p:spPr/>
        <p:txBody>
          <a:bodyPr/>
          <a:lstStyle>
            <a:lvl1pPr>
              <a:defRPr>
                <a:solidFill>
                  <a:schemeClr val="bg1"/>
                </a:solidFill>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380441172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tatistics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p:nvSpPr>
        <p:spPr bwMode="white">
          <a:xfrm>
            <a:off x="9144056" y="3155948"/>
            <a:ext cx="3047944" cy="31559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p:nvSpPr>
        <p:spPr bwMode="white">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1"/>
            <a:ext cx="3048024" cy="3151189"/>
          </a:xfrm>
          <a:solidFill>
            <a:schemeClr val="bg1">
              <a:lumMod val="95000"/>
            </a:schemeClr>
          </a:solidFill>
        </p:spPr>
        <p:txBody>
          <a:bodyPr tIns="274320" anchor="t"/>
          <a:lstStyle>
            <a:lvl1pPr marL="0" indent="0" algn="ctr">
              <a:buNone/>
              <a:defRPr sz="1400" b="0">
                <a:solidFill>
                  <a:schemeClr val="tx1"/>
                </a:solidFill>
              </a:defRPr>
            </a:lvl1pPr>
          </a:lstStyle>
          <a:p>
            <a:r>
              <a:rPr lang="en-GB"/>
              <a:t>Drag picture to placeholder </a:t>
            </a:r>
          </a:p>
          <a:p>
            <a:r>
              <a:rPr lang="en-GB"/>
              <a:t>or click icon to add</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1"/>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j-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5"/>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155942"/>
            <a:ext cx="3048000" cy="3155958"/>
          </a:xfrm>
          <a:solidFill>
            <a:schemeClr val="bg1">
              <a:lumMod val="95000"/>
            </a:schemeClr>
          </a:solidFill>
        </p:spPr>
        <p:txBody>
          <a:bodyPr vert="horz" lIns="0" tIns="274320" rIns="0" bIns="0" rtlCol="0" anchor="t">
            <a:noAutofit/>
          </a:bodyPr>
          <a:lstStyle>
            <a:lvl1pPr marL="0" indent="0" algn="ctr">
              <a:buNone/>
              <a:defRPr lang="en-US" sz="1400" dirty="0"/>
            </a:lvl1pPr>
          </a:lstStyle>
          <a:p>
            <a:pPr marL="228600" lvl="0" indent="-228600" algn="ctr"/>
            <a:r>
              <a:rPr lang="en-GB"/>
              <a:t>Drag picture to placeholder </a:t>
            </a:r>
          </a:p>
          <a:p>
            <a:pPr marL="228600" lvl="0" indent="-228600" algn="ctr"/>
            <a:r>
              <a:rPr lang="en-GB"/>
              <a:t>or click icon to add</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662794"/>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2" name="Footer Placeholder 3">
            <a:extLst>
              <a:ext uri="{FF2B5EF4-FFF2-40B4-BE49-F238E27FC236}">
                <a16:creationId xmlns:a16="http://schemas.microsoft.com/office/drawing/2014/main" id="{272DDB3A-459D-40AA-A5E7-DDCDD2DEA3B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23" name="Picture 22" descr="Accenture Greater Than symbol in white">
            <a:extLst>
              <a:ext uri="{FF2B5EF4-FFF2-40B4-BE49-F238E27FC236}">
                <a16:creationId xmlns:a16="http://schemas.microsoft.com/office/drawing/2014/main" id="{78774BCE-242F-4FF9-9C01-D01B97743A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911B33BA-8B14-4BE4-8987-4DD490763486}"/>
              </a:ext>
            </a:extLst>
          </p:cNvPr>
          <p:cNvSpPr>
            <a:spLocks noGrp="1"/>
          </p:cNvSpPr>
          <p:nvPr>
            <p:ph type="sldNum" sz="quarter" idx="27"/>
          </p:nvPr>
        </p:nvSpPr>
        <p:spPr/>
        <p:txBody>
          <a:bodyPr/>
          <a:lstStyle>
            <a:lvl1pPr>
              <a:defRPr>
                <a:solidFill>
                  <a:schemeClr val="bg1"/>
                </a:solidFill>
              </a:defRPr>
            </a:lvl1pPr>
          </a:lstStyle>
          <a:p>
            <a:fld id="{804BFBA5-6622-4657-A915-630FEC1BA0AA}" type="slidenum">
              <a:rPr lang="es-ES" smtClean="0"/>
              <a:pPr/>
              <a:t>‹#›</a:t>
            </a:fld>
            <a:endParaRPr lang="es-ES"/>
          </a:p>
        </p:txBody>
      </p:sp>
      <p:sp>
        <p:nvSpPr>
          <p:cNvPr id="3" name="Title 2">
            <a:extLst>
              <a:ext uri="{FF2B5EF4-FFF2-40B4-BE49-F238E27FC236}">
                <a16:creationId xmlns:a16="http://schemas.microsoft.com/office/drawing/2014/main" id="{1B14DCF5-5ED0-4270-8AF9-09AB7E3D7EE3}"/>
              </a:ext>
            </a:extLst>
          </p:cNvPr>
          <p:cNvSpPr>
            <a:spLocks noGrp="1"/>
          </p:cNvSpPr>
          <p:nvPr>
            <p:ph type="title" hasCustomPrompt="1"/>
          </p:nvPr>
        </p:nvSpPr>
        <p:spPr>
          <a:xfrm>
            <a:off x="381000" y="380998"/>
            <a:ext cx="5330952" cy="2395728"/>
          </a:xfrm>
        </p:spPr>
        <p:txBody>
          <a:bodyPr anchor="ctr"/>
          <a:lstStyle/>
          <a:p>
            <a:r>
              <a:rPr lang="en-GB"/>
              <a:t>Place headline here 36pt, min 30pt)</a:t>
            </a:r>
          </a:p>
        </p:txBody>
      </p:sp>
    </p:spTree>
    <p:extLst>
      <p:ext uri="{BB962C8B-B14F-4D97-AF65-F5344CB8AC3E}">
        <p14:creationId xmlns:p14="http://schemas.microsoft.com/office/powerpoint/2010/main" val="50407786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descr="Accenture Gradient Dark">
            <a:extLst>
              <a:ext uri="{FF2B5EF4-FFF2-40B4-BE49-F238E27FC236}">
                <a16:creationId xmlns:a16="http://schemas.microsoft.com/office/drawing/2014/main" id="{AB47B586-CFEE-4C32-8227-001B5A89C37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10" name="Footer Placeholder 3">
            <a:extLst>
              <a:ext uri="{FF2B5EF4-FFF2-40B4-BE49-F238E27FC236}">
                <a16:creationId xmlns:a16="http://schemas.microsoft.com/office/drawing/2014/main" id="{9310B6FD-F7E2-4120-A2CE-22852AAA9F5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2FF57A0A-C5DD-42B6-8DD3-E5EA041C72D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CF31A683-09B8-4B7C-917B-D192D06BBAE0}"/>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66220434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0" name="Footer Placeholder 3">
            <a:extLst>
              <a:ext uri="{FF2B5EF4-FFF2-40B4-BE49-F238E27FC236}">
                <a16:creationId xmlns:a16="http://schemas.microsoft.com/office/drawing/2014/main" id="{8D9D8DCD-E7C3-4F1A-8A48-31319650AC3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52AFE70C-67B2-45BA-88F7-45C14692FC25}"/>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75485394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Full Bleed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5AD31DD4-2506-4E03-897C-F4C8C020F0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 54pt</a:t>
            </a:r>
          </a:p>
        </p:txBody>
      </p:sp>
      <p:sp>
        <p:nvSpPr>
          <p:cNvPr id="12" name="Footer Placeholder 3">
            <a:extLst>
              <a:ext uri="{FF2B5EF4-FFF2-40B4-BE49-F238E27FC236}">
                <a16:creationId xmlns:a16="http://schemas.microsoft.com/office/drawing/2014/main" id="{2A2CFACC-0767-48E1-9FD9-763E5025E7AD}"/>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7" name="GTS_WH" descr="Accenture Greater Than symbol in white">
            <a:extLst>
              <a:ext uri="{FF2B5EF4-FFF2-40B4-BE49-F238E27FC236}">
                <a16:creationId xmlns:a16="http://schemas.microsoft.com/office/drawing/2014/main" id="{AE479463-B4C9-4B9A-BE8B-62B5B9CF007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945BAA91-4288-4230-8881-E1D51DEBFFC3}"/>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75107668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054819979"/>
      </p:ext>
    </p:extLst>
  </p:cSld>
  <p:clrMapOvr>
    <a:masterClrMapping/>
  </p:clrMapOvr>
  <p:hf hdr="0" dt="0"/>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Long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4780009"/>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16BF2C1-BAA9-4BAD-9934-C110D730322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7F030600-A2B3-4AAD-808D-56DA9B773301}"/>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82060565"/>
      </p:ext>
    </p:extLst>
  </p:cSld>
  <p:clrMapOvr>
    <a:masterClrMapping/>
  </p:clrMapOvr>
  <p:hf hdr="0" dt="0"/>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cSld name="Icons Library Layout">
    <p:bg>
      <p:bgPr>
        <a:solidFill>
          <a:schemeClr val="tx2">
            <a:lumMod val="40000"/>
            <a:lumOff val="60000"/>
            <a:alpha val="80000"/>
          </a:schemeClr>
        </a:solidFill>
        <a:effectLst/>
      </p:bgPr>
    </p:bg>
    <p:spTree>
      <p:nvGrpSpPr>
        <p:cNvPr id="1" name=""/>
        <p:cNvGrpSpPr/>
        <p:nvPr/>
      </p:nvGrpSpPr>
      <p:grpSpPr>
        <a:xfrm>
          <a:off x="0" y="0"/>
          <a:ext cx="0" cy="0"/>
          <a:chOff x="0" y="0"/>
          <a:chExt cx="0" cy="0"/>
        </a:xfrm>
      </p:grpSpPr>
      <p:sp>
        <p:nvSpPr>
          <p:cNvPr id="11" name="Link">
            <a:hlinkClick r:id="" action="ppaction://noaction"/>
          </p:cNvPr>
          <p:cNvSpPr/>
          <p:nvPr/>
        </p:nvSpPr>
        <p:spPr>
          <a:xfrm>
            <a:off x="10882946" y="105450"/>
            <a:ext cx="1188720" cy="274320"/>
          </a:xfrm>
          <a:prstGeom prst="rect">
            <a:avLst/>
          </a:prstGeom>
          <a:solidFill>
            <a:schemeClr val="bg1">
              <a:alpha val="0"/>
            </a:schemeClr>
          </a:solidFill>
          <a:ln w="12700" cmpd="sng">
            <a:noFill/>
            <a:tailEnd type="none" w="med" len="med"/>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a:solidFill>
                  <a:schemeClr val="tx2"/>
                </a:solidFill>
                <a:latin typeface="+mn-lt"/>
                <a:ea typeface="Roboto Medium" panose="02000000000000000000" pitchFamily="2" charset="0"/>
                <a:cs typeface="Arial" panose="020B0604020202020204" pitchFamily="34" charset="0"/>
              </a:rPr>
              <a:t>△ </a:t>
            </a:r>
            <a:r>
              <a:rPr lang="en-US" sz="1050" b="0" u="sng">
                <a:solidFill>
                  <a:schemeClr val="tx2"/>
                </a:solidFill>
                <a:latin typeface="+mn-lt"/>
                <a:ea typeface="Roboto Medium" panose="02000000000000000000" pitchFamily="2" charset="0"/>
                <a:cs typeface="Arial" panose="020B0604020202020204" pitchFamily="34" charset="0"/>
              </a:rPr>
              <a:t>Back to index</a:t>
            </a:r>
          </a:p>
        </p:txBody>
      </p:sp>
      <p:cxnSp>
        <p:nvCxnSpPr>
          <p:cNvPr id="14" name="Straight Connector 13"/>
          <p:cNvCxnSpPr/>
          <p:nvPr/>
        </p:nvCxnSpPr>
        <p:spPr>
          <a:xfrm>
            <a:off x="3635411" y="10545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635411" y="37977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Content Placeholder 9"/>
          <p:cNvSpPr txBox="1">
            <a:spLocks/>
          </p:cNvSpPr>
          <p:nvPr/>
        </p:nvSpPr>
        <p:spPr>
          <a:xfrm>
            <a:off x="3635411" y="174557"/>
            <a:ext cx="6400800" cy="136107"/>
          </a:xfrm>
          <a:prstGeom prst="rect">
            <a:avLst/>
          </a:prstGeom>
          <a:ln w="12700">
            <a:no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square" lIns="0" tIns="0" rIns="0" bIns="0" anchor="ctr">
            <a:spAutoFit/>
          </a:bodyPr>
          <a:lstStyle>
            <a:lvl1pPr marL="0" indent="0" algn="l" rtl="0" eaLnBrk="1" fontAlgn="base" hangingPunct="1">
              <a:lnSpc>
                <a:spcPct val="110000"/>
              </a:lnSpc>
              <a:spcBef>
                <a:spcPts val="800"/>
              </a:spcBef>
              <a:spcAft>
                <a:spcPct val="0"/>
              </a:spcAft>
              <a:buFont typeface="Graphik" pitchFamily="34" charset="0"/>
              <a:buNone/>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1pPr>
            <a:lvl2pPr marL="179388"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2pPr>
            <a:lvl3pPr marL="358775" indent="-179388" algn="l" rtl="0" eaLnBrk="1" fontAlgn="base" hangingPunct="1">
              <a:lnSpc>
                <a:spcPct val="110000"/>
              </a:lnSpc>
              <a:spcBef>
                <a:spcPts val="800"/>
              </a:spcBef>
              <a:spcAft>
                <a:spcPct val="0"/>
              </a:spcAft>
              <a:buFont typeface="Graphik" pitchFamily="34" charset="0"/>
              <a:buChar char="‒"/>
              <a:tabLst/>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3pPr>
            <a:lvl4pPr marL="538163"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4pPr>
            <a:lvl5pPr marL="717550"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5pPr>
            <a:lvl6pPr marL="335221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9pPr>
          </a:lstStyle>
          <a:p>
            <a:pPr algn="ctr"/>
            <a:r>
              <a:rPr lang="en-AU" sz="1000" b="1">
                <a:solidFill>
                  <a:schemeClr val="tx2"/>
                </a:solidFill>
                <a:latin typeface="+mj-lt"/>
              </a:rPr>
              <a:t>ONLY CHOOSE AN ICON THAT VERY CLEARLY MATCHES THE TEXT IT WILL ACCOMPANY</a:t>
            </a:r>
            <a:endParaRPr lang="en-AU" sz="900">
              <a:solidFill>
                <a:schemeClr val="tx2"/>
              </a:solidFill>
              <a:latin typeface="+mj-lt"/>
            </a:endParaRPr>
          </a:p>
        </p:txBody>
      </p:sp>
      <p:cxnSp>
        <p:nvCxnSpPr>
          <p:cNvPr id="17" name="Straight Connector 16"/>
          <p:cNvCxnSpPr/>
          <p:nvPr/>
        </p:nvCxnSpPr>
        <p:spPr>
          <a:xfrm>
            <a:off x="357328" y="4627141"/>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57328" y="2597056"/>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1996370"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0191581"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8552539"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274454"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6913497"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635412"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1996370" y="2712307"/>
            <a:ext cx="8195211" cy="1799583"/>
            <a:chOff x="1995590" y="682378"/>
            <a:chExt cx="8192010" cy="1800000"/>
          </a:xfrm>
        </p:grpSpPr>
        <p:cxnSp>
          <p:nvCxnSpPr>
            <p:cNvPr id="33" name="Straight Connector 32"/>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26" name="Group 25"/>
          <p:cNvGrpSpPr/>
          <p:nvPr/>
        </p:nvGrpSpPr>
        <p:grpSpPr>
          <a:xfrm>
            <a:off x="1996370" y="4742394"/>
            <a:ext cx="8195211" cy="1799583"/>
            <a:chOff x="1995590" y="682378"/>
            <a:chExt cx="8192010" cy="1800000"/>
          </a:xfrm>
        </p:grpSpPr>
        <p:cxnSp>
          <p:nvCxnSpPr>
            <p:cNvPr id="27" name="Straight Connector 26"/>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39" name="Text Placeholder 4">
            <a:extLst>
              <a:ext uri="{FF2B5EF4-FFF2-40B4-BE49-F238E27FC236}">
                <a16:creationId xmlns:a16="http://schemas.microsoft.com/office/drawing/2014/main" id="{E4BC60B0-B1D6-4061-83BA-885AC97C4B09}"/>
              </a:ext>
            </a:extLst>
          </p:cNvPr>
          <p:cNvSpPr>
            <a:spLocks noGrp="1"/>
          </p:cNvSpPr>
          <p:nvPr>
            <p:ph type="body" sz="quarter" idx="34" hasCustomPrompt="1"/>
          </p:nvPr>
        </p:nvSpPr>
        <p:spPr>
          <a:xfrm>
            <a:off x="357328" y="105451"/>
            <a:ext cx="3278082" cy="314608"/>
          </a:xfrm>
          <a:ln>
            <a:noFill/>
          </a:ln>
        </p:spPr>
        <p:txBody>
          <a:bodyPr wrap="square" lIns="0" tIns="0" rIns="0" bIns="0" anchor="ctr">
            <a:noAutofit/>
          </a:bodyPr>
          <a:lstStyle>
            <a:lvl1pPr>
              <a:lnSpc>
                <a:spcPct val="100000"/>
              </a:lnSpc>
              <a:spcBef>
                <a:spcPts val="0"/>
              </a:spcBef>
              <a:defRPr lang="en-AU" sz="2000" b="1" i="0" kern="1200" cap="all" baseline="0" dirty="0">
                <a:solidFill>
                  <a:schemeClr val="tx2"/>
                </a:solidFill>
                <a:latin typeface="+mj-lt"/>
                <a:ea typeface="Roboto" panose="02000000000000000000" pitchFamily="2"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rtl="0" eaLnBrk="1" fontAlgn="base" hangingPunct="1">
              <a:lnSpc>
                <a:spcPct val="80000"/>
              </a:lnSpc>
              <a:spcBef>
                <a:spcPts val="1200"/>
              </a:spcBef>
              <a:spcAft>
                <a:spcPct val="0"/>
              </a:spcAft>
              <a:buFont typeface="Graphik" pitchFamily="34" charset="0"/>
              <a:buNone/>
            </a:pPr>
            <a:r>
              <a:rPr lang="en-US"/>
              <a:t>CATEGORY</a:t>
            </a:r>
            <a:endParaRPr lang="en-AU"/>
          </a:p>
        </p:txBody>
      </p:sp>
    </p:spTree>
    <p:extLst>
      <p:ext uri="{BB962C8B-B14F-4D97-AF65-F5344CB8AC3E}">
        <p14:creationId xmlns:p14="http://schemas.microsoft.com/office/powerpoint/2010/main" val="111956369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3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theme" Target="../theme/theme2.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oleObject" Target="../embeddings/oleObject1.bin"/><Relationship Id="rId5" Type="http://schemas.openxmlformats.org/officeDocument/2006/relationships/slideLayout" Target="../slideLayouts/slideLayout1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tags" Target="../tags/tag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51" Type="http://schemas.openxmlformats.org/officeDocument/2006/relationships/tags" Target="../tags/tag1.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image" Target="../media/image1.emf"/><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363B39-D0EC-4F45-AA3D-D0B39B9B3A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2061E0-1F00-4058-9465-8DFE3CCBC0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983CB0-1328-4CFC-811B-6316DE07CA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F3A1A-E8E9-4F1D-A0E4-983A98264649}" type="datetimeFigureOut">
              <a:rPr lang="en-US" smtClean="0"/>
              <a:t>10/9/2023</a:t>
            </a:fld>
            <a:endParaRPr lang="en-US"/>
          </a:p>
        </p:txBody>
      </p:sp>
      <p:sp>
        <p:nvSpPr>
          <p:cNvPr id="5" name="Footer Placeholder 4">
            <a:extLst>
              <a:ext uri="{FF2B5EF4-FFF2-40B4-BE49-F238E27FC236}">
                <a16:creationId xmlns:a16="http://schemas.microsoft.com/office/drawing/2014/main" id="{5A2EC30C-8EF3-4E47-8B26-4FAA64C149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E41EA07-B266-4D79-A329-C70E2F166B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65103A-1B8E-4DB3-9398-D9E2B8A04713}" type="slidenum">
              <a:rPr lang="en-US" smtClean="0"/>
              <a:t>‹#›</a:t>
            </a:fld>
            <a:endParaRPr lang="en-US"/>
          </a:p>
        </p:txBody>
      </p:sp>
    </p:spTree>
    <p:extLst>
      <p:ext uri="{BB962C8B-B14F-4D97-AF65-F5344CB8AC3E}">
        <p14:creationId xmlns:p14="http://schemas.microsoft.com/office/powerpoint/2010/main" val="801406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804BFBA5-6622-4657-A915-630FEC1BA0AA}" type="slidenum">
              <a:rPr lang="es-ES" smtClean="0"/>
              <a:pPr/>
              <a:t>‹#›</a:t>
            </a:fld>
            <a:endParaRPr lang="es-ES"/>
          </a:p>
        </p:txBody>
      </p:sp>
      <p:graphicFrame>
        <p:nvGraphicFramePr>
          <p:cNvPr id="5" name="Object 4" hidden="1">
            <a:extLst>
              <a:ext uri="{FF2B5EF4-FFF2-40B4-BE49-F238E27FC236}">
                <a16:creationId xmlns:a16="http://schemas.microsoft.com/office/drawing/2014/main" id="{937483A8-E899-0C9C-DC82-453B940B15E0}"/>
              </a:ext>
            </a:extLst>
          </p:cNvPr>
          <p:cNvGraphicFramePr>
            <a:graphicFrameLocks noChangeAspect="1"/>
          </p:cNvGraphicFramePr>
          <p:nvPr userDrawn="1">
            <p:custDataLst>
              <p:tags r:id="rId51"/>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3" imgW="532" imgH="530" progId="TCLayout.ActiveDocument.1">
                  <p:embed/>
                </p:oleObj>
              </mc:Choice>
              <mc:Fallback>
                <p:oleObj name="think-cell Slide" r:id="rId53" imgW="532" imgH="530" progId="TCLayout.ActiveDocument.1">
                  <p:embed/>
                  <p:pic>
                    <p:nvPicPr>
                      <p:cNvPr id="5" name="Object 4" hidden="1">
                        <a:extLst>
                          <a:ext uri="{FF2B5EF4-FFF2-40B4-BE49-F238E27FC236}">
                            <a16:creationId xmlns:a16="http://schemas.microsoft.com/office/drawing/2014/main" id="{937483A8-E899-0C9C-DC82-453B940B15E0}"/>
                          </a:ext>
                        </a:extLst>
                      </p:cNvPr>
                      <p:cNvPicPr/>
                      <p:nvPr/>
                    </p:nvPicPr>
                    <p:blipFill>
                      <a:blip r:embed="rId54"/>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D1B92786-28A6-2E84-7F69-1F45B9050E9B}"/>
              </a:ext>
            </a:extLst>
          </p:cNvPr>
          <p:cNvSpPr/>
          <p:nvPr userDrawn="1">
            <p:custDataLst>
              <p:tags r:id="rId52"/>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Tree>
    <p:extLst>
      <p:ext uri="{BB962C8B-B14F-4D97-AF65-F5344CB8AC3E}">
        <p14:creationId xmlns:p14="http://schemas.microsoft.com/office/powerpoint/2010/main" val="12730083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5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1CEEF2B6-12FF-1F3B-0ADF-93251083EC65}"/>
              </a:ext>
            </a:extLst>
          </p:cNvPr>
          <p:cNvSpPr txBox="1">
            <a:spLocks/>
          </p:cNvSpPr>
          <p:nvPr/>
        </p:nvSpPr>
        <p:spPr>
          <a:xfrm>
            <a:off x="89037" y="167061"/>
            <a:ext cx="6449864" cy="393765"/>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3200" b="1" dirty="0">
                <a:solidFill>
                  <a:schemeClr val="accent3"/>
                </a:solidFill>
                <a:latin typeface="Graphik"/>
              </a:rPr>
              <a:t>Alan S. Parenti</a:t>
            </a:r>
          </a:p>
          <a:p>
            <a:pPr marL="0" indent="0">
              <a:buNone/>
            </a:pPr>
            <a:endParaRPr lang="en-US" sz="3200" b="1" dirty="0">
              <a:solidFill>
                <a:schemeClr val="accent3"/>
              </a:solidFill>
            </a:endParaRPr>
          </a:p>
        </p:txBody>
      </p:sp>
      <p:sp>
        <p:nvSpPr>
          <p:cNvPr id="3" name="Text Placeholder 5">
            <a:extLst>
              <a:ext uri="{FF2B5EF4-FFF2-40B4-BE49-F238E27FC236}">
                <a16:creationId xmlns:a16="http://schemas.microsoft.com/office/drawing/2014/main" id="{FBD5EC0B-4D54-E441-7F31-D4C98525F636}"/>
              </a:ext>
            </a:extLst>
          </p:cNvPr>
          <p:cNvSpPr txBox="1">
            <a:spLocks/>
          </p:cNvSpPr>
          <p:nvPr/>
        </p:nvSpPr>
        <p:spPr>
          <a:xfrm>
            <a:off x="1709838" y="879760"/>
            <a:ext cx="4749343" cy="1405505"/>
          </a:xfrm>
          <a:prstGeom prst="rect">
            <a:avLst/>
          </a:prstGeom>
        </p:spPr>
        <p:txBody>
          <a:bodyPr vert="horz" lIns="0" tIns="0" rIns="0" bIns="0" rtlCol="0" anchor="t">
            <a:norm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Graphik" panose="020B0604020202020204" pitchFamily="34" charset="0"/>
              <a:buNone/>
              <a:tabLst/>
              <a:defRPr/>
            </a:pPr>
            <a:r>
              <a:rPr kumimoji="0" lang="en-US" sz="2000" b="0" i="0" u="none" strike="noStrike" kern="1200" cap="none" spc="0" normalizeH="0" baseline="0" noProof="0" dirty="0">
                <a:ln>
                  <a:noFill/>
                </a:ln>
                <a:solidFill>
                  <a:srgbClr val="460073"/>
                </a:solidFill>
                <a:effectLst/>
                <a:uLnTx/>
                <a:uFillTx/>
                <a:latin typeface="Graphik Black"/>
                <a:ea typeface="+mn-ea"/>
                <a:cs typeface="+mn-cs"/>
              </a:rPr>
              <a:t>Data Engineering Analyst</a:t>
            </a:r>
          </a:p>
          <a:p>
            <a:pPr marL="228600" lvl="1" indent="0">
              <a:buNone/>
              <a:defRPr/>
            </a:pPr>
            <a:r>
              <a:rPr kumimoji="0" lang="es-AR" sz="1200" b="0" i="0" u="none" strike="noStrike" kern="1200" cap="none" spc="0" normalizeH="0" baseline="0" noProof="0" dirty="0" err="1">
                <a:ln>
                  <a:noFill/>
                </a:ln>
                <a:solidFill>
                  <a:srgbClr val="000000"/>
                </a:solidFill>
                <a:effectLst/>
                <a:uLnTx/>
                <a:uFillTx/>
                <a:latin typeface="Graphik"/>
                <a:ea typeface="+mn-ea"/>
                <a:cs typeface="+mn-cs"/>
              </a:rPr>
              <a:t>Technology</a:t>
            </a:r>
            <a:r>
              <a:rPr kumimoji="0" lang="es-AR" sz="1200" b="0" i="0" u="none" strike="noStrike" kern="1200" cap="none" spc="0" normalizeH="0" baseline="0" noProof="0" dirty="0">
                <a:ln>
                  <a:noFill/>
                </a:ln>
                <a:solidFill>
                  <a:srgbClr val="000000"/>
                </a:solidFill>
                <a:effectLst/>
                <a:uLnTx/>
                <a:uFillTx/>
                <a:latin typeface="Graphik"/>
                <a:ea typeface="+mn-ea"/>
                <a:cs typeface="+mn-cs"/>
              </a:rPr>
              <a:t> / </a:t>
            </a:r>
            <a:r>
              <a:rPr lang="es-AR" sz="1200" dirty="0"/>
              <a:t>Data &amp; </a:t>
            </a:r>
            <a:r>
              <a:rPr kumimoji="0" lang="es-AR" sz="1200" b="0" i="0" u="none" strike="noStrike" kern="1200" cap="none" spc="0" normalizeH="0" baseline="0" noProof="0" dirty="0">
                <a:ln>
                  <a:noFill/>
                </a:ln>
                <a:solidFill>
                  <a:srgbClr val="000000"/>
                </a:solidFill>
                <a:effectLst/>
                <a:uLnTx/>
                <a:uFillTx/>
                <a:latin typeface="Graphik"/>
                <a:ea typeface="+mn-ea"/>
                <a:cs typeface="+mn-cs"/>
              </a:rPr>
              <a:t>IA</a:t>
            </a:r>
          </a:p>
          <a:p>
            <a:pPr marL="228600" lvl="1" indent="0">
              <a:buNone/>
              <a:defRPr/>
            </a:pPr>
            <a:r>
              <a:rPr lang="en-US" sz="1200" b="1" dirty="0">
                <a:solidFill>
                  <a:srgbClr val="000000"/>
                </a:solidFill>
                <a:latin typeface="Graphik"/>
              </a:rPr>
              <a:t>a.parenti@accenture.com</a:t>
            </a:r>
            <a:endParaRPr kumimoji="0" lang="en-US" sz="1200" b="1" i="0" u="none" strike="noStrike" kern="1200" cap="none" spc="0" normalizeH="0" baseline="0" noProof="0" dirty="0">
              <a:ln>
                <a:noFill/>
              </a:ln>
              <a:solidFill>
                <a:srgbClr val="000000"/>
              </a:solidFill>
              <a:effectLst/>
              <a:uLnTx/>
              <a:uFillTx/>
              <a:latin typeface="Graphik"/>
              <a:ea typeface="+mn-ea"/>
              <a:cs typeface="+mn-cs"/>
            </a:endParaRPr>
          </a:p>
          <a:p>
            <a:pPr marL="228600" lvl="1" indent="0">
              <a:buNone/>
            </a:pPr>
            <a:r>
              <a:rPr lang="en-US" sz="1200" dirty="0">
                <a:latin typeface="Graphik"/>
              </a:rPr>
              <a:t>Buenos Aires, Argentina</a:t>
            </a:r>
          </a:p>
          <a:p>
            <a:endParaRPr lang="en-US" sz="900" b="1" dirty="0"/>
          </a:p>
          <a:p>
            <a:endParaRPr lang="en-US" sz="1200" dirty="0"/>
          </a:p>
          <a:p>
            <a:endParaRPr lang="en-US" dirty="0"/>
          </a:p>
        </p:txBody>
      </p:sp>
      <p:sp>
        <p:nvSpPr>
          <p:cNvPr id="9" name="Rectangle 8">
            <a:extLst>
              <a:ext uri="{FF2B5EF4-FFF2-40B4-BE49-F238E27FC236}">
                <a16:creationId xmlns:a16="http://schemas.microsoft.com/office/drawing/2014/main" id="{74A37382-FFD1-74CD-A6A0-BA715F04BEDE}"/>
              </a:ext>
            </a:extLst>
          </p:cNvPr>
          <p:cNvSpPr/>
          <p:nvPr/>
        </p:nvSpPr>
        <p:spPr>
          <a:xfrm>
            <a:off x="6790076" y="171448"/>
            <a:ext cx="5301053" cy="6046057"/>
          </a:xfrm>
          <a:prstGeom prst="rect">
            <a:avLst/>
          </a:prstGeom>
          <a:solidFill>
            <a:schemeClr val="bg1"/>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11" name="Text Placeholder 4">
            <a:extLst>
              <a:ext uri="{FF2B5EF4-FFF2-40B4-BE49-F238E27FC236}">
                <a16:creationId xmlns:a16="http://schemas.microsoft.com/office/drawing/2014/main" id="{0E58DF97-0E0E-C3A8-6E0E-C6ED1FC42713}"/>
              </a:ext>
            </a:extLst>
          </p:cNvPr>
          <p:cNvSpPr txBox="1">
            <a:spLocks/>
          </p:cNvSpPr>
          <p:nvPr/>
        </p:nvSpPr>
        <p:spPr>
          <a:xfrm>
            <a:off x="6907844" y="312234"/>
            <a:ext cx="2594524" cy="205646"/>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600" b="1">
                <a:solidFill>
                  <a:schemeClr val="accent2"/>
                </a:solidFill>
                <a:latin typeface="+mj-lt"/>
              </a:rPr>
              <a:t>SELECTED EXPERIENCE </a:t>
            </a:r>
            <a:endParaRPr lang="en-US" sz="1600" b="1">
              <a:solidFill>
                <a:schemeClr val="accent2"/>
              </a:solidFill>
              <a:latin typeface="+mj-lt"/>
            </a:endParaRPr>
          </a:p>
        </p:txBody>
      </p:sp>
      <p:sp>
        <p:nvSpPr>
          <p:cNvPr id="12" name="Rectangle 11">
            <a:extLst>
              <a:ext uri="{FF2B5EF4-FFF2-40B4-BE49-F238E27FC236}">
                <a16:creationId xmlns:a16="http://schemas.microsoft.com/office/drawing/2014/main" id="{C99CBEA1-1572-AE45-9D04-FA330F835AD4}"/>
              </a:ext>
            </a:extLst>
          </p:cNvPr>
          <p:cNvSpPr/>
          <p:nvPr/>
        </p:nvSpPr>
        <p:spPr>
          <a:xfrm>
            <a:off x="89037" y="5640551"/>
            <a:ext cx="3252480" cy="632740"/>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3" name="Rectangle 22">
            <a:extLst>
              <a:ext uri="{FF2B5EF4-FFF2-40B4-BE49-F238E27FC236}">
                <a16:creationId xmlns:a16="http://schemas.microsoft.com/office/drawing/2014/main" id="{CB125A6B-6104-78D8-2910-B3EC4F868DBE}"/>
              </a:ext>
            </a:extLst>
          </p:cNvPr>
          <p:cNvSpPr/>
          <p:nvPr/>
        </p:nvSpPr>
        <p:spPr>
          <a:xfrm>
            <a:off x="3431213" y="2347568"/>
            <a:ext cx="3246987" cy="2816970"/>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5" name="Text Placeholder 4">
            <a:extLst>
              <a:ext uri="{FF2B5EF4-FFF2-40B4-BE49-F238E27FC236}">
                <a16:creationId xmlns:a16="http://schemas.microsoft.com/office/drawing/2014/main" id="{3AF538BA-C4F9-94DB-B619-3A89CAF5483A}"/>
              </a:ext>
            </a:extLst>
          </p:cNvPr>
          <p:cNvSpPr txBox="1">
            <a:spLocks/>
          </p:cNvSpPr>
          <p:nvPr/>
        </p:nvSpPr>
        <p:spPr>
          <a:xfrm>
            <a:off x="3717865" y="2598950"/>
            <a:ext cx="2414561" cy="32111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000" b="1">
                <a:solidFill>
                  <a:schemeClr val="accent2"/>
                </a:solidFill>
                <a:latin typeface="+mj-lt"/>
              </a:rPr>
              <a:t>HARD/SOFT SKILLS &amp; TOOLS</a:t>
            </a:r>
            <a:endParaRPr lang="en-US" sz="1000" b="1">
              <a:solidFill>
                <a:schemeClr val="accent2"/>
              </a:solidFill>
              <a:latin typeface="+mj-lt"/>
            </a:endParaRPr>
          </a:p>
        </p:txBody>
      </p:sp>
      <p:sp>
        <p:nvSpPr>
          <p:cNvPr id="26" name="Rectangle 25">
            <a:extLst>
              <a:ext uri="{FF2B5EF4-FFF2-40B4-BE49-F238E27FC236}">
                <a16:creationId xmlns:a16="http://schemas.microsoft.com/office/drawing/2014/main" id="{7AB14698-C111-E862-4B03-3CEA5E264033}"/>
              </a:ext>
            </a:extLst>
          </p:cNvPr>
          <p:cNvSpPr>
            <a:spLocks/>
          </p:cNvSpPr>
          <p:nvPr/>
        </p:nvSpPr>
        <p:spPr>
          <a:xfrm>
            <a:off x="89037" y="2347569"/>
            <a:ext cx="3281101" cy="2337424"/>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r>
              <a:rPr lang="en-US" sz="1050" dirty="0"/>
              <a:t>I have a little more than 2 years of experience in RPA developing solutions with Blue Prism as the main tool and for banking projects. I manage work methodologies in Scrum and Agile teams . I used my roles as Solution Designer and Developer, in the design and creation of quality, complete, scalable processes and following good practices .I am currently fulfilling the role of developer using Power Platform for an internal project, in addition to training to achieve the "Power Platform PL-400" certification.</a:t>
            </a:r>
          </a:p>
        </p:txBody>
      </p:sp>
      <p:grpSp>
        <p:nvGrpSpPr>
          <p:cNvPr id="27" name="Group 26">
            <a:extLst>
              <a:ext uri="{FF2B5EF4-FFF2-40B4-BE49-F238E27FC236}">
                <a16:creationId xmlns:a16="http://schemas.microsoft.com/office/drawing/2014/main" id="{FA82F26F-973E-6E47-064A-E58BB5E2C6B3}"/>
              </a:ext>
            </a:extLst>
          </p:cNvPr>
          <p:cNvGrpSpPr>
            <a:grpSpLocks/>
          </p:cNvGrpSpPr>
          <p:nvPr/>
        </p:nvGrpSpPr>
        <p:grpSpPr>
          <a:xfrm>
            <a:off x="341029" y="2377661"/>
            <a:ext cx="2922297" cy="2745678"/>
            <a:chOff x="664986" y="2188027"/>
            <a:chExt cx="2922297" cy="2745678"/>
          </a:xfrm>
        </p:grpSpPr>
        <p:sp>
          <p:nvSpPr>
            <p:cNvPr id="28" name="Text Placeholder 4">
              <a:extLst>
                <a:ext uri="{FF2B5EF4-FFF2-40B4-BE49-F238E27FC236}">
                  <a16:creationId xmlns:a16="http://schemas.microsoft.com/office/drawing/2014/main" id="{72A9259A-DC95-7929-2407-42F74D35B297}"/>
                </a:ext>
              </a:extLst>
            </p:cNvPr>
            <p:cNvSpPr txBox="1">
              <a:spLocks/>
            </p:cNvSpPr>
            <p:nvPr/>
          </p:nvSpPr>
          <p:spPr>
            <a:xfrm>
              <a:off x="699505" y="2188027"/>
              <a:ext cx="2887778"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PROFESSIONAL BACKGROUND</a:t>
              </a:r>
            </a:p>
            <a:p>
              <a:pPr marL="0" indent="0">
                <a:buNone/>
              </a:pPr>
              <a:endParaRPr lang="en-US" sz="1200" b="1" dirty="0">
                <a:solidFill>
                  <a:schemeClr val="accent1"/>
                </a:solidFill>
                <a:latin typeface="+mj-lt"/>
              </a:endParaRPr>
            </a:p>
          </p:txBody>
        </p:sp>
        <p:sp>
          <p:nvSpPr>
            <p:cNvPr id="35" name="Text Placeholder 4">
              <a:extLst>
                <a:ext uri="{FF2B5EF4-FFF2-40B4-BE49-F238E27FC236}">
                  <a16:creationId xmlns:a16="http://schemas.microsoft.com/office/drawing/2014/main" id="{CAE6442A-7F7A-7520-E012-744876DD2E5B}"/>
                </a:ext>
              </a:extLst>
            </p:cNvPr>
            <p:cNvSpPr txBox="1">
              <a:spLocks/>
            </p:cNvSpPr>
            <p:nvPr/>
          </p:nvSpPr>
          <p:spPr>
            <a:xfrm>
              <a:off x="664986" y="4536684"/>
              <a:ext cx="2887778" cy="39702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EDUCATION</a:t>
              </a:r>
              <a:endParaRPr lang="en-US" sz="1200" b="1" dirty="0">
                <a:solidFill>
                  <a:schemeClr val="accent1"/>
                </a:solidFill>
                <a:latin typeface="+mj-lt"/>
              </a:endParaRPr>
            </a:p>
          </p:txBody>
        </p:sp>
      </p:grpSp>
      <p:sp>
        <p:nvSpPr>
          <p:cNvPr id="36" name="Rectangle 35">
            <a:extLst>
              <a:ext uri="{FF2B5EF4-FFF2-40B4-BE49-F238E27FC236}">
                <a16:creationId xmlns:a16="http://schemas.microsoft.com/office/drawing/2014/main" id="{CD3F3331-A2F2-3187-3314-9536E3A05809}"/>
              </a:ext>
            </a:extLst>
          </p:cNvPr>
          <p:cNvSpPr/>
          <p:nvPr/>
        </p:nvSpPr>
        <p:spPr>
          <a:xfrm>
            <a:off x="3431214" y="5236790"/>
            <a:ext cx="3246987" cy="969022"/>
          </a:xfrm>
          <a:prstGeom prst="rect">
            <a:avLst/>
          </a:prstGeom>
        </p:spPr>
        <p:txBody>
          <a:bodyPr vert="horz" lIns="0" tIns="0" rIns="0" bIns="0" rtlCol="0" anchor="t">
            <a:noAutofit/>
          </a:bodyPr>
          <a:lstStyle/>
          <a:p>
            <a:pPr marL="171450" indent="-171450">
              <a:lnSpc>
                <a:spcPct val="90000"/>
              </a:lnSpc>
              <a:spcAft>
                <a:spcPts val="600"/>
              </a:spcAft>
              <a:buClr>
                <a:schemeClr val="accent1"/>
              </a:buClr>
              <a:buFont typeface="Arial" panose="020B0604020202020204" pitchFamily="34" charset="0"/>
              <a:buChar char="•"/>
            </a:pPr>
            <a:endParaRPr lang="en-US" sz="1000">
              <a:solidFill>
                <a:schemeClr val="tx1"/>
              </a:solidFill>
              <a:latin typeface="Graphik"/>
            </a:endParaRPr>
          </a:p>
        </p:txBody>
      </p:sp>
      <p:sp>
        <p:nvSpPr>
          <p:cNvPr id="37" name="Text Placeholder 4">
            <a:extLst>
              <a:ext uri="{FF2B5EF4-FFF2-40B4-BE49-F238E27FC236}">
                <a16:creationId xmlns:a16="http://schemas.microsoft.com/office/drawing/2014/main" id="{E2E6DC0A-D16B-3A77-6077-F57069BD7EDC}"/>
              </a:ext>
            </a:extLst>
          </p:cNvPr>
          <p:cNvSpPr txBox="1">
            <a:spLocks/>
          </p:cNvSpPr>
          <p:nvPr/>
        </p:nvSpPr>
        <p:spPr>
          <a:xfrm>
            <a:off x="341029" y="5657321"/>
            <a:ext cx="1478408" cy="2001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LANGUAGES</a:t>
            </a:r>
            <a:endParaRPr lang="en-US" sz="1200" b="1" dirty="0">
              <a:solidFill>
                <a:schemeClr val="accent1"/>
              </a:solidFill>
              <a:latin typeface="+mj-lt"/>
            </a:endParaRPr>
          </a:p>
        </p:txBody>
      </p:sp>
      <p:sp>
        <p:nvSpPr>
          <p:cNvPr id="40" name="Text Placeholder 4">
            <a:extLst>
              <a:ext uri="{FF2B5EF4-FFF2-40B4-BE49-F238E27FC236}">
                <a16:creationId xmlns:a16="http://schemas.microsoft.com/office/drawing/2014/main" id="{6F73DCD2-A285-29D0-D542-E4F69730AE06}"/>
              </a:ext>
            </a:extLst>
          </p:cNvPr>
          <p:cNvSpPr txBox="1">
            <a:spLocks/>
          </p:cNvSpPr>
          <p:nvPr/>
        </p:nvSpPr>
        <p:spPr>
          <a:xfrm>
            <a:off x="3717864" y="2425651"/>
            <a:ext cx="2414561" cy="32111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AREA OF EXPERTISE</a:t>
            </a:r>
            <a:endParaRPr lang="en-US" sz="1200" b="1" dirty="0">
              <a:solidFill>
                <a:schemeClr val="accent1"/>
              </a:solidFill>
              <a:latin typeface="+mj-lt"/>
            </a:endParaRPr>
          </a:p>
        </p:txBody>
      </p:sp>
      <p:sp>
        <p:nvSpPr>
          <p:cNvPr id="45" name="Text Placeholder 4">
            <a:extLst>
              <a:ext uri="{FF2B5EF4-FFF2-40B4-BE49-F238E27FC236}">
                <a16:creationId xmlns:a16="http://schemas.microsoft.com/office/drawing/2014/main" id="{83AF36ED-0DC5-5D34-4D4E-DFABF505923D}"/>
              </a:ext>
            </a:extLst>
          </p:cNvPr>
          <p:cNvSpPr txBox="1">
            <a:spLocks/>
          </p:cNvSpPr>
          <p:nvPr/>
        </p:nvSpPr>
        <p:spPr>
          <a:xfrm>
            <a:off x="3679756" y="5301889"/>
            <a:ext cx="1278123"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INDUSTRY</a:t>
            </a:r>
            <a:endParaRPr lang="en-US" sz="1200" b="1">
              <a:solidFill>
                <a:schemeClr val="accent1"/>
              </a:solidFill>
              <a:latin typeface="+mj-lt"/>
            </a:endParaRPr>
          </a:p>
        </p:txBody>
      </p:sp>
      <p:sp>
        <p:nvSpPr>
          <p:cNvPr id="47" name="Text Placeholder 10">
            <a:extLst>
              <a:ext uri="{FF2B5EF4-FFF2-40B4-BE49-F238E27FC236}">
                <a16:creationId xmlns:a16="http://schemas.microsoft.com/office/drawing/2014/main" id="{88916E2A-4E45-86B5-A986-94589B9AFC66}"/>
              </a:ext>
            </a:extLst>
          </p:cNvPr>
          <p:cNvSpPr txBox="1">
            <a:spLocks/>
          </p:cNvSpPr>
          <p:nvPr/>
        </p:nvSpPr>
        <p:spPr>
          <a:xfrm>
            <a:off x="3605712" y="2874620"/>
            <a:ext cx="3035935" cy="2215307"/>
          </a:xfrm>
          <a:prstGeom prst="rect">
            <a:avLst/>
          </a:prstGeom>
        </p:spPr>
        <p:txBody>
          <a:bodyPr vert="horz" lIns="0" tIns="0" rIns="0" bIns="0" rtlCol="0" anchor="t">
            <a:noAutofit/>
          </a:bodyPr>
          <a:lstStyle>
            <a:defPPr>
              <a:defRPr lang="en-US"/>
            </a:defPPr>
            <a:lvl1pPr marL="171450" indent="-171450" fontAlgn="base">
              <a:lnSpc>
                <a:spcPct val="100000"/>
              </a:lnSpc>
              <a:spcBef>
                <a:spcPts val="0"/>
              </a:spcBef>
              <a:spcAft>
                <a:spcPts val="0"/>
              </a:spcAft>
              <a:buClr>
                <a:schemeClr val="accent1"/>
              </a:buClr>
              <a:buFont typeface="Arial" panose="020B0604020202020204" pitchFamily="34" charset="0"/>
              <a:buChar char="•"/>
              <a:defRPr sz="1000" b="1" i="0" u="none" strike="noStrike">
                <a:solidFill>
                  <a:schemeClr val="accent3"/>
                </a:solidFill>
                <a:effectLst/>
                <a:latin typeface="+mj-lt"/>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71450" marR="0" lvl="0" indent="-171450" algn="l" defTabSz="914400" rtl="0" eaLnBrk="1" fontAlgn="base" latinLnBrk="0" hangingPunct="1">
              <a:lnSpc>
                <a:spcPct val="100000"/>
              </a:lnSpc>
              <a:spcBef>
                <a:spcPts val="0"/>
              </a:spcBef>
              <a:spcAft>
                <a:spcPts val="0"/>
              </a:spcAft>
              <a:buClr>
                <a:srgbClr val="A100FF"/>
              </a:buClr>
              <a:buSzTx/>
              <a:buFont typeface="Arial" panose="020B0604020202020204" pitchFamily="34" charset="0"/>
              <a:buChar char="•"/>
              <a:tabLst/>
              <a:defRPr/>
            </a:pPr>
            <a:r>
              <a:rPr lang="en-US" dirty="0">
                <a:solidFill>
                  <a:srgbClr val="460073"/>
                </a:solidFill>
                <a:latin typeface="Graphik"/>
              </a:rPr>
              <a:t>Dev: </a:t>
            </a:r>
            <a:r>
              <a:rPr kumimoji="0" lang="en-US" b="0" i="0" u="none" strike="noStrike" kern="1200" cap="none" spc="0" normalizeH="0" baseline="0" noProof="0" dirty="0">
                <a:ln>
                  <a:noFill/>
                </a:ln>
                <a:solidFill>
                  <a:srgbClr val="000000"/>
                </a:solidFill>
                <a:effectLst/>
                <a:uLnTx/>
                <a:uFillTx/>
                <a:latin typeface="Graphik"/>
                <a:ea typeface="+mn-ea"/>
                <a:cs typeface="+mn-cs"/>
              </a:rPr>
              <a:t>RPA(Blue Prism) </a:t>
            </a:r>
            <a:r>
              <a:rPr lang="en-US" b="0" dirty="0">
                <a:solidFill>
                  <a:srgbClr val="000000"/>
                </a:solidFill>
                <a:latin typeface="Graphik"/>
              </a:rPr>
              <a:t>, Power Automate , Power Apps.</a:t>
            </a:r>
            <a:br>
              <a:rPr lang="en-US" b="0" dirty="0">
                <a:solidFill>
                  <a:srgbClr val="000000"/>
                </a:solidFill>
                <a:latin typeface="Graphik"/>
              </a:rPr>
            </a:br>
            <a:r>
              <a:rPr lang="en-US" dirty="0">
                <a:solidFill>
                  <a:srgbClr val="460073"/>
                </a:solidFill>
                <a:latin typeface="Graphik"/>
              </a:rPr>
              <a:t>Others:</a:t>
            </a:r>
            <a:r>
              <a:rPr lang="en-US" b="0" dirty="0">
                <a:solidFill>
                  <a:srgbClr val="000000"/>
                </a:solidFill>
                <a:latin typeface="Graphik"/>
              </a:rPr>
              <a:t> SQL / Power Query / Power BI / OLEDB / Web Api Services / Java / VBA / HTML / CSS / Excel / Postman.</a:t>
            </a:r>
            <a:endParaRPr lang="en-US" dirty="0"/>
          </a:p>
          <a:p>
            <a:pPr marL="0" indent="0">
              <a:buNone/>
            </a:pPr>
            <a:endParaRPr lang="en-US" dirty="0"/>
          </a:p>
        </p:txBody>
      </p:sp>
      <p:sp>
        <p:nvSpPr>
          <p:cNvPr id="48" name="Text Placeholder 13">
            <a:extLst>
              <a:ext uri="{FF2B5EF4-FFF2-40B4-BE49-F238E27FC236}">
                <a16:creationId xmlns:a16="http://schemas.microsoft.com/office/drawing/2014/main" id="{CE6DAE4F-8226-621D-1573-393F25103FEA}"/>
              </a:ext>
            </a:extLst>
          </p:cNvPr>
          <p:cNvSpPr txBox="1">
            <a:spLocks/>
          </p:cNvSpPr>
          <p:nvPr/>
        </p:nvSpPr>
        <p:spPr>
          <a:xfrm>
            <a:off x="200694" y="4972449"/>
            <a:ext cx="3230519" cy="620940"/>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0" indent="-171450">
              <a:spcBef>
                <a:spcPts val="600"/>
              </a:spcBef>
              <a:buFont typeface="Arial" panose="020B0604020202020204" pitchFamily="34" charset="0"/>
              <a:buChar char="•"/>
              <a:defRPr/>
            </a:pPr>
            <a:r>
              <a:rPr lang="en-US" sz="1000" dirty="0">
                <a:solidFill>
                  <a:prstClr val="black"/>
                </a:solidFill>
              </a:rPr>
              <a:t>Electronics Technician – graduated.</a:t>
            </a:r>
          </a:p>
          <a:p>
            <a:pPr marL="171450" lvl="0" indent="-171450">
              <a:spcBef>
                <a:spcPts val="600"/>
              </a:spcBef>
              <a:buFont typeface="Arial" panose="020B0604020202020204" pitchFamily="34" charset="0"/>
              <a:buChar char="•"/>
              <a:defRPr/>
            </a:pPr>
            <a:r>
              <a:rPr lang="en-US" sz="1000" dirty="0">
                <a:solidFill>
                  <a:prstClr val="black"/>
                </a:solidFill>
              </a:rPr>
              <a:t>Higher Technique Automation and Robotics - first year.</a:t>
            </a:r>
          </a:p>
          <a:p>
            <a:pPr marL="0" lvl="0" indent="0">
              <a:spcBef>
                <a:spcPts val="600"/>
              </a:spcBef>
              <a:buNone/>
              <a:defRPr/>
            </a:pPr>
            <a:r>
              <a:rPr lang="en-US" sz="1000" dirty="0">
                <a:solidFill>
                  <a:prstClr val="black"/>
                </a:solidFill>
              </a:rPr>
              <a:t>-</a:t>
            </a:r>
            <a:endParaRPr lang="en-US" sz="1000" dirty="0"/>
          </a:p>
        </p:txBody>
      </p:sp>
      <p:sp>
        <p:nvSpPr>
          <p:cNvPr id="49" name="Text Placeholder 13">
            <a:extLst>
              <a:ext uri="{FF2B5EF4-FFF2-40B4-BE49-F238E27FC236}">
                <a16:creationId xmlns:a16="http://schemas.microsoft.com/office/drawing/2014/main" id="{67B10EEE-BF1A-4587-0DE7-065C396FC396}"/>
              </a:ext>
            </a:extLst>
          </p:cNvPr>
          <p:cNvSpPr txBox="1">
            <a:spLocks/>
          </p:cNvSpPr>
          <p:nvPr/>
        </p:nvSpPr>
        <p:spPr>
          <a:xfrm>
            <a:off x="202406" y="2732286"/>
            <a:ext cx="2702016" cy="1062078"/>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0" indent="-171450">
              <a:spcBef>
                <a:spcPts val="600"/>
              </a:spcBef>
              <a:buFont typeface="Arial" panose="020B0604020202020204" pitchFamily="34" charset="0"/>
              <a:buChar char="•"/>
              <a:defRPr/>
            </a:pPr>
            <a:endParaRPr lang="en-US" sz="1000" dirty="0"/>
          </a:p>
          <a:p>
            <a:pPr marL="171450" indent="-171450">
              <a:buChar char="•"/>
            </a:pPr>
            <a:endParaRPr lang="en-US" sz="1000" dirty="0"/>
          </a:p>
          <a:p>
            <a:endParaRPr lang="es-AR" sz="1000" dirty="0">
              <a:latin typeface="Graphik"/>
            </a:endParaRPr>
          </a:p>
        </p:txBody>
      </p:sp>
      <p:sp>
        <p:nvSpPr>
          <p:cNvPr id="51" name="Text Placeholder 13">
            <a:extLst>
              <a:ext uri="{FF2B5EF4-FFF2-40B4-BE49-F238E27FC236}">
                <a16:creationId xmlns:a16="http://schemas.microsoft.com/office/drawing/2014/main" id="{72302F36-E7BC-42A3-0A43-CDD2E2AB577E}"/>
              </a:ext>
            </a:extLst>
          </p:cNvPr>
          <p:cNvSpPr txBox="1">
            <a:spLocks/>
          </p:cNvSpPr>
          <p:nvPr/>
        </p:nvSpPr>
        <p:spPr>
          <a:xfrm>
            <a:off x="239600" y="5872732"/>
            <a:ext cx="2702016" cy="719719"/>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English (B2)</a:t>
            </a:r>
          </a:p>
          <a:p>
            <a:r>
              <a:rPr lang="en-US" dirty="0"/>
              <a:t>Spanish (Native)</a:t>
            </a:r>
          </a:p>
          <a:p>
            <a:pPr marL="0" indent="0">
              <a:buNone/>
            </a:pPr>
            <a:endParaRPr lang="en-US" dirty="0"/>
          </a:p>
          <a:p>
            <a:endParaRPr lang="es-AR" dirty="0"/>
          </a:p>
        </p:txBody>
      </p:sp>
      <p:sp>
        <p:nvSpPr>
          <p:cNvPr id="53" name="Text Placeholder 13">
            <a:extLst>
              <a:ext uri="{FF2B5EF4-FFF2-40B4-BE49-F238E27FC236}">
                <a16:creationId xmlns:a16="http://schemas.microsoft.com/office/drawing/2014/main" id="{30377A8A-69CD-5F83-DA2E-98B9A486EC39}"/>
              </a:ext>
            </a:extLst>
          </p:cNvPr>
          <p:cNvSpPr txBox="1">
            <a:spLocks/>
          </p:cNvSpPr>
          <p:nvPr/>
        </p:nvSpPr>
        <p:spPr>
          <a:xfrm>
            <a:off x="3597166" y="5523679"/>
            <a:ext cx="3044481" cy="719719"/>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Banking projects.</a:t>
            </a:r>
          </a:p>
          <a:p>
            <a:r>
              <a:rPr lang="en-US" dirty="0"/>
              <a:t>Accenture internal business.</a:t>
            </a:r>
          </a:p>
        </p:txBody>
      </p:sp>
      <p:sp>
        <p:nvSpPr>
          <p:cNvPr id="67" name="Text Placeholder 11">
            <a:extLst>
              <a:ext uri="{FF2B5EF4-FFF2-40B4-BE49-F238E27FC236}">
                <a16:creationId xmlns:a16="http://schemas.microsoft.com/office/drawing/2014/main" id="{C6A51E4F-7155-0013-A033-1BFC0B3D9F3D}"/>
              </a:ext>
            </a:extLst>
          </p:cNvPr>
          <p:cNvSpPr txBox="1">
            <a:spLocks/>
          </p:cNvSpPr>
          <p:nvPr/>
        </p:nvSpPr>
        <p:spPr>
          <a:xfrm>
            <a:off x="6907843" y="733213"/>
            <a:ext cx="5081751" cy="5510185"/>
          </a:xfrm>
          <a:prstGeom prst="rect">
            <a:avLst/>
          </a:prstGeom>
        </p:spPr>
        <p:txBody>
          <a:bodyPr vert="horz" lIns="0" tIns="0" rIns="0" bIns="0" rtlCol="0" anchor="t">
            <a:noAutofit/>
          </a:bodyPr>
          <a:lstStyle>
            <a:lvl1pPr marL="0" indent="0" algn="l" defTabSz="228600" rtl="0" eaLnBrk="1" latinLnBrk="0" hangingPunct="1">
              <a:lnSpc>
                <a:spcPct val="100000"/>
              </a:lnSpc>
              <a:spcBef>
                <a:spcPts val="0"/>
              </a:spcBef>
              <a:spcAft>
                <a:spcPts val="600"/>
              </a:spcAft>
              <a:buFont typeface="Graphik" panose="020B0604020202020204" pitchFamily="34" charset="0"/>
              <a:buNone/>
              <a:defRPr lang="en-US" sz="4800" b="1" kern="1200" dirty="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algn="just">
              <a:spcBef>
                <a:spcPts val="100"/>
              </a:spcBef>
              <a:spcAft>
                <a:spcPts val="300"/>
              </a:spcAft>
            </a:pPr>
            <a:r>
              <a:rPr lang="en-US" sz="1000" dirty="0">
                <a:solidFill>
                  <a:srgbClr val="000000"/>
                </a:solidFill>
                <a:latin typeface="+mn-lt"/>
              </a:rPr>
              <a:t>Power Platform Developer@ Accenture, ARG</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Role Title: Power Platform Developer</a:t>
            </a:r>
            <a:br>
              <a:rPr lang="en-US" sz="1000" b="0" dirty="0">
                <a:latin typeface="+mn-lt"/>
                <a:cs typeface="Calibri" panose="020F0502020204030204" pitchFamily="34" charset="0"/>
              </a:rPr>
            </a:br>
            <a:r>
              <a:rPr lang="en-US" sz="1000" b="0" dirty="0">
                <a:latin typeface="+mn-lt"/>
                <a:cs typeface="Calibri" panose="020F0502020204030204" pitchFamily="34" charset="0"/>
              </a:rPr>
              <a:t>Project: Accenture Internal</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Analyze, design, code and test multiple components of application.</a:t>
            </a:r>
            <a:br>
              <a:rPr lang="en-US" sz="1000" b="0" dirty="0">
                <a:latin typeface="+mn-lt"/>
                <a:cs typeface="Calibri" panose="020F0502020204030204" pitchFamily="34" charset="0"/>
              </a:rPr>
            </a:br>
            <a:r>
              <a:rPr lang="en-US" sz="1000" b="0" dirty="0">
                <a:latin typeface="+mn-lt"/>
                <a:cs typeface="Calibri" panose="020F0502020204030204" pitchFamily="34" charset="0"/>
              </a:rPr>
              <a:t>Perform investigation , enhancements and/or development work familiar with Power Platform.</a:t>
            </a:r>
            <a:endParaRPr lang="en-US" sz="1000" b="0" dirty="0">
              <a:solidFill>
                <a:srgbClr val="000000"/>
              </a:solidFill>
              <a:latin typeface="+mn-lt"/>
              <a:cs typeface="Calibri" panose="020F0502020204030204" pitchFamily="34" charset="0"/>
            </a:endParaRPr>
          </a:p>
          <a:p>
            <a:pPr>
              <a:spcAft>
                <a:spcPts val="300"/>
              </a:spcAft>
            </a:pPr>
            <a:r>
              <a:rPr lang="en-US" sz="1000" dirty="0">
                <a:solidFill>
                  <a:srgbClr val="000000"/>
                </a:solidFill>
                <a:latin typeface="+mn-lt"/>
              </a:rPr>
              <a:t>Application Developer@ Accenture, ARG</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Role Title: Application Developer</a:t>
            </a:r>
            <a:br>
              <a:rPr lang="en-US" sz="1000" b="0" dirty="0">
                <a:latin typeface="+mn-lt"/>
                <a:cs typeface="Calibri" panose="020F0502020204030204" pitchFamily="34" charset="0"/>
              </a:rPr>
            </a:br>
            <a:r>
              <a:rPr lang="en-US" sz="1000" b="0" dirty="0">
                <a:latin typeface="+mn-lt"/>
                <a:cs typeface="Calibri" panose="020F0502020204030204" pitchFamily="34" charset="0"/>
              </a:rPr>
              <a:t>Project: Group Banking</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Design, build and configure applications to meet business process and application requirements with Blue Prism.	</a:t>
            </a:r>
          </a:p>
          <a:p>
            <a:pPr>
              <a:spcAft>
                <a:spcPts val="300"/>
              </a:spcAft>
            </a:pPr>
            <a:r>
              <a:rPr lang="en-US" sz="1000" dirty="0">
                <a:solidFill>
                  <a:srgbClr val="000000"/>
                </a:solidFill>
                <a:latin typeface="+mn-lt"/>
              </a:rPr>
              <a:t>Application Designer &amp; Developer @ Accenture, ARG</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Role Title: Application Designer and Developer</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Project: Banking</a:t>
            </a:r>
            <a:br>
              <a:rPr lang="en-US" sz="1000" b="0" dirty="0">
                <a:latin typeface="+mn-lt"/>
                <a:cs typeface="Calibri" panose="020F0502020204030204" pitchFamily="34" charset="0"/>
              </a:rPr>
            </a:br>
            <a:r>
              <a:rPr lang="en-US" sz="1000" b="0" dirty="0">
                <a:latin typeface="+mn-lt"/>
                <a:cs typeface="Calibri" panose="020F0502020204030204" pitchFamily="34" charset="0"/>
              </a:rPr>
              <a:t>Blue Prism: Design, build ,configure and assist in defining RPA applications to meet banking operations business process and application requirements. Expertise in automation in financial services.</a:t>
            </a:r>
          </a:p>
        </p:txBody>
      </p:sp>
      <p:sp>
        <p:nvSpPr>
          <p:cNvPr id="68" name="Slide Number Placeholder 5">
            <a:extLst>
              <a:ext uri="{FF2B5EF4-FFF2-40B4-BE49-F238E27FC236}">
                <a16:creationId xmlns:a16="http://schemas.microsoft.com/office/drawing/2014/main" id="{40407413-FB81-C4CE-CBD5-376A257F75CC}"/>
              </a:ext>
            </a:extLst>
          </p:cNvPr>
          <p:cNvSpPr txBox="1">
            <a:spLocks/>
          </p:cNvSpPr>
          <p:nvPr/>
        </p:nvSpPr>
        <p:spPr>
          <a:xfrm>
            <a:off x="11484746" y="6490025"/>
            <a:ext cx="326254" cy="201168"/>
          </a:xfrm>
          <a:prstGeom prst="rect">
            <a:avLst/>
          </a:prstGeom>
        </p:spPr>
        <p:txBody>
          <a:bodyPr vert="horz" wrap="none" lIns="0" tIns="0" rIns="0" bIns="0" rtlCol="0" anchor="ctr">
            <a:normAutofit/>
          </a:bodyPr>
          <a:lstStyle>
            <a:lvl1pPr marL="0" indent="0" algn="l" defTabSz="228600" rtl="0" eaLnBrk="1" latinLnBrk="0" hangingPunct="1">
              <a:lnSpc>
                <a:spcPct val="100000"/>
              </a:lnSpc>
              <a:spcBef>
                <a:spcPts val="0"/>
              </a:spcBef>
              <a:spcAft>
                <a:spcPts val="600"/>
              </a:spcAft>
              <a:buFont typeface="Graphik" panose="020B0604020202020204" pitchFamily="34" charset="0"/>
              <a:buNone/>
              <a:defRPr lang="en-US" sz="2000" b="1" kern="1200" dirty="0" smtClean="0">
                <a:solidFill>
                  <a:schemeClr val="tx1"/>
                </a:solidFill>
                <a:latin typeface="+mj-lt"/>
                <a:ea typeface="+mn-ea"/>
                <a:cs typeface="+mn-cs"/>
              </a:defRPr>
            </a:lvl1pPr>
            <a:lvl2pPr marL="0" indent="0" algn="l" defTabSz="228600" rtl="0" eaLnBrk="1" latinLnBrk="0" hangingPunct="1">
              <a:lnSpc>
                <a:spcPct val="100000"/>
              </a:lnSpc>
              <a:spcBef>
                <a:spcPts val="0"/>
              </a:spcBef>
              <a:spcAft>
                <a:spcPts val="600"/>
              </a:spcAft>
              <a:buClrTx/>
              <a:buFont typeface="Graphik" panose="020B0503030202060203" pitchFamily="34" charset="0"/>
              <a:buNone/>
              <a:defRPr lang="en-US" sz="1600" kern="1200" dirty="0">
                <a:solidFill>
                  <a:schemeClr val="tx1"/>
                </a:solidFill>
                <a:latin typeface="+mn-lt"/>
                <a:ea typeface="+mn-ea"/>
                <a:cs typeface="+mn-cs"/>
              </a:defRPr>
            </a:lvl2pPr>
            <a:lvl3pPr marL="285750" indent="-285750" algn="l" defTabSz="228600" rtl="0" eaLnBrk="1" latinLnBrk="0" hangingPunct="1">
              <a:lnSpc>
                <a:spcPct val="100000"/>
              </a:lnSpc>
              <a:spcBef>
                <a:spcPts val="0"/>
              </a:spcBef>
              <a:spcAft>
                <a:spcPts val="600"/>
              </a:spcAft>
              <a:buFont typeface="Graphik" panose="020B0604020202020204" pitchFamily="34" charset="0"/>
              <a:buChar char="•"/>
              <a:defRPr lang="en-US" sz="1600" kern="1200" dirty="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algn="r"/>
            <a:endParaRPr lang="es-ES" sz="800" b="0" dirty="0">
              <a:solidFill>
                <a:schemeClr val="bg1"/>
              </a:solidFill>
            </a:endParaRPr>
          </a:p>
        </p:txBody>
      </p:sp>
      <p:sp>
        <p:nvSpPr>
          <p:cNvPr id="69" name="Footer Placeholder 3">
            <a:extLst>
              <a:ext uri="{FF2B5EF4-FFF2-40B4-BE49-F238E27FC236}">
                <a16:creationId xmlns:a16="http://schemas.microsoft.com/office/drawing/2014/main" id="{17669171-BA86-2E1F-B097-BA943AB81EC0}"/>
              </a:ext>
            </a:extLst>
          </p:cNvPr>
          <p:cNvSpPr>
            <a:spLocks noGrp="1"/>
          </p:cNvSpPr>
          <p:nvPr>
            <p:ph type="ftr" sz="quarter" idx="3"/>
          </p:nvPr>
        </p:nvSpPr>
        <p:spPr>
          <a:xfrm>
            <a:off x="7315200" y="6488234"/>
            <a:ext cx="4114800" cy="198318"/>
          </a:xfrm>
        </p:spPr>
        <p:txBody>
          <a:bodyPr wrap="square" lIns="0" tIns="0" rIns="0" bIns="0" rtlCol="0" anchor="ctr">
            <a:normAutofit/>
          </a:bodyPr>
          <a:lstStyle/>
          <a:p>
            <a:pPr>
              <a:spcAft>
                <a:spcPts val="600"/>
              </a:spcAft>
            </a:pPr>
            <a:r>
              <a:rPr lang="es-ES" kern="1200" dirty="0">
                <a:solidFill>
                  <a:schemeClr val="bg1"/>
                </a:solidFill>
                <a:latin typeface="+mn-lt"/>
                <a:ea typeface="+mn-ea"/>
                <a:cs typeface="+mn-cs"/>
              </a:rPr>
              <a:t>Copyright © 2023 Accenture. </a:t>
            </a:r>
            <a:r>
              <a:rPr lang="es-ES" kern="1200" dirty="0" err="1">
                <a:solidFill>
                  <a:schemeClr val="bg1"/>
                </a:solidFill>
                <a:latin typeface="+mn-lt"/>
                <a:ea typeface="+mn-ea"/>
                <a:cs typeface="+mn-cs"/>
              </a:rPr>
              <a:t>All</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rights</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reserved</a:t>
            </a:r>
            <a:r>
              <a:rPr lang="es-ES" kern="1200" dirty="0">
                <a:solidFill>
                  <a:schemeClr val="bg1"/>
                </a:solidFill>
                <a:latin typeface="+mn-lt"/>
                <a:ea typeface="+mn-ea"/>
                <a:cs typeface="+mn-cs"/>
              </a:rPr>
              <a:t>.</a:t>
            </a:r>
          </a:p>
        </p:txBody>
      </p:sp>
      <p:sp>
        <p:nvSpPr>
          <p:cNvPr id="70" name="Title 8">
            <a:extLst>
              <a:ext uri="{FF2B5EF4-FFF2-40B4-BE49-F238E27FC236}">
                <a16:creationId xmlns:a16="http://schemas.microsoft.com/office/drawing/2014/main" id="{96770A72-DC69-0907-ADF8-C3F228C3B9E6}"/>
              </a:ext>
            </a:extLst>
          </p:cNvPr>
          <p:cNvSpPr txBox="1">
            <a:spLocks/>
          </p:cNvSpPr>
          <p:nvPr/>
        </p:nvSpPr>
        <p:spPr>
          <a:xfrm>
            <a:off x="641267" y="6217505"/>
            <a:ext cx="5761038" cy="739775"/>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a:lnSpc>
                <a:spcPct val="90000"/>
              </a:lnSpc>
            </a:pPr>
            <a:r>
              <a:rPr lang="en-US" sz="2000" dirty="0">
                <a:solidFill>
                  <a:schemeClr val="bg1"/>
                </a:solidFill>
              </a:rPr>
              <a:t>Accenture</a:t>
            </a:r>
          </a:p>
        </p:txBody>
      </p:sp>
      <p:pic>
        <p:nvPicPr>
          <p:cNvPr id="6" name="Picture Placeholder 10">
            <a:extLst>
              <a:ext uri="{FF2B5EF4-FFF2-40B4-BE49-F238E27FC236}">
                <a16:creationId xmlns:a16="http://schemas.microsoft.com/office/drawing/2014/main" id="{01ACA14B-112E-B6B4-EBFC-0B3CBA6C7F4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00694" y="733213"/>
            <a:ext cx="1242948" cy="1485368"/>
          </a:xfrm>
          <a:prstGeom prst="rect">
            <a:avLst/>
          </a:prstGeom>
        </p:spPr>
      </p:pic>
      <p:pic>
        <p:nvPicPr>
          <p:cNvPr id="1026" name="Picture 2" descr="Blue Prism Certified Developer badge image. Certification. Issued by Blue Prism">
            <a:extLst>
              <a:ext uri="{FF2B5EF4-FFF2-40B4-BE49-F238E27FC236}">
                <a16:creationId xmlns:a16="http://schemas.microsoft.com/office/drawing/2014/main" id="{82FC8BD3-E0E7-3B60-E064-8384E86283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5952" y="1479050"/>
            <a:ext cx="524077" cy="52407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Blue Prism Certified Solution Designer badge image. Certification. Issued by Blue Prism">
            <a:extLst>
              <a:ext uri="{FF2B5EF4-FFF2-40B4-BE49-F238E27FC236}">
                <a16:creationId xmlns:a16="http://schemas.microsoft.com/office/drawing/2014/main" id="{778772A3-99CC-21C9-B6FE-56C20EC81B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4770" y="1471164"/>
            <a:ext cx="520634" cy="52063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icrosoft Certified: Power Platform Fundamentals badge image. Issued by Microsoft">
            <a:extLst>
              <a:ext uri="{FF2B5EF4-FFF2-40B4-BE49-F238E27FC236}">
                <a16:creationId xmlns:a16="http://schemas.microsoft.com/office/drawing/2014/main" id="{68017F86-7973-A66D-E8EB-95A172F565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33336" y="1475527"/>
            <a:ext cx="520634" cy="520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79541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meACN2">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Custom 1">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ThemeACN2" id="{C5CBB487-2795-4FA3-82FE-53D900CF3761}" vid="{C10CF5D9-D365-43EF-8820-07B68B70E83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1" ma:contentTypeDescription="Create a new document." ma:contentTypeScope="" ma:versionID="24e4c7a8421853a402df6e265f794394">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ca37c5a048a84fd67bc1e66e7d26fe3d"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e5dff9b-ec84-400a-8d4d-02e969566393">
      <Terms xmlns="http://schemas.microsoft.com/office/infopath/2007/PartnerControls"/>
    </lcf76f155ced4ddcb4097134ff3c332f>
    <TaxCatchAll xmlns="9e1adda6-93f2-443e-b0ef-40d6e1dc8c9d" xsi:nil="true"/>
  </documentManagement>
</p:properties>
</file>

<file path=customXml/itemProps1.xml><?xml version="1.0" encoding="utf-8"?>
<ds:datastoreItem xmlns:ds="http://schemas.openxmlformats.org/officeDocument/2006/customXml" ds:itemID="{00483B69-2B39-4B81-9CA0-C256032C7DBC}"/>
</file>

<file path=customXml/itemProps2.xml><?xml version="1.0" encoding="utf-8"?>
<ds:datastoreItem xmlns:ds="http://schemas.openxmlformats.org/officeDocument/2006/customXml" ds:itemID="{8D13FB34-5A1C-4C07-9505-15A13190B9D7}">
  <ds:schemaRefs>
    <ds:schemaRef ds:uri="http://schemas.microsoft.com/sharepoint/v3/contenttype/forms"/>
  </ds:schemaRefs>
</ds:datastoreItem>
</file>

<file path=customXml/itemProps3.xml><?xml version="1.0" encoding="utf-8"?>
<ds:datastoreItem xmlns:ds="http://schemas.openxmlformats.org/officeDocument/2006/customXml" ds:itemID="{25F190C0-2289-408C-859E-D9DE16203037}">
  <ds:schemaRef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http://purl.org/dc/terms/"/>
    <ds:schemaRef ds:uri="http://purl.org/dc/dcmitype/"/>
    <ds:schemaRef ds:uri="http://purl.org/dc/elements/1.1/"/>
    <ds:schemaRef ds:uri="http://schemas.microsoft.com/office/infopath/2007/PartnerControls"/>
    <ds:schemaRef ds:uri="118bdf6a-17d6-42f2-bf93-b799822b66d5"/>
    <ds:schemaRef ds:uri="3f7fa16c-f0a7-4e93-83e5-916308b974b7"/>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1073</TotalTime>
  <Words>345</Words>
  <Application>Microsoft Office PowerPoint</Application>
  <PresentationFormat>Widescreen</PresentationFormat>
  <Paragraphs>35</Paragraphs>
  <Slides>1</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10" baseType="lpstr">
      <vt:lpstr>Arial</vt:lpstr>
      <vt:lpstr>Calibri</vt:lpstr>
      <vt:lpstr>Calibri Light</vt:lpstr>
      <vt:lpstr>Graphik</vt:lpstr>
      <vt:lpstr>Graphik Black</vt:lpstr>
      <vt:lpstr>GT Sectra Fine Rg</vt:lpstr>
      <vt:lpstr>Office Theme</vt:lpstr>
      <vt:lpstr>ThemeACN2</vt:lpstr>
      <vt:lpstr>think-cell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Danibal, Sofia</dc:creator>
  <cp:lastModifiedBy>Parenti, Alan</cp:lastModifiedBy>
  <cp:revision>13</cp:revision>
  <dcterms:created xsi:type="dcterms:W3CDTF">2022-12-16T18:40:20Z</dcterms:created>
  <dcterms:modified xsi:type="dcterms:W3CDTF">2023-10-09T12:46:56Z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y fmtid="{D5CDD505-2E9C-101B-9397-08002B2CF9AE}" pid="3" name="MediaServiceImageTags">
    <vt:lpwstr/>
  </property>
</Properties>
</file>