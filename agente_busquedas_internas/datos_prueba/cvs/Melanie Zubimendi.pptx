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7"/>
  </p:notesMasterIdLst>
  <p:sldIdLst>
    <p:sldId id="20761362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4766-C1B0-42EE-A8CC-394BA0D3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FF0D8-F3F4-4176-AB73-C23367EE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C5C6-F18A-4FE4-B5A6-8992F879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C83F-DCCD-4AF2-8260-AFD253D6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342-E448-43DB-B506-CCA2BEB1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AAA1-EC0A-46E6-9332-DEDE592E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1CB-1A68-431F-9C90-D6C3E85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C8A4-426B-4BBC-9D55-8C9B2E6F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D0D-EB31-418C-89B3-04F05D0B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8A09-9162-4136-B707-9654AEB9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D170-D99D-4B74-9BF3-0D9EC0E8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96A0-89BC-4BF4-B1FB-29F4D6A3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8725-D08D-4BD6-861D-CF980D1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BB76-3E78-4B5F-9A37-CF56AFE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09EE-43E9-4EAE-AF8D-1E6092B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23-A841-46D8-813F-A90E5545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972E-06C5-42C2-B976-BC019B301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26D72-BD5B-428F-A34F-4DE2525C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07D4F-4B9E-4393-AE40-6CA92511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68A1-8045-4ADA-906F-844627D7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8E0-3EA2-4BB5-8F90-1F37180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E95-24BD-44AE-8EBE-CF734146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CFAE-BA6E-4C1D-98CF-DB46B22F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63BE9-4440-4527-BEAC-B5E31B83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C0A57-A703-4786-8811-7215CD056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5770-250D-444A-92A8-40B995B3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5BDE-59C6-4961-8DC3-3AC2ACB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A259-0BB7-45D1-8FBC-504BF9F3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A92B-AC98-4DB3-921F-303CF8D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D4E4-2D9B-4BCA-A995-8D4AEB67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F9369-0845-4C9C-91E4-41CFC4D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3F7B-3964-439D-8BFA-4F4DB9F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5A799-A788-4AA5-AD62-9737373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ED551-C51B-4D3D-86C6-C7585CB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5D5F-8D15-4922-A810-71C0529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1D0C6-BE75-4CCF-92AC-76ED5C77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D27-5B71-4953-96DB-B2F0F73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C44-D1E4-47B0-A0AE-EDAAE9DFC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DE38D-F56B-4865-B48E-DF1CE5CE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F5D0-0224-4ACA-B172-23A0BDCC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C3F-71D2-4DE3-B369-EC03DE6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87772-C12A-4786-AFBB-526AEFA0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0087-A8AD-4E19-8A44-71A37B61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789A-46D2-460F-87B8-22625C826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19932-7071-452D-91FF-2C3008DD5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40E-8FC4-4C79-9B32-B2AA72B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62E7-2704-475B-8C26-570762BE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89CB-F0C9-43E5-A742-F260581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02E-C910-4C8A-B05B-72F6B79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7636B-D181-4162-9FBC-CF172B62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F142-3B8B-43FA-86F4-F8680586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7561-6084-4FD5-87A2-8F186AA0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15C-A5DE-415D-B205-27BEDF72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A1E0-70D7-40D8-B667-3BDAAFAE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D6A9-2CB9-466C-A5C9-EBA1F37D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BCBC-878D-4F2F-9A09-B09E4A0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E3E5-28BC-4564-9051-C92E4FCD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334E-5062-4EF9-909D-07BA937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63B39-D0EC-4F45-AA3D-D0B39B9B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61E0-1F00-4058-9465-8DFE3CCBC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3CB0-1328-4CFC-811B-6316DE07C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3A1A-E8E9-4F1D-A0E4-983A98264649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EC30C-8EF3-4E47-8B26-4FAA64C1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EA07-B266-4D79-A329-C70E2F16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</a:rPr>
              <a:t>Melanie Zubimendi</a:t>
            </a: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Data Engineering Specialist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 /</a:t>
            </a:r>
            <a:r>
              <a:rPr lang="es-AR" sz="1200" dirty="0"/>
              <a:t> Data &amp;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m.zubimendi.correa@accenture.com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51146" y="0"/>
            <a:ext cx="5457217" cy="63526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882811" y="171448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5787" y="5604306"/>
            <a:ext cx="3252480" cy="6209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92833" y="2441031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 dirty="0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44764" y="2425651"/>
            <a:ext cx="3213503" cy="26014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endParaRPr lang="en-US" sz="1050" dirty="0">
              <a:latin typeface="Arial" panose="020B0604020202020204" pitchFamily="34" charset="0"/>
            </a:endParaRPr>
          </a:p>
          <a:p>
            <a:r>
              <a:rPr lang="en-US" sz="1050" dirty="0">
                <a:latin typeface="Arial" panose="020B0604020202020204" pitchFamily="34" charset="0"/>
              </a:rPr>
              <a:t>RPA developer with 2 years of experience working on Automation Anywhere platforms (v10 and v11) and 3 years of experience with Blue Prism.</a:t>
            </a:r>
          </a:p>
          <a:p>
            <a:r>
              <a:rPr lang="en-US" sz="1050" dirty="0">
                <a:latin typeface="Arial" panose="020B0604020202020204" pitchFamily="34" charset="0"/>
              </a:rPr>
              <a:t>Certified as Blue Prism Solution Designer and Developer, Automation Anywhere Advanced RPA Professional and with IQ Bot Developer, Control Room Administrator, Business Analyst and Power Platform Fundamentals credentials.</a:t>
            </a:r>
            <a:r>
              <a:rPr lang="es-AR" sz="1050" dirty="0">
                <a:latin typeface="Arial" panose="020B0604020202020204" pitchFamily="34" charset="0"/>
              </a:rPr>
              <a:t> </a:t>
            </a:r>
          </a:p>
          <a:p>
            <a:r>
              <a:rPr lang="en-US" sz="1050" dirty="0">
                <a:latin typeface="Arial" panose="020B0604020202020204" pitchFamily="34" charset="0"/>
              </a:rPr>
              <a:t>She worked developing automations for internal contracts of Accenture mostly in banking industry but also as Sr RPA Developer for mining industry, </a:t>
            </a:r>
          </a:p>
          <a:p>
            <a:r>
              <a:rPr lang="en-US" sz="1050" dirty="0">
                <a:latin typeface="Arial" panose="020B0604020202020204" pitchFamily="34" charset="0"/>
              </a:rPr>
              <a:t>Has experience working in canvas and model driven apps in Power Platform and currently working on Support for NA/LA bots developed in Automation Anywhere 360.</a:t>
            </a:r>
          </a:p>
          <a:p>
            <a:endParaRPr lang="en-US" sz="10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190332" y="2260412"/>
            <a:ext cx="2889151" cy="3183384"/>
            <a:chOff x="514289" y="1998921"/>
            <a:chExt cx="2889151" cy="318338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515662" y="1998921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</a:p>
            <a:p>
              <a:pPr marL="0" indent="0">
                <a:buNone/>
              </a:pP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514289" y="4843643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214247" y="5612899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27009" y="242529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Java, C, Python, VBA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Oracle/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SQLServer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/MySQL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AI:  </a:t>
            </a:r>
            <a:r>
              <a:rPr lang="en-US" b="0" dirty="0">
                <a:solidFill>
                  <a:schemeClr val="tx1"/>
                </a:solidFill>
                <a:latin typeface="Graphik"/>
              </a:rPr>
              <a:t>GenAI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Design thinking, Delivery and presentation, Problem solving, Agile methodologies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108758" y="5264220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 err="1">
                <a:solidFill>
                  <a:prstClr val="black"/>
                </a:solidFill>
              </a:rPr>
              <a:t>Tecnicatura</a:t>
            </a:r>
            <a:r>
              <a:rPr lang="en-US" sz="1000" dirty="0">
                <a:solidFill>
                  <a:prstClr val="black"/>
                </a:solidFill>
              </a:rPr>
              <a:t> de </a:t>
            </a:r>
            <a:r>
              <a:rPr lang="en-US" sz="1000" dirty="0" err="1">
                <a:solidFill>
                  <a:prstClr val="black"/>
                </a:solidFill>
              </a:rPr>
              <a:t>Analista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  <a:r>
              <a:rPr lang="en-US" sz="1000" dirty="0" err="1">
                <a:solidFill>
                  <a:prstClr val="black"/>
                </a:solidFill>
              </a:rPr>
              <a:t>Programador</a:t>
            </a:r>
            <a:r>
              <a:rPr lang="en-US" sz="1000" dirty="0">
                <a:solidFill>
                  <a:prstClr val="black"/>
                </a:solidFill>
              </a:rPr>
              <a:t> – in progress (UNPAZ)</a:t>
            </a:r>
            <a:endParaRPr lang="en-US" sz="1000" dirty="0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6" y="2732286"/>
            <a:ext cx="2702016" cy="1062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000" dirty="0"/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80631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(C1)</a:t>
            </a:r>
          </a:p>
          <a:p>
            <a:r>
              <a:rPr lang="en-US" dirty="0"/>
              <a:t>Spanish (Native)</a:t>
            </a:r>
          </a:p>
          <a:p>
            <a:pPr marL="0" indent="0">
              <a:buNone/>
            </a:pPr>
            <a:endParaRPr lang="en-US" dirty="0"/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3044481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Banking</a:t>
            </a:r>
          </a:p>
          <a:p>
            <a:r>
              <a:rPr lang="en-US" dirty="0"/>
              <a:t>Mining</a:t>
            </a:r>
          </a:p>
          <a:p>
            <a:r>
              <a:rPr lang="en-US" dirty="0"/>
              <a:t>Customer services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897583" y="473903"/>
            <a:ext cx="3006762" cy="58473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RPA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Jr.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Project: Accenture Internal Project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Automation Anywhere v10, IQ Bots</a:t>
            </a:r>
            <a:endParaRPr lang="en-US" sz="9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RPA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Jr. RPA Developer</a:t>
            </a:r>
            <a:endParaRPr lang="en-US" sz="900" b="0" dirty="0">
              <a:solidFill>
                <a:schemeClr val="accent6">
                  <a:lumMod val="50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Project: LATAM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Automation Anywhere v11, SAP 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RPA Developer @ 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Jr.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Project: Medios de Pagos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Blue Prism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RPA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Sr.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Project: Banking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Blue Prism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Projects: Accenture Internal Project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Python, GenAI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RPA Developer @Accenture , CHL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Sr.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Project: BHP  Mining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Automation Anywhere 360, VBA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Power Platform Developer @Accenture , CHL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Power Platform developer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Project: BHP Plataforma de Soporte técnico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Canvas apps, model driven apps, Dataverse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Power Platform Developer @Accenture , CHL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Power Platform developer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Project: BHP CAS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Canvas apps, Sharepoint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900" b="0" dirty="0"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68" name="Slide Number Placeholder 5">
            <a:extLst>
              <a:ext uri="{FF2B5EF4-FFF2-40B4-BE49-F238E27FC236}">
                <a16:creationId xmlns:a16="http://schemas.microsoft.com/office/drawing/2014/main" id="{40407413-FB81-C4CE-CBD5-376A257F75CC}"/>
              </a:ext>
            </a:extLst>
          </p:cNvPr>
          <p:cNvSpPr txBox="1">
            <a:spLocks/>
          </p:cNvSpPr>
          <p:nvPr/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800" b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2023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4" name="Picture 3" descr="A blue and white circle with white text&#10;&#10;Description automatically generated">
            <a:extLst>
              <a:ext uri="{FF2B5EF4-FFF2-40B4-BE49-F238E27FC236}">
                <a16:creationId xmlns:a16="http://schemas.microsoft.com/office/drawing/2014/main" id="{5DA84BBC-E3B4-A79C-8AD8-95053DE25A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677" y="1658929"/>
            <a:ext cx="659301" cy="659301"/>
          </a:xfrm>
          <a:prstGeom prst="rect">
            <a:avLst/>
          </a:prstGeom>
        </p:spPr>
      </p:pic>
      <p:pic>
        <p:nvPicPr>
          <p:cNvPr id="7" name="Picture 6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4CD53A2A-B786-25A9-7262-8C07ED97FD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978" y="1672976"/>
            <a:ext cx="650022" cy="679759"/>
          </a:xfrm>
          <a:prstGeom prst="rect">
            <a:avLst/>
          </a:prstGeom>
        </p:spPr>
      </p:pic>
      <p:pic>
        <p:nvPicPr>
          <p:cNvPr id="8" name="Picture 7" descr="A blue and white logo with a white star and a white banner&#10;&#10;Description automatically generated">
            <a:extLst>
              <a:ext uri="{FF2B5EF4-FFF2-40B4-BE49-F238E27FC236}">
                <a16:creationId xmlns:a16="http://schemas.microsoft.com/office/drawing/2014/main" id="{6548DE22-BD5C-400C-E2BA-EBE2C5C694E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359" y="1630242"/>
            <a:ext cx="670942" cy="705633"/>
          </a:xfrm>
          <a:prstGeom prst="rect">
            <a:avLst/>
          </a:prstGeom>
        </p:spPr>
      </p:pic>
      <p:pic>
        <p:nvPicPr>
          <p:cNvPr id="10" name="Picture 9" descr="A person taking a selfie&#10;&#10;Description automatically generated">
            <a:extLst>
              <a:ext uri="{FF2B5EF4-FFF2-40B4-BE49-F238E27FC236}">
                <a16:creationId xmlns:a16="http://schemas.microsoft.com/office/drawing/2014/main" id="{45BAF28C-C561-790A-5F13-266B8A5B00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4" y="758660"/>
            <a:ext cx="1558193" cy="1465074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F6FDBAA-1B2A-41A3-C5BF-673EDB3EE2DC}"/>
              </a:ext>
            </a:extLst>
          </p:cNvPr>
          <p:cNvSpPr txBox="1">
            <a:spLocks/>
          </p:cNvSpPr>
          <p:nvPr/>
        </p:nvSpPr>
        <p:spPr>
          <a:xfrm>
            <a:off x="9492196" y="491549"/>
            <a:ext cx="2506351" cy="845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900" dirty="0">
                <a:solidFill>
                  <a:srgbClr val="000000"/>
                </a:solidFill>
                <a:latin typeface="+mn-lt"/>
              </a:rPr>
              <a:t>RPA Support@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latin typeface="+mn-lt"/>
                <a:cs typeface="Calibri" panose="020F0502020204030204" pitchFamily="34" charset="0"/>
              </a:rPr>
              <a:t>Role Title: Sr. RPA Developer Support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Project: Mondelez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Automation Anywhere 360, Service now, SQL Server</a:t>
            </a:r>
            <a:endParaRPr lang="en-US" sz="9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>
              <a:spcAft>
                <a:spcPts val="300"/>
              </a:spcAft>
            </a:pPr>
            <a:endParaRPr lang="en-US" sz="900" b="0" dirty="0"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900" b="0" dirty="0"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  <ds:schemaRef ds:uri="0c88877e-19b1-4bb1-9a6e-cfa46a7e2bfe"/>
    <ds:schemaRef ds:uri="6554e7c6-1e7a-4761-a432-d0e1608eb871"/>
  </ds:schemaRefs>
</ds:datastoreItem>
</file>

<file path=customXml/itemProps3.xml><?xml version="1.0" encoding="utf-8"?>
<ds:datastoreItem xmlns:ds="http://schemas.openxmlformats.org/officeDocument/2006/customXml" ds:itemID="{049E6A50-C6A5-4E35-9671-F15B3EA3AA47}"/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412</Words>
  <Application>Microsoft Office PowerPoint</Application>
  <PresentationFormat>Widescreen</PresentationFormat>
  <Paragraphs>73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Graphik</vt:lpstr>
      <vt:lpstr>Graphik Black</vt:lpstr>
      <vt:lpstr>GT Sectra Fine Rg</vt:lpstr>
      <vt:lpstr>Office Theme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Danibal, Sofia</dc:creator>
  <cp:lastModifiedBy>Zubimendi Correa, Melanie</cp:lastModifiedBy>
  <cp:revision>9</cp:revision>
  <dcterms:created xsi:type="dcterms:W3CDTF">2022-12-16T18:40:20Z</dcterms:created>
  <dcterms:modified xsi:type="dcterms:W3CDTF">2024-10-16T16:30:20Z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