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theme/theme3.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0" r:id="rId4"/>
    <p:sldMasterId id="2147483760" r:id="rId5"/>
    <p:sldMasterId id="2147483812" r:id="rId6"/>
  </p:sldMasterIdLst>
  <p:notesMasterIdLst>
    <p:notesMasterId r:id="rId8"/>
  </p:notesMasterIdLst>
  <p:handoutMasterIdLst>
    <p:handoutMasterId r:id="rId9"/>
  </p:handoutMasterIdLst>
  <p:sldIdLst>
    <p:sldId id="2076136214" r:id="rId7"/>
  </p:sldIdLst>
  <p:sldSz cx="12192000" cy="6858000"/>
  <p:notesSz cx="6858000" cy="9144000"/>
  <p:custDataLst>
    <p:tags r:id="rId1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3A976B2-A720-4F04-90CE-1AE1A0908646}">
          <p14:sldIdLst>
            <p14:sldId id="2076136214"/>
          </p14:sldIdLst>
        </p14:section>
      </p14:sectionLst>
    </p:ext>
    <p:ext uri="{EFAFB233-063F-42B5-8137-9DF3F51BA10A}">
      <p15:sldGuideLst xmlns:p15="http://schemas.microsoft.com/office/powerpoint/2012/main">
        <p15:guide id="1" pos="3840" userDrawn="1">
          <p15:clr>
            <a:srgbClr val="A4A3A4"/>
          </p15:clr>
        </p15:guide>
        <p15:guide id="3" pos="3772" userDrawn="1">
          <p15:clr>
            <a:srgbClr val="A4A3A4"/>
          </p15:clr>
        </p15:guide>
        <p15:guide id="6" pos="3931" userDrawn="1">
          <p15:clr>
            <a:srgbClr val="A4A3A4"/>
          </p15:clr>
        </p15:guide>
        <p15:guide id="7" orient="horz" pos="2160">
          <p15:clr>
            <a:srgbClr val="A4A3A4"/>
          </p15:clr>
        </p15:guide>
        <p15:guide id="8" pos="59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adermann, Uta" initials="SU" lastIdx="8" clrIdx="0">
    <p:extLst>
      <p:ext uri="{19B8F6BF-5375-455C-9EA6-DF929625EA0E}">
        <p15:presenceInfo xmlns:p15="http://schemas.microsoft.com/office/powerpoint/2012/main" userId="S-1-5-21-329068152-1454471165-1417001333-4183212" providerId="AD"/>
      </p:ext>
    </p:extLst>
  </p:cmAuthor>
  <p:cmAuthor id="2" name="Habel, Till" initials="HT" lastIdx="5" clrIdx="1">
    <p:extLst>
      <p:ext uri="{19B8F6BF-5375-455C-9EA6-DF929625EA0E}">
        <p15:presenceInfo xmlns:p15="http://schemas.microsoft.com/office/powerpoint/2012/main" userId="S-1-5-21-329068152-1454471165-1417001333-76534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100FF"/>
    <a:srgbClr val="969696"/>
    <a:srgbClr val="5A5A5A"/>
    <a:srgbClr val="002266"/>
    <a:srgbClr val="FFB500"/>
    <a:srgbClr val="FFFFFF"/>
    <a:srgbClr val="000000"/>
    <a:srgbClr val="C9F3FF"/>
    <a:srgbClr val="F2F2F2"/>
    <a:srgbClr val="008CB3"/>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41" autoAdjust="0"/>
    <p:restoredTop sz="93774" autoAdjust="0"/>
  </p:normalViewPr>
  <p:slideViewPr>
    <p:cSldViewPr snapToGrid="0">
      <p:cViewPr varScale="1">
        <p:scale>
          <a:sx n="70" d="100"/>
          <a:sy n="70" d="100"/>
        </p:scale>
        <p:origin x="1008" y="72"/>
      </p:cViewPr>
      <p:guideLst>
        <p:guide pos="3840"/>
        <p:guide pos="3772"/>
        <p:guide pos="3931"/>
        <p:guide orient="horz" pos="2160"/>
        <p:guide pos="597"/>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tableStyles" Target="tableStyles.xml"/><Relationship Id="rId10"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gro, Pablo" userId="912a500f-707e-4131-b073-171f4978ac52" providerId="ADAL" clId="{3B37FEC3-75F2-45E2-84F2-5B2EB9E954A3}"/>
    <pc:docChg chg="modSld">
      <pc:chgData name="Negro, Pablo" userId="912a500f-707e-4131-b073-171f4978ac52" providerId="ADAL" clId="{3B37FEC3-75F2-45E2-84F2-5B2EB9E954A3}" dt="2024-03-21T17:14:51.154" v="4" actId="20577"/>
      <pc:docMkLst>
        <pc:docMk/>
      </pc:docMkLst>
      <pc:sldChg chg="modSp mod">
        <pc:chgData name="Negro, Pablo" userId="912a500f-707e-4131-b073-171f4978ac52" providerId="ADAL" clId="{3B37FEC3-75F2-45E2-84F2-5B2EB9E954A3}" dt="2024-03-21T17:14:51.154" v="4" actId="20577"/>
        <pc:sldMkLst>
          <pc:docMk/>
          <pc:sldMk cId="2753614254" sldId="2076136214"/>
        </pc:sldMkLst>
        <pc:spChg chg="mod">
          <ac:chgData name="Negro, Pablo" userId="912a500f-707e-4131-b073-171f4978ac52" providerId="ADAL" clId="{3B37FEC3-75F2-45E2-84F2-5B2EB9E954A3}" dt="2024-03-21T17:14:51.154" v="4" actId="20577"/>
          <ac:spMkLst>
            <pc:docMk/>
            <pc:sldMk cId="2753614254" sldId="2076136214"/>
            <ac:spMk id="67" creationId="{C6A51E4F-7155-0013-A033-1BFC0B3D9F3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FBD7333-DD87-4773-BED3-E2892A4094EE}" type="datetimeFigureOut">
              <a:rPr lang="en-US" smtClean="0">
                <a:latin typeface="Arial" panose="020B0604020202020204" pitchFamily="34" charset="0"/>
              </a:rPr>
              <a:t>3/21/2024</a:t>
            </a:fld>
            <a:endParaRPr lang="en-US">
              <a:latin typeface="Arial" panose="020B06040202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Arial" panose="020B0604020202020204" pitchFamily="34" charset="0"/>
            </a:endParaRPr>
          </a:p>
        </p:txBody>
      </p:sp>
    </p:spTree>
    <p:extLst>
      <p:ext uri="{BB962C8B-B14F-4D97-AF65-F5344CB8AC3E}">
        <p14:creationId xmlns:p14="http://schemas.microsoft.com/office/powerpoint/2010/main" val="16350446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D39D084F-DC83-4EB0-8CED-52E9AA3ECA1C}" type="datetimeFigureOut">
              <a:rPr lang="en-US" smtClean="0"/>
              <a:pPr/>
              <a:t>3/21/2024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AC157E0A-F321-48DC-AF94-681D4DCF344D}" type="slidenum">
              <a:rPr lang="en-US" smtClean="0"/>
              <a:pPr/>
              <a:t>‹#›</a:t>
            </a:fld>
            <a:endParaRPr lang="en-US"/>
          </a:p>
        </p:txBody>
      </p:sp>
    </p:spTree>
    <p:extLst>
      <p:ext uri="{BB962C8B-B14F-4D97-AF65-F5344CB8AC3E}">
        <p14:creationId xmlns:p14="http://schemas.microsoft.com/office/powerpoint/2010/main" val="3796904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157E0A-F321-48DC-AF94-681D4DCF344D}" type="slidenum">
              <a:rPr lang="en-US" smtClean="0"/>
              <a:pPr/>
              <a:t>1</a:t>
            </a:fld>
            <a:endParaRPr lang="en-US"/>
          </a:p>
        </p:txBody>
      </p:sp>
    </p:spTree>
    <p:extLst>
      <p:ext uri="{BB962C8B-B14F-4D97-AF65-F5344CB8AC3E}">
        <p14:creationId xmlns:p14="http://schemas.microsoft.com/office/powerpoint/2010/main" val="2749389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3.xml"/><Relationship Id="rId4" Type="http://schemas.openxmlformats.org/officeDocument/2006/relationships/image" Target="../media/image6.sv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Master: White">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B233544-EAA4-455F-8C8C-F9FC7D06BFAB}"/>
              </a:ext>
            </a:extLst>
          </p:cNvPr>
          <p:cNvSpPr>
            <a:spLocks noGrp="1"/>
          </p:cNvSpPr>
          <p:nvPr>
            <p:ph type="body" sz="quarter" idx="10" hasCustomPrompt="1"/>
          </p:nvPr>
        </p:nvSpPr>
        <p:spPr>
          <a:xfrm>
            <a:off x="380998" y="1744826"/>
            <a:ext cx="6435081" cy="1714500"/>
          </a:xfrm>
          <a:prstGeom prst="rect">
            <a:avLst/>
          </a:prstGeom>
        </p:spPr>
        <p:txBody>
          <a:bodyPr lIns="0" tIns="0" rIns="0" bIns="0">
            <a:noAutofit/>
          </a:bodyPr>
          <a:lstStyle>
            <a:lvl1pPr>
              <a:lnSpc>
                <a:spcPct val="70000"/>
              </a:lnSpc>
              <a:defRPr sz="6000" cap="all" baseline="0">
                <a:latin typeface="+mj-lt"/>
              </a:defRPr>
            </a:lvl1pPr>
          </a:lstStyle>
          <a:p>
            <a:pPr lvl="0"/>
            <a:r>
              <a:rPr lang="de-DE" err="1"/>
              <a:t>Presentation</a:t>
            </a:r>
            <a:r>
              <a:rPr lang="de-DE"/>
              <a:t> Title</a:t>
            </a:r>
            <a:endParaRPr lang="en-GB"/>
          </a:p>
        </p:txBody>
      </p:sp>
      <p:sp>
        <p:nvSpPr>
          <p:cNvPr id="18" name="Text Placeholder 4">
            <a:extLst>
              <a:ext uri="{FF2B5EF4-FFF2-40B4-BE49-F238E27FC236}">
                <a16:creationId xmlns:a16="http://schemas.microsoft.com/office/drawing/2014/main" id="{D6C774CE-8A51-462C-A6DA-3353B65B8EAB}"/>
              </a:ext>
            </a:extLst>
          </p:cNvPr>
          <p:cNvSpPr>
            <a:spLocks noGrp="1"/>
          </p:cNvSpPr>
          <p:nvPr>
            <p:ph type="body" sz="quarter" idx="11" hasCustomPrompt="1"/>
          </p:nvPr>
        </p:nvSpPr>
        <p:spPr>
          <a:xfrm>
            <a:off x="380998" y="3486875"/>
            <a:ext cx="6435081" cy="507831"/>
          </a:xfrm>
          <a:prstGeom prst="rect">
            <a:avLst/>
          </a:prstGeom>
        </p:spPr>
        <p:txBody>
          <a:bodyPr lIns="0" tIns="0" rIns="0" bIns="0">
            <a:noAutofit/>
          </a:bodyPr>
          <a:lstStyle>
            <a:lvl1pPr>
              <a:lnSpc>
                <a:spcPct val="70000"/>
              </a:lnSpc>
              <a:defRPr sz="3000" cap="all" baseline="0">
                <a:solidFill>
                  <a:schemeClr val="tx1"/>
                </a:solidFill>
                <a:latin typeface="+mj-lt"/>
              </a:defRPr>
            </a:lvl1pPr>
            <a:lvl2pPr>
              <a:defRPr sz="3000">
                <a:latin typeface="Graphik Black" panose="020B0A03030202060203" pitchFamily="34" charset="0"/>
              </a:defRPr>
            </a:lvl2pPr>
            <a:lvl3pPr>
              <a:defRPr sz="3000">
                <a:latin typeface="Graphik Black" panose="020B0A03030202060203" pitchFamily="34" charset="0"/>
              </a:defRPr>
            </a:lvl3pPr>
            <a:lvl4pPr>
              <a:defRPr sz="3000">
                <a:latin typeface="Graphik Black" panose="020B0A03030202060203" pitchFamily="34" charset="0"/>
              </a:defRPr>
            </a:lvl4pPr>
            <a:lvl5pPr>
              <a:defRPr sz="3000">
                <a:latin typeface="Graphik Black" panose="020B0A03030202060203" pitchFamily="34" charset="0"/>
              </a:defRPr>
            </a:lvl5pPr>
          </a:lstStyle>
          <a:p>
            <a:pPr lvl="0"/>
            <a:r>
              <a:rPr lang="en-US"/>
              <a:t>Subtitle</a:t>
            </a:r>
            <a:endParaRPr lang="en-GB"/>
          </a:p>
        </p:txBody>
      </p:sp>
    </p:spTree>
    <p:extLst>
      <p:ext uri="{BB962C8B-B14F-4D97-AF65-F5344CB8AC3E}">
        <p14:creationId xmlns:p14="http://schemas.microsoft.com/office/powerpoint/2010/main" val="2763933093"/>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mplate_English">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DBE22B4-94C9-441A-996E-23DF1FFB52FB}"/>
              </a:ext>
            </a:extLst>
          </p:cNvPr>
          <p:cNvSpPr/>
          <p:nvPr userDrawn="1"/>
        </p:nvSpPr>
        <p:spPr>
          <a:xfrm>
            <a:off x="1" y="-1"/>
            <a:ext cx="6392222" cy="20594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en-US" sz="1599" b="0" i="0" u="none" strike="noStrike" kern="1200" cap="none" spc="0" normalizeH="0" baseline="0" noProof="0">
              <a:ln>
                <a:noFill/>
              </a:ln>
              <a:solidFill>
                <a:prstClr val="white"/>
              </a:solidFill>
              <a:effectLst/>
              <a:uLnTx/>
              <a:uFillTx/>
              <a:latin typeface="Arial"/>
              <a:ea typeface="+mn-ea"/>
              <a:cs typeface="+mn-cs"/>
            </a:endParaRPr>
          </a:p>
        </p:txBody>
      </p:sp>
      <p:sp>
        <p:nvSpPr>
          <p:cNvPr id="3" name="Picture Placeholder 2">
            <a:extLst>
              <a:ext uri="{FF2B5EF4-FFF2-40B4-BE49-F238E27FC236}">
                <a16:creationId xmlns:a16="http://schemas.microsoft.com/office/drawing/2014/main" id="{181CC0BF-8C69-48FA-9821-905B5B8FAEBB}"/>
              </a:ext>
            </a:extLst>
          </p:cNvPr>
          <p:cNvSpPr>
            <a:spLocks noGrp="1"/>
          </p:cNvSpPr>
          <p:nvPr>
            <p:ph type="pic" sz="quarter" idx="15"/>
          </p:nvPr>
        </p:nvSpPr>
        <p:spPr>
          <a:xfrm>
            <a:off x="273617" y="626110"/>
            <a:ext cx="1442719" cy="1335411"/>
          </a:xfrm>
        </p:spPr>
        <p:txBody>
          <a:bodyPr/>
          <a:lstStyle/>
          <a:p>
            <a:endParaRPr lang="en-US"/>
          </a:p>
        </p:txBody>
      </p:sp>
      <p:sp>
        <p:nvSpPr>
          <p:cNvPr id="15" name="Footer Placeholder 7">
            <a:extLst>
              <a:ext uri="{FF2B5EF4-FFF2-40B4-BE49-F238E27FC236}">
                <a16:creationId xmlns:a16="http://schemas.microsoft.com/office/drawing/2014/main" id="{B8AF3E59-7034-4140-8A44-78141E815021}"/>
              </a:ext>
            </a:extLst>
          </p:cNvPr>
          <p:cNvSpPr txBox="1">
            <a:spLocks/>
          </p:cNvSpPr>
          <p:nvPr userDrawn="1"/>
        </p:nvSpPr>
        <p:spPr>
          <a:xfrm>
            <a:off x="145063" y="6589084"/>
            <a:ext cx="3164896" cy="211912"/>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2022 Accenture. All rights reserved.</a:t>
            </a:r>
          </a:p>
        </p:txBody>
      </p:sp>
      <p:sp>
        <p:nvSpPr>
          <p:cNvPr id="31" name="Freeform: Shape 30">
            <a:extLst>
              <a:ext uri="{FF2B5EF4-FFF2-40B4-BE49-F238E27FC236}">
                <a16:creationId xmlns:a16="http://schemas.microsoft.com/office/drawing/2014/main" id="{0D66BAD1-5A09-4097-906B-2A706FC0E505}"/>
              </a:ext>
            </a:extLst>
          </p:cNvPr>
          <p:cNvSpPr>
            <a:spLocks noChangeAspect="1"/>
          </p:cNvSpPr>
          <p:nvPr userDrawn="1"/>
        </p:nvSpPr>
        <p:spPr bwMode="auto">
          <a:xfrm>
            <a:off x="4569965" y="-2228"/>
            <a:ext cx="1946341" cy="1673225"/>
          </a:xfrm>
          <a:custGeom>
            <a:avLst/>
            <a:gdLst>
              <a:gd name="connsiteX0" fmla="*/ 0 w 2211700"/>
              <a:gd name="connsiteY0" fmla="*/ 0 h 1901348"/>
              <a:gd name="connsiteX1" fmla="*/ 960881 w 2211700"/>
              <a:gd name="connsiteY1" fmla="*/ 0 h 1901348"/>
              <a:gd name="connsiteX2" fmla="*/ 2211700 w 2211700"/>
              <a:gd name="connsiteY2" fmla="*/ 506353 h 1901348"/>
              <a:gd name="connsiteX3" fmla="*/ 2211700 w 2211700"/>
              <a:gd name="connsiteY3" fmla="*/ 1006015 h 1901348"/>
              <a:gd name="connsiteX4" fmla="*/ 0 w 2211700"/>
              <a:gd name="connsiteY4" fmla="*/ 1901348 h 1901348"/>
              <a:gd name="connsiteX5" fmla="*/ 0 w 2211700"/>
              <a:gd name="connsiteY5" fmla="*/ 1401686 h 1901348"/>
              <a:gd name="connsiteX6" fmla="*/ 1595366 w 2211700"/>
              <a:gd name="connsiteY6" fmla="*/ 754915 h 1901348"/>
              <a:gd name="connsiteX7" fmla="*/ 0 w 2211700"/>
              <a:gd name="connsiteY7" fmla="*/ 110681 h 190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1700" h="1901348">
                <a:moveTo>
                  <a:pt x="0" y="0"/>
                </a:moveTo>
                <a:lnTo>
                  <a:pt x="960881" y="0"/>
                </a:lnTo>
                <a:lnTo>
                  <a:pt x="2211700" y="506353"/>
                </a:lnTo>
                <a:lnTo>
                  <a:pt x="2211700" y="1006015"/>
                </a:lnTo>
                <a:lnTo>
                  <a:pt x="0" y="1901348"/>
                </a:lnTo>
                <a:lnTo>
                  <a:pt x="0" y="1401686"/>
                </a:lnTo>
                <a:lnTo>
                  <a:pt x="1595366" y="754915"/>
                </a:lnTo>
                <a:lnTo>
                  <a:pt x="0" y="110681"/>
                </a:lnTo>
                <a:close/>
              </a:path>
            </a:pathLst>
          </a:custGeom>
          <a:solidFill>
            <a:srgbClr val="CC99FF"/>
          </a:solidFill>
          <a:ln>
            <a:noFill/>
          </a:ln>
        </p:spPr>
        <p:txBody>
          <a:bodyPr vert="horz" wrap="square" lIns="91383" tIns="45691" rIns="91383" bIns="45691" numCol="1" anchor="t" anchorCtr="0" compatLnSpc="1">
            <a:prstTxWarp prst="textNoShape">
              <a:avLst/>
            </a:prstTxWarp>
            <a:noAutofit/>
          </a:bodyPr>
          <a:lstStyle/>
          <a:p>
            <a:pPr marL="0" marR="0" lvl="0" indent="0" algn="l" defTabSz="913851"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Rectangle 12">
            <a:extLst>
              <a:ext uri="{FF2B5EF4-FFF2-40B4-BE49-F238E27FC236}">
                <a16:creationId xmlns:a16="http://schemas.microsoft.com/office/drawing/2014/main" id="{1418F404-19B5-4B57-A040-19AD40173BF7}"/>
              </a:ext>
            </a:extLst>
          </p:cNvPr>
          <p:cNvSpPr>
            <a:spLocks noChangeArrowheads="1"/>
          </p:cNvSpPr>
          <p:nvPr userDrawn="1"/>
        </p:nvSpPr>
        <p:spPr bwMode="auto">
          <a:xfrm>
            <a:off x="3098529" y="2018682"/>
            <a:ext cx="2679306" cy="331501"/>
          </a:xfrm>
          <a:prstGeom prst="rect">
            <a:avLst/>
          </a:prstGeom>
          <a:noFill/>
          <a:ln w="25400" algn="ctr">
            <a:noFill/>
            <a:miter lim="800000"/>
            <a:headEnd/>
            <a:tailEnd/>
          </a:ln>
        </p:spPr>
        <p:txBody>
          <a:bodyPr wrap="square" lIns="91440" tIns="45720" rIns="91440" bIns="45720" anchor="t">
            <a:spAutoFit/>
          </a:bodyPr>
          <a:lstStyle/>
          <a:p>
            <a:pPr marL="0" marR="0" lvl="0" indent="0"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AREAS OF EXPERTISE</a:t>
            </a:r>
          </a:p>
        </p:txBody>
      </p:sp>
      <p:sp>
        <p:nvSpPr>
          <p:cNvPr id="38" name="Rectangle 12">
            <a:extLst>
              <a:ext uri="{FF2B5EF4-FFF2-40B4-BE49-F238E27FC236}">
                <a16:creationId xmlns:a16="http://schemas.microsoft.com/office/drawing/2014/main" id="{13DDC02B-51EE-44E0-BEDD-AE88AE5888A3}"/>
              </a:ext>
            </a:extLst>
          </p:cNvPr>
          <p:cNvSpPr>
            <a:spLocks noChangeArrowheads="1"/>
          </p:cNvSpPr>
          <p:nvPr userDrawn="1"/>
        </p:nvSpPr>
        <p:spPr bwMode="auto">
          <a:xfrm>
            <a:off x="6392222" y="10184"/>
            <a:ext cx="2364246"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SELECTED EXPERIENCE</a:t>
            </a:r>
            <a:endParaRPr kumimoji="0" lang="en-US" sz="1800" b="0" i="0" u="none" strike="noStrike" kern="1200" cap="none" spc="0" normalizeH="0" baseline="0" noProof="0">
              <a:ln>
                <a:noFill/>
              </a:ln>
              <a:solidFill>
                <a:srgbClr val="7030A0"/>
              </a:solidFill>
              <a:effectLst/>
              <a:uLnTx/>
              <a:uFillTx/>
              <a:latin typeface="Graphik Super" panose="020B0B03030202060203" pitchFamily="34" charset="0"/>
              <a:ea typeface="+mn-ea"/>
              <a:cs typeface="+mn-cs"/>
            </a:endParaRPr>
          </a:p>
        </p:txBody>
      </p:sp>
      <p:sp>
        <p:nvSpPr>
          <p:cNvPr id="39" name="Rectangle 38">
            <a:extLst>
              <a:ext uri="{FF2B5EF4-FFF2-40B4-BE49-F238E27FC236}">
                <a16:creationId xmlns:a16="http://schemas.microsoft.com/office/drawing/2014/main" id="{6891B2A9-4B3C-4A70-9C20-306568572CF4}"/>
              </a:ext>
            </a:extLst>
          </p:cNvPr>
          <p:cNvSpPr/>
          <p:nvPr userDrawn="1"/>
        </p:nvSpPr>
        <p:spPr>
          <a:xfrm>
            <a:off x="165383" y="2059463"/>
            <a:ext cx="2667718" cy="276999"/>
          </a:xfrm>
          <a:prstGeom prst="rect">
            <a:avLst/>
          </a:prstGeom>
        </p:spPr>
        <p:txBody>
          <a:bodyPr wrap="none">
            <a:spAutoFit/>
          </a:bodyPr>
          <a:lstStyle/>
          <a:p>
            <a:r>
              <a:rPr kumimoji="0" lang="en-US" sz="1200" b="1" i="0" u="none" strike="noStrike" kern="1200" cap="none" spc="0" normalizeH="0" baseline="0">
                <a:ln>
                  <a:noFill/>
                </a:ln>
                <a:solidFill>
                  <a:srgbClr val="7030A0"/>
                </a:solidFill>
                <a:effectLst/>
                <a:uLnTx/>
                <a:uFillTx/>
                <a:latin typeface="Graphik Super" panose="020B0B03030202060203" pitchFamily="34" charset="0"/>
                <a:ea typeface="+mn-ea"/>
                <a:cs typeface="+mn-cs"/>
              </a:rPr>
              <a:t>PROFESSIONAL BACKGROUND</a:t>
            </a:r>
          </a:p>
        </p:txBody>
      </p:sp>
      <p:cxnSp>
        <p:nvCxnSpPr>
          <p:cNvPr id="42" name="Straight Connector 41">
            <a:extLst>
              <a:ext uri="{FF2B5EF4-FFF2-40B4-BE49-F238E27FC236}">
                <a16:creationId xmlns:a16="http://schemas.microsoft.com/office/drawing/2014/main" id="{67A9885D-A32A-4F6C-952D-566AFC7BC7BC}"/>
              </a:ext>
            </a:extLst>
          </p:cNvPr>
          <p:cNvCxnSpPr>
            <a:cxnSpLocks/>
          </p:cNvCxnSpPr>
          <p:nvPr userDrawn="1"/>
        </p:nvCxnSpPr>
        <p:spPr>
          <a:xfrm>
            <a:off x="122196" y="2132513"/>
            <a:ext cx="13251" cy="4358228"/>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5" name="Text Placeholder 31">
            <a:extLst>
              <a:ext uri="{FF2B5EF4-FFF2-40B4-BE49-F238E27FC236}">
                <a16:creationId xmlns:a16="http://schemas.microsoft.com/office/drawing/2014/main" id="{F3D691ED-AD26-4C5B-A0B8-F0E39B64E481}"/>
              </a:ext>
            </a:extLst>
          </p:cNvPr>
          <p:cNvSpPr>
            <a:spLocks noGrp="1"/>
          </p:cNvSpPr>
          <p:nvPr userDrawn="1">
            <p:ph type="body" sz="quarter" idx="11" hasCustomPrompt="1"/>
          </p:nvPr>
        </p:nvSpPr>
        <p:spPr>
          <a:xfrm>
            <a:off x="168187" y="57004"/>
            <a:ext cx="6392222" cy="471774"/>
          </a:xfrm>
        </p:spPr>
        <p:txBody>
          <a:bodyPr/>
          <a:lstStyle>
            <a:lvl1pPr marL="0" indent="0">
              <a:buNone/>
              <a:defRPr sz="3600" b="1">
                <a:solidFill>
                  <a:srgbClr val="7030A0"/>
                </a:solidFill>
                <a:latin typeface="Graphik" panose="020B0503030202060203" pitchFamily="34" charset="0"/>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Name Last Name</a:t>
            </a:r>
          </a:p>
        </p:txBody>
      </p:sp>
      <p:sp>
        <p:nvSpPr>
          <p:cNvPr id="46" name="Text Placeholder 31">
            <a:extLst>
              <a:ext uri="{FF2B5EF4-FFF2-40B4-BE49-F238E27FC236}">
                <a16:creationId xmlns:a16="http://schemas.microsoft.com/office/drawing/2014/main" id="{0DC117CF-F328-48B8-9236-47C84E0A3FAA}"/>
              </a:ext>
            </a:extLst>
          </p:cNvPr>
          <p:cNvSpPr>
            <a:spLocks noGrp="1"/>
          </p:cNvSpPr>
          <p:nvPr userDrawn="1">
            <p:ph type="body" sz="quarter" idx="12" hasCustomPrompt="1"/>
          </p:nvPr>
        </p:nvSpPr>
        <p:spPr>
          <a:xfrm>
            <a:off x="1952042" y="557359"/>
            <a:ext cx="4589689" cy="365871"/>
          </a:xfrm>
        </p:spPr>
        <p:txBody>
          <a:bodyPr>
            <a:normAutofit/>
          </a:bodyPr>
          <a:lstStyle>
            <a:lvl1pPr marL="0" indent="0">
              <a:buNone/>
              <a:defRPr kumimoji="0" lang="en-US" sz="2400"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Role</a:t>
            </a:r>
          </a:p>
        </p:txBody>
      </p:sp>
      <p:sp>
        <p:nvSpPr>
          <p:cNvPr id="47" name="Text Placeholder 31">
            <a:extLst>
              <a:ext uri="{FF2B5EF4-FFF2-40B4-BE49-F238E27FC236}">
                <a16:creationId xmlns:a16="http://schemas.microsoft.com/office/drawing/2014/main" id="{FC7E85F2-52A4-4511-88B0-F2C73442A444}"/>
              </a:ext>
            </a:extLst>
          </p:cNvPr>
          <p:cNvSpPr>
            <a:spLocks noGrp="1"/>
          </p:cNvSpPr>
          <p:nvPr userDrawn="1">
            <p:ph type="body" sz="quarter" idx="13" hasCustomPrompt="1"/>
          </p:nvPr>
        </p:nvSpPr>
        <p:spPr>
          <a:xfrm>
            <a:off x="1968147" y="1327893"/>
            <a:ext cx="4573583" cy="277493"/>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Email address</a:t>
            </a:r>
          </a:p>
        </p:txBody>
      </p:sp>
      <p:sp>
        <p:nvSpPr>
          <p:cNvPr id="48" name="Text Placeholder 31">
            <a:extLst>
              <a:ext uri="{FF2B5EF4-FFF2-40B4-BE49-F238E27FC236}">
                <a16:creationId xmlns:a16="http://schemas.microsoft.com/office/drawing/2014/main" id="{FC8802FF-03E3-4495-BE0C-83F054507732}"/>
              </a:ext>
            </a:extLst>
          </p:cNvPr>
          <p:cNvSpPr>
            <a:spLocks noGrp="1"/>
          </p:cNvSpPr>
          <p:nvPr userDrawn="1">
            <p:ph type="body" sz="quarter" idx="14" hasCustomPrompt="1"/>
          </p:nvPr>
        </p:nvSpPr>
        <p:spPr>
          <a:xfrm>
            <a:off x="1952042" y="1654042"/>
            <a:ext cx="4573583" cy="307480"/>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Home location: City, Country</a:t>
            </a:r>
          </a:p>
        </p:txBody>
      </p:sp>
      <p:sp>
        <p:nvSpPr>
          <p:cNvPr id="13" name="Text Placeholder 12">
            <a:extLst>
              <a:ext uri="{FF2B5EF4-FFF2-40B4-BE49-F238E27FC236}">
                <a16:creationId xmlns:a16="http://schemas.microsoft.com/office/drawing/2014/main" id="{27D6F9E4-2287-45A1-9D25-09DDA8C090D7}"/>
              </a:ext>
            </a:extLst>
          </p:cNvPr>
          <p:cNvSpPr>
            <a:spLocks noGrp="1"/>
          </p:cNvSpPr>
          <p:nvPr userDrawn="1">
            <p:ph type="body" sz="quarter" idx="18"/>
          </p:nvPr>
        </p:nvSpPr>
        <p:spPr>
          <a:xfrm>
            <a:off x="6565375" y="406400"/>
            <a:ext cx="5504429" cy="6050539"/>
          </a:xfrm>
        </p:spPr>
        <p:txBody>
          <a:bodyPr/>
          <a:lstStyle>
            <a:lvl1pPr>
              <a:defRPr sz="1200" b="1"/>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9" name="Text Placeholder 56">
            <a:extLst>
              <a:ext uri="{FF2B5EF4-FFF2-40B4-BE49-F238E27FC236}">
                <a16:creationId xmlns:a16="http://schemas.microsoft.com/office/drawing/2014/main" id="{908FC9C2-4A4A-4293-B184-158C9D2DD04B}"/>
              </a:ext>
            </a:extLst>
          </p:cNvPr>
          <p:cNvSpPr>
            <a:spLocks noGrp="1"/>
          </p:cNvSpPr>
          <p:nvPr userDrawn="1">
            <p:ph type="body" sz="quarter" idx="19" hasCustomPrompt="1"/>
          </p:nvPr>
        </p:nvSpPr>
        <p:spPr>
          <a:xfrm>
            <a:off x="1952041" y="974294"/>
            <a:ext cx="4589689" cy="302535"/>
          </a:xfrm>
        </p:spPr>
        <p:txBody>
          <a:bodyPr anchor="ctr"/>
          <a:lstStyle>
            <a:lvl1pPr>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stStyle>
          <a:p>
            <a:r>
              <a:rPr lang="es-ES" err="1"/>
              <a:t>Major</a:t>
            </a:r>
            <a:r>
              <a:rPr lang="es-ES"/>
              <a:t> </a:t>
            </a:r>
            <a:endParaRPr lang="en-US"/>
          </a:p>
        </p:txBody>
      </p:sp>
      <p:sp>
        <p:nvSpPr>
          <p:cNvPr id="51" name="Rectangle 12">
            <a:extLst>
              <a:ext uri="{FF2B5EF4-FFF2-40B4-BE49-F238E27FC236}">
                <a16:creationId xmlns:a16="http://schemas.microsoft.com/office/drawing/2014/main" id="{DF81F04B-AB69-4A8B-A7F9-39A43C1B7AE1}"/>
              </a:ext>
            </a:extLst>
          </p:cNvPr>
          <p:cNvSpPr>
            <a:spLocks noChangeArrowheads="1"/>
          </p:cNvSpPr>
          <p:nvPr userDrawn="1"/>
        </p:nvSpPr>
        <p:spPr bwMode="auto">
          <a:xfrm>
            <a:off x="82490" y="4586627"/>
            <a:ext cx="2176694" cy="211912"/>
          </a:xfrm>
          <a:prstGeom prst="rect">
            <a:avLst/>
          </a:prstGeom>
          <a:noFill/>
          <a:ln w="25400" algn="ctr">
            <a:noFill/>
            <a:miter lim="800000"/>
            <a:headEnd/>
            <a:tailEnd/>
          </a:ln>
        </p:spPr>
        <p:txBody>
          <a:bodyPr wrap="square" lIns="179888" tIns="0" rIns="26983" bIns="26983" anchor="t">
            <a:spAutoFit/>
          </a:bodyPr>
          <a:lstStyle/>
          <a:p>
            <a:pPr marL="146021" marR="0" lvl="0" indent="-146021" algn="l" defTabSz="913851" rtl="0" eaLnBrk="0" fontAlgn="auto" latinLnBrk="0" hangingPunct="0">
              <a:lnSpc>
                <a:spcPct val="100000"/>
              </a:lnSpc>
              <a:spcBef>
                <a:spcPts val="0"/>
              </a:spcBef>
              <a:spcAft>
                <a:spcPts val="0"/>
              </a:spcAft>
              <a:buClrTx/>
              <a:buSzTx/>
              <a:buFontTx/>
              <a:buNone/>
              <a:tabLst/>
              <a:defRPr/>
            </a:pPr>
            <a:r>
              <a:rPr kumimoji="0" lang="es-AR"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SPECIALIZATIONS</a:t>
            </a:r>
            <a:endPar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endParaRPr>
          </a:p>
        </p:txBody>
      </p:sp>
      <p:sp>
        <p:nvSpPr>
          <p:cNvPr id="54" name="Rectangle 12">
            <a:extLst>
              <a:ext uri="{FF2B5EF4-FFF2-40B4-BE49-F238E27FC236}">
                <a16:creationId xmlns:a16="http://schemas.microsoft.com/office/drawing/2014/main" id="{6C494296-126C-42D3-943D-AC2F5E54E594}"/>
              </a:ext>
            </a:extLst>
          </p:cNvPr>
          <p:cNvSpPr>
            <a:spLocks noChangeArrowheads="1"/>
          </p:cNvSpPr>
          <p:nvPr userDrawn="1"/>
        </p:nvSpPr>
        <p:spPr bwMode="auto">
          <a:xfrm>
            <a:off x="3009620" y="5530107"/>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INDUSTRY</a:t>
            </a:r>
          </a:p>
        </p:txBody>
      </p:sp>
      <p:cxnSp>
        <p:nvCxnSpPr>
          <p:cNvPr id="26" name="Straight Connector 25">
            <a:extLst>
              <a:ext uri="{FF2B5EF4-FFF2-40B4-BE49-F238E27FC236}">
                <a16:creationId xmlns:a16="http://schemas.microsoft.com/office/drawing/2014/main" id="{8D7924A8-2A02-43C8-85AF-AC1F770B25F9}"/>
              </a:ext>
            </a:extLst>
          </p:cNvPr>
          <p:cNvCxnSpPr>
            <a:cxnSpLocks/>
          </p:cNvCxnSpPr>
          <p:nvPr userDrawn="1"/>
        </p:nvCxnSpPr>
        <p:spPr>
          <a:xfrm>
            <a:off x="3047449" y="2138280"/>
            <a:ext cx="13251" cy="4358228"/>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DAE5B2F-A695-4635-BE85-22746FB8F6C3}"/>
              </a:ext>
            </a:extLst>
          </p:cNvPr>
          <p:cNvCxnSpPr>
            <a:cxnSpLocks/>
          </p:cNvCxnSpPr>
          <p:nvPr userDrawn="1"/>
        </p:nvCxnSpPr>
        <p:spPr>
          <a:xfrm>
            <a:off x="6359445" y="2129629"/>
            <a:ext cx="13251" cy="4358228"/>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9" name="Rectangle 12">
            <a:extLst>
              <a:ext uri="{FF2B5EF4-FFF2-40B4-BE49-F238E27FC236}">
                <a16:creationId xmlns:a16="http://schemas.microsoft.com/office/drawing/2014/main" id="{E06497E9-679F-430D-9081-1240D8516FFE}"/>
              </a:ext>
            </a:extLst>
          </p:cNvPr>
          <p:cNvSpPr>
            <a:spLocks noChangeArrowheads="1"/>
          </p:cNvSpPr>
          <p:nvPr userDrawn="1"/>
        </p:nvSpPr>
        <p:spPr bwMode="auto">
          <a:xfrm>
            <a:off x="3009620" y="2321774"/>
            <a:ext cx="3238780" cy="266415"/>
          </a:xfrm>
          <a:prstGeom prst="rect">
            <a:avLst/>
          </a:prstGeom>
          <a:noFill/>
          <a:ln w="25400" algn="ctr">
            <a:noFill/>
            <a:miter lim="800000"/>
            <a:headEnd/>
            <a:tailEnd/>
          </a:ln>
        </p:spPr>
        <p:txBody>
          <a:bodyPr wrap="square" lIns="179888" tIns="0"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s-AR"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HARD/SOFT SKILLS &amp; TOOLS</a:t>
            </a:r>
            <a:endPar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endParaRPr>
          </a:p>
        </p:txBody>
      </p:sp>
      <p:sp>
        <p:nvSpPr>
          <p:cNvPr id="34" name="Rectangle 12">
            <a:extLst>
              <a:ext uri="{FF2B5EF4-FFF2-40B4-BE49-F238E27FC236}">
                <a16:creationId xmlns:a16="http://schemas.microsoft.com/office/drawing/2014/main" id="{F31576D1-FEDB-405C-8BC0-6F0C36D9A618}"/>
              </a:ext>
            </a:extLst>
          </p:cNvPr>
          <p:cNvSpPr>
            <a:spLocks noChangeArrowheads="1"/>
          </p:cNvSpPr>
          <p:nvPr userDrawn="1"/>
        </p:nvSpPr>
        <p:spPr bwMode="auto">
          <a:xfrm>
            <a:off x="82490" y="3429729"/>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s-AR"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EDUCATION</a:t>
            </a:r>
            <a:endPar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endParaRPr>
          </a:p>
        </p:txBody>
      </p:sp>
      <p:sp>
        <p:nvSpPr>
          <p:cNvPr id="23" name="Picture Placeholder 2">
            <a:extLst>
              <a:ext uri="{FF2B5EF4-FFF2-40B4-BE49-F238E27FC236}">
                <a16:creationId xmlns:a16="http://schemas.microsoft.com/office/drawing/2014/main" id="{5DBFF989-E3B8-4558-88C8-758F498BE429}"/>
              </a:ext>
            </a:extLst>
          </p:cNvPr>
          <p:cNvSpPr>
            <a:spLocks noGrp="1"/>
          </p:cNvSpPr>
          <p:nvPr>
            <p:ph type="pic" sz="quarter" idx="20"/>
          </p:nvPr>
        </p:nvSpPr>
        <p:spPr>
          <a:xfrm>
            <a:off x="5670863" y="5963920"/>
            <a:ext cx="979538" cy="837076"/>
          </a:xfrm>
        </p:spPr>
        <p:txBody>
          <a:bodyPr/>
          <a:lstStyle/>
          <a:p>
            <a:endParaRPr lang="en-US"/>
          </a:p>
        </p:txBody>
      </p:sp>
    </p:spTree>
    <p:extLst>
      <p:ext uri="{BB962C8B-B14F-4D97-AF65-F5344CB8AC3E}">
        <p14:creationId xmlns:p14="http://schemas.microsoft.com/office/powerpoint/2010/main" val="23330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mplate_Español">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DBE22B4-94C9-441A-996E-23DF1FFB52FB}"/>
              </a:ext>
            </a:extLst>
          </p:cNvPr>
          <p:cNvSpPr/>
          <p:nvPr userDrawn="1"/>
        </p:nvSpPr>
        <p:spPr>
          <a:xfrm>
            <a:off x="3791" y="-46505"/>
            <a:ext cx="12184418" cy="19390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es-CO" sz="1599" b="0" i="0" u="none" strike="noStrike" kern="1200" cap="none" spc="0" normalizeH="0" baseline="0" noProof="0">
              <a:ln>
                <a:noFill/>
              </a:ln>
              <a:solidFill>
                <a:prstClr val="white"/>
              </a:solidFill>
              <a:effectLst/>
              <a:uLnTx/>
              <a:uFillTx/>
              <a:latin typeface="Arial"/>
              <a:ea typeface="+mn-ea"/>
              <a:cs typeface="+mn-cs"/>
            </a:endParaRPr>
          </a:p>
        </p:txBody>
      </p:sp>
      <p:sp>
        <p:nvSpPr>
          <p:cNvPr id="3" name="Picture Placeholder 2">
            <a:extLst>
              <a:ext uri="{FF2B5EF4-FFF2-40B4-BE49-F238E27FC236}">
                <a16:creationId xmlns:a16="http://schemas.microsoft.com/office/drawing/2014/main" id="{181CC0BF-8C69-48FA-9821-905B5B8FAEBB}"/>
              </a:ext>
            </a:extLst>
          </p:cNvPr>
          <p:cNvSpPr>
            <a:spLocks noGrp="1"/>
          </p:cNvSpPr>
          <p:nvPr>
            <p:ph type="pic" sz="quarter" idx="15" hasCustomPrompt="1"/>
          </p:nvPr>
        </p:nvSpPr>
        <p:spPr>
          <a:xfrm>
            <a:off x="642938" y="88223"/>
            <a:ext cx="1336675" cy="1673225"/>
          </a:xfrm>
        </p:spPr>
        <p:txBody>
          <a:bodyPr/>
          <a:lstStyle>
            <a:lvl1pPr>
              <a:defRPr/>
            </a:lvl1pPr>
          </a:lstStyle>
          <a:p>
            <a:r>
              <a:rPr lang="es-CO" noProof="0"/>
              <a:t>Clic para adjuntar la imagen</a:t>
            </a:r>
          </a:p>
        </p:txBody>
      </p:sp>
      <p:sp>
        <p:nvSpPr>
          <p:cNvPr id="15" name="Footer Placeholder 7">
            <a:extLst>
              <a:ext uri="{FF2B5EF4-FFF2-40B4-BE49-F238E27FC236}">
                <a16:creationId xmlns:a16="http://schemas.microsoft.com/office/drawing/2014/main" id="{B8AF3E59-7034-4140-8A44-78141E815021}"/>
              </a:ext>
            </a:extLst>
          </p:cNvPr>
          <p:cNvSpPr txBox="1">
            <a:spLocks/>
          </p:cNvSpPr>
          <p:nvPr userDrawn="1"/>
        </p:nvSpPr>
        <p:spPr>
          <a:xfrm>
            <a:off x="384558" y="6517088"/>
            <a:ext cx="5711445" cy="206246"/>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2020 Accenture. All rights reserved.</a:t>
            </a:r>
          </a:p>
        </p:txBody>
      </p:sp>
      <p:sp>
        <p:nvSpPr>
          <p:cNvPr id="16" name="Slide Number Placeholder 9">
            <a:extLst>
              <a:ext uri="{FF2B5EF4-FFF2-40B4-BE49-F238E27FC236}">
                <a16:creationId xmlns:a16="http://schemas.microsoft.com/office/drawing/2014/main" id="{AEE8CA5D-8B85-43BD-926A-533776C7D0B7}"/>
              </a:ext>
            </a:extLst>
          </p:cNvPr>
          <p:cNvSpPr>
            <a:spLocks noGrp="1"/>
          </p:cNvSpPr>
          <p:nvPr>
            <p:ph type="sldNum" sz="quarter" idx="4"/>
          </p:nvPr>
        </p:nvSpPr>
        <p:spPr>
          <a:xfrm>
            <a:off x="9209312" y="6490741"/>
            <a:ext cx="2743200" cy="365125"/>
          </a:xfrm>
          <a:prstGeom prst="rect">
            <a:avLst/>
          </a:prstGeom>
        </p:spPr>
        <p:txBody>
          <a:bodyPr anchor="ctr"/>
          <a:lstStyle>
            <a:lvl1pPr algn="r">
              <a:defRPr kumimoji="0" lang="en-US" sz="1000" b="0" i="0" u="none" strike="noStrike" kern="1200" cap="none" spc="0" normalizeH="0" baseline="0" smtClean="0">
                <a:ln>
                  <a:noFill/>
                </a:ln>
                <a:solidFill>
                  <a:prstClr val="white">
                    <a:lumMod val="65000"/>
                  </a:prstClr>
                </a:solidFill>
                <a:effectLst/>
                <a:uLnTx/>
                <a:uFillTx/>
                <a:latin typeface="Arial"/>
                <a:ea typeface="+mn-ea"/>
                <a:cs typeface="+mn-cs"/>
              </a:defRPr>
            </a:lvl1pPr>
          </a:lstStyle>
          <a:p>
            <a:fld id="{4F9AC08D-23A9-440E-BCB9-AA1E9877CC38}" type="slidenum">
              <a:rPr lang="en-US" smtClean="0"/>
              <a:pPr/>
              <a:t>‹#›</a:t>
            </a:fld>
            <a:endParaRPr lang="en-US"/>
          </a:p>
        </p:txBody>
      </p:sp>
      <p:sp>
        <p:nvSpPr>
          <p:cNvPr id="31" name="Freeform: Shape 30">
            <a:extLst>
              <a:ext uri="{FF2B5EF4-FFF2-40B4-BE49-F238E27FC236}">
                <a16:creationId xmlns:a16="http://schemas.microsoft.com/office/drawing/2014/main" id="{0D66BAD1-5A09-4097-906B-2A706FC0E505}"/>
              </a:ext>
            </a:extLst>
          </p:cNvPr>
          <p:cNvSpPr>
            <a:spLocks noChangeAspect="1"/>
          </p:cNvSpPr>
          <p:nvPr userDrawn="1"/>
        </p:nvSpPr>
        <p:spPr bwMode="auto">
          <a:xfrm>
            <a:off x="9394130" y="-36778"/>
            <a:ext cx="1946341" cy="1673225"/>
          </a:xfrm>
          <a:custGeom>
            <a:avLst/>
            <a:gdLst>
              <a:gd name="connsiteX0" fmla="*/ 0 w 2211700"/>
              <a:gd name="connsiteY0" fmla="*/ 0 h 1901348"/>
              <a:gd name="connsiteX1" fmla="*/ 960881 w 2211700"/>
              <a:gd name="connsiteY1" fmla="*/ 0 h 1901348"/>
              <a:gd name="connsiteX2" fmla="*/ 2211700 w 2211700"/>
              <a:gd name="connsiteY2" fmla="*/ 506353 h 1901348"/>
              <a:gd name="connsiteX3" fmla="*/ 2211700 w 2211700"/>
              <a:gd name="connsiteY3" fmla="*/ 1006015 h 1901348"/>
              <a:gd name="connsiteX4" fmla="*/ 0 w 2211700"/>
              <a:gd name="connsiteY4" fmla="*/ 1901348 h 1901348"/>
              <a:gd name="connsiteX5" fmla="*/ 0 w 2211700"/>
              <a:gd name="connsiteY5" fmla="*/ 1401686 h 1901348"/>
              <a:gd name="connsiteX6" fmla="*/ 1595366 w 2211700"/>
              <a:gd name="connsiteY6" fmla="*/ 754915 h 1901348"/>
              <a:gd name="connsiteX7" fmla="*/ 0 w 2211700"/>
              <a:gd name="connsiteY7" fmla="*/ 110681 h 190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1700" h="1901348">
                <a:moveTo>
                  <a:pt x="0" y="0"/>
                </a:moveTo>
                <a:lnTo>
                  <a:pt x="960881" y="0"/>
                </a:lnTo>
                <a:lnTo>
                  <a:pt x="2211700" y="506353"/>
                </a:lnTo>
                <a:lnTo>
                  <a:pt x="2211700" y="1006015"/>
                </a:lnTo>
                <a:lnTo>
                  <a:pt x="0" y="1901348"/>
                </a:lnTo>
                <a:lnTo>
                  <a:pt x="0" y="1401686"/>
                </a:lnTo>
                <a:lnTo>
                  <a:pt x="1595366" y="754915"/>
                </a:lnTo>
                <a:lnTo>
                  <a:pt x="0" y="110681"/>
                </a:lnTo>
                <a:close/>
              </a:path>
            </a:pathLst>
          </a:custGeom>
          <a:solidFill>
            <a:srgbClr val="CC99FF"/>
          </a:solidFill>
          <a:ln>
            <a:noFill/>
          </a:ln>
        </p:spPr>
        <p:txBody>
          <a:bodyPr vert="horz" wrap="square" lIns="91383" tIns="45691" rIns="91383" bIns="45691" numCol="1" anchor="t" anchorCtr="0" compatLnSpc="1">
            <a:prstTxWarp prst="textNoShape">
              <a:avLst/>
            </a:prstTxWarp>
            <a:noAutofit/>
          </a:bodyPr>
          <a:lstStyle/>
          <a:p>
            <a:pPr marL="0" marR="0" lvl="0" indent="0" algn="l" defTabSz="913851" rtl="0" eaLnBrk="1" fontAlgn="auto" latinLnBrk="0" hangingPunct="1">
              <a:lnSpc>
                <a:spcPct val="100000"/>
              </a:lnSpc>
              <a:spcBef>
                <a:spcPts val="0"/>
              </a:spcBef>
              <a:spcAft>
                <a:spcPts val="0"/>
              </a:spcAft>
              <a:buClrTx/>
              <a:buSzTx/>
              <a:buFontTx/>
              <a:buNone/>
              <a:tabLst/>
              <a:defRPr/>
            </a:pPr>
            <a:endParaRPr kumimoji="0" lang="es-CO" sz="1799"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Rectangle 12">
            <a:extLst>
              <a:ext uri="{FF2B5EF4-FFF2-40B4-BE49-F238E27FC236}">
                <a16:creationId xmlns:a16="http://schemas.microsoft.com/office/drawing/2014/main" id="{1418F404-19B5-4B57-A040-19AD40173BF7}"/>
              </a:ext>
            </a:extLst>
          </p:cNvPr>
          <p:cNvSpPr>
            <a:spLocks noChangeArrowheads="1"/>
          </p:cNvSpPr>
          <p:nvPr userDrawn="1"/>
        </p:nvSpPr>
        <p:spPr bwMode="auto">
          <a:xfrm>
            <a:off x="3045244" y="2132513"/>
            <a:ext cx="2679306" cy="331501"/>
          </a:xfrm>
          <a:prstGeom prst="rect">
            <a:avLst/>
          </a:prstGeom>
          <a:noFill/>
          <a:ln w="25400" algn="ctr">
            <a:noFill/>
            <a:miter lim="800000"/>
            <a:headEnd/>
            <a:tailEnd/>
          </a:ln>
        </p:spPr>
        <p:txBody>
          <a:bodyPr wrap="square" lIns="91440" tIns="45720" rIns="91440" bIns="45720" anchor="t">
            <a:spAutoFit/>
          </a:bodyPr>
          <a:lstStyle/>
          <a:p>
            <a:pPr marL="0" marR="0" lvl="0" indent="0" algn="l" defTabSz="913851" rtl="0" eaLnBrk="0" fontAlgn="auto" latinLnBrk="0" hangingPunct="0">
              <a:lnSpc>
                <a:spcPct val="150000"/>
              </a:lnSpc>
              <a:spcBef>
                <a:spcPts val="0"/>
              </a:spcBef>
              <a:spcAft>
                <a:spcPts val="0"/>
              </a:spcAft>
              <a:buClrTx/>
              <a:buSzTx/>
              <a:buFontTx/>
              <a:buNone/>
              <a:tabLst/>
              <a:defRPr/>
            </a:pPr>
            <a:r>
              <a:rPr kumimoji="0" lang="es-CO"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ÁREAS DE CONOCIMIENTO</a:t>
            </a:r>
          </a:p>
        </p:txBody>
      </p:sp>
      <p:sp>
        <p:nvSpPr>
          <p:cNvPr id="38" name="Rectangle 12">
            <a:extLst>
              <a:ext uri="{FF2B5EF4-FFF2-40B4-BE49-F238E27FC236}">
                <a16:creationId xmlns:a16="http://schemas.microsoft.com/office/drawing/2014/main" id="{13DDC02B-51EE-44E0-BEDD-AE88AE5888A3}"/>
              </a:ext>
            </a:extLst>
          </p:cNvPr>
          <p:cNvSpPr>
            <a:spLocks noChangeArrowheads="1"/>
          </p:cNvSpPr>
          <p:nvPr userDrawn="1"/>
        </p:nvSpPr>
        <p:spPr bwMode="auto">
          <a:xfrm>
            <a:off x="5252944" y="2132513"/>
            <a:ext cx="5408559"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s-CO"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EXPERIENCIA SELECCIONADA</a:t>
            </a:r>
            <a:endParaRPr kumimoji="0" lang="es-CO" sz="1800" b="0" i="0" u="none" strike="noStrike" kern="1200" cap="none" spc="0" normalizeH="0" baseline="0" noProof="0">
              <a:ln>
                <a:noFill/>
              </a:ln>
              <a:solidFill>
                <a:srgbClr val="7030A0"/>
              </a:solidFill>
              <a:effectLst/>
              <a:uLnTx/>
              <a:uFillTx/>
              <a:latin typeface="Graphik Super" panose="020B0B03030202060203" pitchFamily="34" charset="0"/>
              <a:ea typeface="+mn-ea"/>
              <a:cs typeface="+mn-cs"/>
            </a:endParaRPr>
          </a:p>
        </p:txBody>
      </p:sp>
      <p:sp>
        <p:nvSpPr>
          <p:cNvPr id="39" name="Rectangle 38">
            <a:extLst>
              <a:ext uri="{FF2B5EF4-FFF2-40B4-BE49-F238E27FC236}">
                <a16:creationId xmlns:a16="http://schemas.microsoft.com/office/drawing/2014/main" id="{6891B2A9-4B3C-4A70-9C20-306568572CF4}"/>
              </a:ext>
            </a:extLst>
          </p:cNvPr>
          <p:cNvSpPr/>
          <p:nvPr userDrawn="1"/>
        </p:nvSpPr>
        <p:spPr>
          <a:xfrm>
            <a:off x="248824" y="2132513"/>
            <a:ext cx="1954381" cy="276999"/>
          </a:xfrm>
          <a:prstGeom prst="rect">
            <a:avLst/>
          </a:prstGeom>
        </p:spPr>
        <p:txBody>
          <a:bodyPr wrap="none">
            <a:spAutoFit/>
          </a:bodyPr>
          <a:lstStyle/>
          <a:p>
            <a:r>
              <a:rPr kumimoji="0" lang="es-CO"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PERFIL PROFESIONAL </a:t>
            </a:r>
          </a:p>
        </p:txBody>
      </p:sp>
      <p:cxnSp>
        <p:nvCxnSpPr>
          <p:cNvPr id="42" name="Straight Connector 41">
            <a:extLst>
              <a:ext uri="{FF2B5EF4-FFF2-40B4-BE49-F238E27FC236}">
                <a16:creationId xmlns:a16="http://schemas.microsoft.com/office/drawing/2014/main" id="{67A9885D-A32A-4F6C-952D-566AFC7BC7BC}"/>
              </a:ext>
            </a:extLst>
          </p:cNvPr>
          <p:cNvCxnSpPr>
            <a:cxnSpLocks/>
          </p:cNvCxnSpPr>
          <p:nvPr userDrawn="1"/>
        </p:nvCxnSpPr>
        <p:spPr>
          <a:xfrm>
            <a:off x="237237" y="2237951"/>
            <a:ext cx="0" cy="3319272"/>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3C22190-B227-49DD-8F11-48D76E075E94}"/>
              </a:ext>
            </a:extLst>
          </p:cNvPr>
          <p:cNvCxnSpPr>
            <a:cxnSpLocks/>
          </p:cNvCxnSpPr>
          <p:nvPr userDrawn="1"/>
        </p:nvCxnSpPr>
        <p:spPr>
          <a:xfrm>
            <a:off x="3079482" y="2237953"/>
            <a:ext cx="0" cy="4068000"/>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7EE7479-6552-4B10-8999-F9FFF684DA70}"/>
              </a:ext>
            </a:extLst>
          </p:cNvPr>
          <p:cNvCxnSpPr>
            <a:cxnSpLocks/>
          </p:cNvCxnSpPr>
          <p:nvPr userDrawn="1"/>
        </p:nvCxnSpPr>
        <p:spPr>
          <a:xfrm flipH="1">
            <a:off x="5311323" y="2265418"/>
            <a:ext cx="1" cy="4068000"/>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5" name="Text Placeholder 31">
            <a:extLst>
              <a:ext uri="{FF2B5EF4-FFF2-40B4-BE49-F238E27FC236}">
                <a16:creationId xmlns:a16="http://schemas.microsoft.com/office/drawing/2014/main" id="{F3D691ED-AD26-4C5B-A0B8-F0E39B64E481}"/>
              </a:ext>
            </a:extLst>
          </p:cNvPr>
          <p:cNvSpPr>
            <a:spLocks noGrp="1"/>
          </p:cNvSpPr>
          <p:nvPr userDrawn="1">
            <p:ph type="body" sz="quarter" idx="11" hasCustomPrompt="1"/>
          </p:nvPr>
        </p:nvSpPr>
        <p:spPr>
          <a:xfrm>
            <a:off x="2369005" y="59040"/>
            <a:ext cx="6541532" cy="471774"/>
          </a:xfrm>
        </p:spPr>
        <p:txBody>
          <a:bodyPr/>
          <a:lstStyle>
            <a:lvl1pPr marL="0" indent="0">
              <a:buNone/>
              <a:defRPr sz="3600" b="1">
                <a:solidFill>
                  <a:srgbClr val="7030A0"/>
                </a:solidFill>
                <a:latin typeface="Graphik" panose="020B0503030202060203" pitchFamily="34" charset="0"/>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s-CO" noProof="0"/>
              <a:t>Nombre Apellido</a:t>
            </a:r>
          </a:p>
        </p:txBody>
      </p:sp>
      <p:sp>
        <p:nvSpPr>
          <p:cNvPr id="46" name="Text Placeholder 31">
            <a:extLst>
              <a:ext uri="{FF2B5EF4-FFF2-40B4-BE49-F238E27FC236}">
                <a16:creationId xmlns:a16="http://schemas.microsoft.com/office/drawing/2014/main" id="{0DC117CF-F328-48B8-9236-47C84E0A3FAA}"/>
              </a:ext>
            </a:extLst>
          </p:cNvPr>
          <p:cNvSpPr>
            <a:spLocks noGrp="1"/>
          </p:cNvSpPr>
          <p:nvPr userDrawn="1">
            <p:ph type="body" sz="quarter" idx="12" hasCustomPrompt="1"/>
          </p:nvPr>
        </p:nvSpPr>
        <p:spPr>
          <a:xfrm>
            <a:off x="2369005" y="504446"/>
            <a:ext cx="6541532" cy="317045"/>
          </a:xfrm>
        </p:spPr>
        <p:txBody>
          <a:bodyPr>
            <a:normAutofit/>
          </a:bodyPr>
          <a:lstStyle>
            <a:lvl1pPr marL="0" indent="0">
              <a:buNone/>
              <a:defRPr kumimoji="0" lang="en-US" sz="2400"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s-CO" noProof="0"/>
              <a:t>Rol</a:t>
            </a:r>
          </a:p>
        </p:txBody>
      </p:sp>
      <p:sp>
        <p:nvSpPr>
          <p:cNvPr id="47" name="Text Placeholder 31">
            <a:extLst>
              <a:ext uri="{FF2B5EF4-FFF2-40B4-BE49-F238E27FC236}">
                <a16:creationId xmlns:a16="http://schemas.microsoft.com/office/drawing/2014/main" id="{FC7E85F2-52A4-4511-88B0-F2C73442A444}"/>
              </a:ext>
            </a:extLst>
          </p:cNvPr>
          <p:cNvSpPr>
            <a:spLocks noGrp="1"/>
          </p:cNvSpPr>
          <p:nvPr userDrawn="1">
            <p:ph type="body" sz="quarter" idx="13" hasCustomPrompt="1"/>
          </p:nvPr>
        </p:nvSpPr>
        <p:spPr>
          <a:xfrm>
            <a:off x="2369005" y="1202219"/>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s-CO" noProof="0"/>
              <a:t>Email address</a:t>
            </a:r>
          </a:p>
        </p:txBody>
      </p:sp>
      <p:sp>
        <p:nvSpPr>
          <p:cNvPr id="48" name="Text Placeholder 31">
            <a:extLst>
              <a:ext uri="{FF2B5EF4-FFF2-40B4-BE49-F238E27FC236}">
                <a16:creationId xmlns:a16="http://schemas.microsoft.com/office/drawing/2014/main" id="{FC8802FF-03E3-4495-BE0C-83F054507732}"/>
              </a:ext>
            </a:extLst>
          </p:cNvPr>
          <p:cNvSpPr>
            <a:spLocks noGrp="1"/>
          </p:cNvSpPr>
          <p:nvPr userDrawn="1">
            <p:ph type="body" sz="quarter" idx="14" hasCustomPrompt="1"/>
          </p:nvPr>
        </p:nvSpPr>
        <p:spPr>
          <a:xfrm>
            <a:off x="2369005" y="1517216"/>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s-CO" noProof="0"/>
              <a:t>Home location: City, Country</a:t>
            </a:r>
          </a:p>
        </p:txBody>
      </p:sp>
      <p:sp>
        <p:nvSpPr>
          <p:cNvPr id="5" name="Text Placeholder 4">
            <a:extLst>
              <a:ext uri="{FF2B5EF4-FFF2-40B4-BE49-F238E27FC236}">
                <a16:creationId xmlns:a16="http://schemas.microsoft.com/office/drawing/2014/main" id="{A9E78606-7DF7-4ECE-BFD6-9805E216A984}"/>
              </a:ext>
            </a:extLst>
          </p:cNvPr>
          <p:cNvSpPr>
            <a:spLocks noGrp="1"/>
          </p:cNvSpPr>
          <p:nvPr userDrawn="1">
            <p:ph type="body" sz="quarter" idx="16"/>
          </p:nvPr>
        </p:nvSpPr>
        <p:spPr>
          <a:xfrm>
            <a:off x="341211" y="2421646"/>
            <a:ext cx="2586918" cy="2983301"/>
          </a:xfrm>
        </p:spPr>
        <p:txBody>
          <a:bodyPr/>
          <a:lstStyle>
            <a:lvl1pPr>
              <a:defRPr sz="1200"/>
            </a:lvl1pPr>
            <a:lvl2pPr>
              <a:defRPr sz="1200"/>
            </a:lvl2pPr>
            <a:lvl3pPr>
              <a:defRPr sz="1200"/>
            </a:lvl3pPr>
            <a:lvl4pPr>
              <a:defRPr sz="1200"/>
            </a:lvl4pPr>
            <a:lvl5pPr>
              <a:defRPr sz="1200"/>
            </a:lvl5pPr>
          </a:lstStyle>
          <a:p>
            <a:pPr lvl="0"/>
            <a:r>
              <a:rPr lang="es-CO" noProof="0"/>
              <a:t>Click to edit Master text styles</a:t>
            </a:r>
          </a:p>
        </p:txBody>
      </p:sp>
      <p:sp>
        <p:nvSpPr>
          <p:cNvPr id="9" name="Text Placeholder 8">
            <a:extLst>
              <a:ext uri="{FF2B5EF4-FFF2-40B4-BE49-F238E27FC236}">
                <a16:creationId xmlns:a16="http://schemas.microsoft.com/office/drawing/2014/main" id="{C824ABDA-AF82-4D3F-B9B8-924763598D47}"/>
              </a:ext>
            </a:extLst>
          </p:cNvPr>
          <p:cNvSpPr>
            <a:spLocks noGrp="1"/>
          </p:cNvSpPr>
          <p:nvPr userDrawn="1">
            <p:ph type="body" sz="quarter" idx="17"/>
          </p:nvPr>
        </p:nvSpPr>
        <p:spPr>
          <a:xfrm>
            <a:off x="3231099" y="2739487"/>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s-CO" noProof="0"/>
              <a:t>Click to edit Master text styles</a:t>
            </a:r>
          </a:p>
        </p:txBody>
      </p:sp>
      <p:sp>
        <p:nvSpPr>
          <p:cNvPr id="13" name="Text Placeholder 12">
            <a:extLst>
              <a:ext uri="{FF2B5EF4-FFF2-40B4-BE49-F238E27FC236}">
                <a16:creationId xmlns:a16="http://schemas.microsoft.com/office/drawing/2014/main" id="{27D6F9E4-2287-45A1-9D25-09DDA8C090D7}"/>
              </a:ext>
            </a:extLst>
          </p:cNvPr>
          <p:cNvSpPr>
            <a:spLocks noGrp="1"/>
          </p:cNvSpPr>
          <p:nvPr userDrawn="1">
            <p:ph type="body" sz="quarter" idx="18"/>
          </p:nvPr>
        </p:nvSpPr>
        <p:spPr>
          <a:xfrm>
            <a:off x="5427750" y="2437520"/>
            <a:ext cx="6524747" cy="3916033"/>
          </a:xfrm>
        </p:spPr>
        <p:txBody>
          <a:bodyPr/>
          <a:lstStyle>
            <a:lvl1pPr>
              <a:defRPr sz="1200" b="1"/>
            </a:lvl1pPr>
            <a:lvl2pPr>
              <a:defRPr sz="1200"/>
            </a:lvl2pPr>
            <a:lvl3pPr>
              <a:defRPr sz="1200"/>
            </a:lvl3pPr>
            <a:lvl4pPr>
              <a:defRPr sz="1200"/>
            </a:lvl4pPr>
            <a:lvl5pPr>
              <a:defRPr sz="1200"/>
            </a:lvl5pPr>
          </a:lstStyle>
          <a:p>
            <a:pPr lvl="0"/>
            <a:r>
              <a:rPr lang="es-CO" noProof="0"/>
              <a:t>Click to edit Master text styles</a:t>
            </a:r>
          </a:p>
          <a:p>
            <a:pPr lvl="1"/>
            <a:r>
              <a:rPr lang="es-CO" noProof="0"/>
              <a:t>Second level</a:t>
            </a:r>
          </a:p>
        </p:txBody>
      </p:sp>
      <p:sp>
        <p:nvSpPr>
          <p:cNvPr id="49" name="Text Placeholder 56">
            <a:extLst>
              <a:ext uri="{FF2B5EF4-FFF2-40B4-BE49-F238E27FC236}">
                <a16:creationId xmlns:a16="http://schemas.microsoft.com/office/drawing/2014/main" id="{908FC9C2-4A4A-4293-B184-158C9D2DD04B}"/>
              </a:ext>
            </a:extLst>
          </p:cNvPr>
          <p:cNvSpPr>
            <a:spLocks noGrp="1"/>
          </p:cNvSpPr>
          <p:nvPr userDrawn="1">
            <p:ph type="body" sz="quarter" idx="19" hasCustomPrompt="1"/>
          </p:nvPr>
        </p:nvSpPr>
        <p:spPr>
          <a:xfrm>
            <a:off x="2369005" y="887223"/>
            <a:ext cx="6541532" cy="310896"/>
          </a:xfrm>
        </p:spPr>
        <p:txBody>
          <a:bodyPr anchor="ctr"/>
          <a:lstStyle>
            <a:lvl1pPr>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stStyle>
          <a:p>
            <a:r>
              <a:rPr lang="es-CO" noProof="0"/>
              <a:t>Major </a:t>
            </a:r>
          </a:p>
        </p:txBody>
      </p:sp>
      <p:sp>
        <p:nvSpPr>
          <p:cNvPr id="51" name="Rectangle 12">
            <a:extLst>
              <a:ext uri="{FF2B5EF4-FFF2-40B4-BE49-F238E27FC236}">
                <a16:creationId xmlns:a16="http://schemas.microsoft.com/office/drawing/2014/main" id="{DF81F04B-AB69-4A8B-A7F9-39A43C1B7AE1}"/>
              </a:ext>
            </a:extLst>
          </p:cNvPr>
          <p:cNvSpPr>
            <a:spLocks noChangeArrowheads="1"/>
          </p:cNvSpPr>
          <p:nvPr userDrawn="1"/>
        </p:nvSpPr>
        <p:spPr bwMode="auto">
          <a:xfrm>
            <a:off x="3066510" y="2421103"/>
            <a:ext cx="2176694" cy="211912"/>
          </a:xfrm>
          <a:prstGeom prst="rect">
            <a:avLst/>
          </a:prstGeom>
          <a:noFill/>
          <a:ln w="25400" algn="ctr">
            <a:noFill/>
            <a:miter lim="800000"/>
            <a:headEnd/>
            <a:tailEnd/>
          </a:ln>
        </p:spPr>
        <p:txBody>
          <a:bodyPr wrap="square" lIns="179888" tIns="0" rIns="26983" bIns="26983" anchor="t" anchorCtr="0">
            <a:noAutofit/>
          </a:bodyPr>
          <a:lstStyle/>
          <a:p>
            <a:pPr marL="146021" marR="0" lvl="0" indent="-146021" algn="l" defTabSz="913851" rtl="0" eaLnBrk="0" fontAlgn="auto" latinLnBrk="0" hangingPunct="0">
              <a:lnSpc>
                <a:spcPct val="100000"/>
              </a:lnSpc>
              <a:spcBef>
                <a:spcPts val="0"/>
              </a:spcBef>
              <a:spcAft>
                <a:spcPts val="0"/>
              </a:spcAft>
              <a:buClrTx/>
              <a:buSzTx/>
              <a:buFontTx/>
              <a:buNone/>
              <a:tabLst/>
              <a:defRPr/>
            </a:pPr>
            <a:r>
              <a:rPr kumimoji="0" lang="es-CO" sz="1200" b="1" i="0" u="none" strike="noStrike" kern="1200" cap="none" spc="0" normalizeH="0" baseline="0" noProof="0">
                <a:ln>
                  <a:noFill/>
                </a:ln>
                <a:solidFill>
                  <a:srgbClr val="000000"/>
                </a:solidFill>
                <a:effectLst/>
                <a:uLnTx/>
                <a:uFillTx/>
                <a:latin typeface="Graphik Super" panose="020B0B03030202060203" pitchFamily="34" charset="0"/>
                <a:ea typeface="+mn-ea"/>
                <a:cs typeface="+mn-cs"/>
              </a:rPr>
              <a:t>FUNCIONAL</a:t>
            </a:r>
          </a:p>
        </p:txBody>
      </p:sp>
      <p:sp>
        <p:nvSpPr>
          <p:cNvPr id="26" name="Text Placeholder 8">
            <a:extLst>
              <a:ext uri="{FF2B5EF4-FFF2-40B4-BE49-F238E27FC236}">
                <a16:creationId xmlns:a16="http://schemas.microsoft.com/office/drawing/2014/main" id="{7DCDD220-FD2A-412B-830F-C6A5F46C86D4}"/>
              </a:ext>
            </a:extLst>
          </p:cNvPr>
          <p:cNvSpPr>
            <a:spLocks noGrp="1"/>
          </p:cNvSpPr>
          <p:nvPr userDrawn="1">
            <p:ph type="body" sz="quarter" idx="20"/>
          </p:nvPr>
        </p:nvSpPr>
        <p:spPr>
          <a:xfrm>
            <a:off x="3255677" y="4900148"/>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n-US"/>
              <a:t>Click to edit Master text styles</a:t>
            </a:r>
          </a:p>
        </p:txBody>
      </p:sp>
      <p:sp>
        <p:nvSpPr>
          <p:cNvPr id="27" name="Rectangle 12">
            <a:extLst>
              <a:ext uri="{FF2B5EF4-FFF2-40B4-BE49-F238E27FC236}">
                <a16:creationId xmlns:a16="http://schemas.microsoft.com/office/drawing/2014/main" id="{5A637F3C-BD10-4E01-B648-8CE5AFBAFDDE}"/>
              </a:ext>
            </a:extLst>
          </p:cNvPr>
          <p:cNvSpPr>
            <a:spLocks noChangeArrowheads="1"/>
          </p:cNvSpPr>
          <p:nvPr userDrawn="1"/>
        </p:nvSpPr>
        <p:spPr bwMode="auto">
          <a:xfrm>
            <a:off x="3066510" y="4553767"/>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INDUSTRIA</a:t>
            </a:r>
          </a:p>
        </p:txBody>
      </p:sp>
    </p:spTree>
    <p:extLst>
      <p:ext uri="{BB962C8B-B14F-4D97-AF65-F5344CB8AC3E}">
        <p14:creationId xmlns:p14="http://schemas.microsoft.com/office/powerpoint/2010/main" val="2381926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5" name="Picture 4" descr="Shape, background pattern&#10;&#10;Description automatically generated">
            <a:extLst>
              <a:ext uri="{FF2B5EF4-FFF2-40B4-BE49-F238E27FC236}">
                <a16:creationId xmlns:a16="http://schemas.microsoft.com/office/drawing/2014/main" id="{79E0B481-9E2B-407E-9ADA-E67AAEFC289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24184" y="1253518"/>
            <a:ext cx="4165600" cy="4572000"/>
          </a:xfrm>
          <a:prstGeom prst="rect">
            <a:avLst/>
          </a:prstGeom>
        </p:spPr>
      </p:pic>
      <p:pic>
        <p:nvPicPr>
          <p:cNvPr id="6" name="Graphic 7">
            <a:extLst>
              <a:ext uri="{FF2B5EF4-FFF2-40B4-BE49-F238E27FC236}">
                <a16:creationId xmlns:a16="http://schemas.microsoft.com/office/drawing/2014/main" id="{2DD3BE25-2391-4F9A-B346-0A143EB60B5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502216" y="556663"/>
            <a:ext cx="1686444" cy="445738"/>
          </a:xfrm>
          <a:prstGeom prst="rect">
            <a:avLst/>
          </a:prstGeom>
        </p:spPr>
      </p:pic>
      <p:sp>
        <p:nvSpPr>
          <p:cNvPr id="7" name="Rectangle 6">
            <a:extLst>
              <a:ext uri="{FF2B5EF4-FFF2-40B4-BE49-F238E27FC236}">
                <a16:creationId xmlns:a16="http://schemas.microsoft.com/office/drawing/2014/main" id="{A0007D88-2012-4019-9DA3-C6BF5D140B74}"/>
              </a:ext>
            </a:extLst>
          </p:cNvPr>
          <p:cNvSpPr/>
          <p:nvPr userDrawn="1"/>
        </p:nvSpPr>
        <p:spPr>
          <a:xfrm>
            <a:off x="7873034" y="6074817"/>
            <a:ext cx="3816750" cy="307777"/>
          </a:xfrm>
          <a:prstGeom prst="rect">
            <a:avLst/>
          </a:prstGeom>
        </p:spPr>
        <p:txBody>
          <a:bodyPr wrap="none" lIns="0" tIns="0" rIns="0" bIns="0">
            <a:spAutoFit/>
          </a:bodyPr>
          <a:lstStyle/>
          <a:p>
            <a:r>
              <a:rPr lang="en-US" sz="2000" b="0" i="0">
                <a:latin typeface="Graphik" panose="020B0503030202060203" pitchFamily="34" charset="77"/>
              </a:rPr>
              <a:t>Accenture Applied Intelligence</a:t>
            </a:r>
          </a:p>
        </p:txBody>
      </p:sp>
      <p:sp>
        <p:nvSpPr>
          <p:cNvPr id="8" name="Footer Placeholder 7">
            <a:extLst>
              <a:ext uri="{FF2B5EF4-FFF2-40B4-BE49-F238E27FC236}">
                <a16:creationId xmlns:a16="http://schemas.microsoft.com/office/drawing/2014/main" id="{D0FE8FC5-AA00-4A5A-99FA-F9A41C0D094A}"/>
              </a:ext>
            </a:extLst>
          </p:cNvPr>
          <p:cNvSpPr txBox="1">
            <a:spLocks/>
          </p:cNvSpPr>
          <p:nvPr userDrawn="1"/>
        </p:nvSpPr>
        <p:spPr>
          <a:xfrm>
            <a:off x="145063" y="6589084"/>
            <a:ext cx="3164896" cy="211912"/>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2022 Accenture. All rights reserved.</a:t>
            </a:r>
          </a:p>
        </p:txBody>
      </p:sp>
    </p:spTree>
    <p:extLst>
      <p:ext uri="{BB962C8B-B14F-4D97-AF65-F5344CB8AC3E}">
        <p14:creationId xmlns:p14="http://schemas.microsoft.com/office/powerpoint/2010/main" val="146427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alutation-GTS cente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Insert Salutation</a:t>
            </a:r>
            <a:endParaRPr lang="en-US"/>
          </a:p>
        </p:txBody>
      </p:sp>
      <p:sp>
        <p:nvSpPr>
          <p:cNvPr id="7" name="TextBox 6">
            <a:extLst>
              <a:ext uri="{FF2B5EF4-FFF2-40B4-BE49-F238E27FC236}">
                <a16:creationId xmlns:a16="http://schemas.microsoft.com/office/drawing/2014/main" id="{35F21F7E-CEFA-4A8F-862E-8631C40CEA2C}"/>
              </a:ext>
            </a:extLst>
          </p:cNvPr>
          <p:cNvSpPr txBox="1"/>
          <p:nvPr/>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sp>
        <p:nvSpPr>
          <p:cNvPr id="10" name="GTS_WH" descr="Accenture Greater Than symbol in white">
            <a:extLst>
              <a:ext uri="{FF2B5EF4-FFF2-40B4-BE49-F238E27FC236}">
                <a16:creationId xmlns:a16="http://schemas.microsoft.com/office/drawing/2014/main" id="{494AA491-F1F8-4D38-B722-DB2F38B198B8}"/>
              </a:ext>
            </a:extLst>
          </p:cNvPr>
          <p:cNvSpPr>
            <a:spLocks noChangeAspect="1"/>
          </p:cNvSpPr>
          <p:nvPr/>
        </p:nvSpPr>
        <p:spPr bwMode="black">
          <a:xfrm>
            <a:off x="5779386" y="5382386"/>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00289628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guide id="2" pos="3840">
          <p15:clr>
            <a:srgbClr val="C35EA4"/>
          </p15:clr>
        </p15:guide>
        <p15:guide id="3" orient="horz" pos="3608">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alutation-Logo cente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Insert Salutation</a:t>
            </a:r>
            <a:endParaRPr lang="en-US"/>
          </a:p>
        </p:txBody>
      </p:sp>
      <p:sp>
        <p:nvSpPr>
          <p:cNvPr id="11" name="TextBox 10">
            <a:extLst>
              <a:ext uri="{FF2B5EF4-FFF2-40B4-BE49-F238E27FC236}">
                <a16:creationId xmlns:a16="http://schemas.microsoft.com/office/drawing/2014/main" id="{0B104FBB-E799-42A8-A4FA-483DC489523D}"/>
              </a:ext>
            </a:extLst>
          </p:cNvPr>
          <p:cNvSpPr txBox="1"/>
          <p:nvPr/>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grpSp>
        <p:nvGrpSpPr>
          <p:cNvPr id="12" name="Logo_WH" descr="Accenture logo in white">
            <a:extLst>
              <a:ext uri="{FF2B5EF4-FFF2-40B4-BE49-F238E27FC236}">
                <a16:creationId xmlns:a16="http://schemas.microsoft.com/office/drawing/2014/main" id="{0D82E30B-4E95-4B73-9014-71990AE21DBE}"/>
              </a:ext>
            </a:extLst>
          </p:cNvPr>
          <p:cNvGrpSpPr>
            <a:grpSpLocks noChangeAspect="1"/>
          </p:cNvGrpSpPr>
          <p:nvPr/>
        </p:nvGrpSpPr>
        <p:grpSpPr bwMode="black">
          <a:xfrm>
            <a:off x="5154167" y="5374201"/>
            <a:ext cx="1883664" cy="496247"/>
            <a:chOff x="1561" y="187"/>
            <a:chExt cx="4536" cy="1195"/>
          </a:xfrm>
        </p:grpSpPr>
        <p:sp>
          <p:nvSpPr>
            <p:cNvPr id="13" name="Freeform 5">
              <a:extLst>
                <a:ext uri="{FF2B5EF4-FFF2-40B4-BE49-F238E27FC236}">
                  <a16:creationId xmlns:a16="http://schemas.microsoft.com/office/drawing/2014/main" id="{008CD909-AC78-4980-BB04-8608F18CDC22}"/>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8B5D8E88-5919-40A0-A4A4-2E6587AD6874}"/>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684553406"/>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98">
          <p15:clr>
            <a:srgbClr val="C35EA4"/>
          </p15:clr>
        </p15:guide>
        <p15:guide id="2" pos="3840">
          <p15:clr>
            <a:srgbClr val="C35EA4"/>
          </p15:clr>
        </p15:guide>
        <p15:guide id="3" orient="horz" pos="2160">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alutation-GTS Keyline">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7882D0-879F-974F-B35F-EE91948B7FE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bwMode="black">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320519741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alutation-GTS left-image bkgnd">
    <p:bg>
      <p:bgPr>
        <a:solidFill>
          <a:schemeClr val="accent3"/>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3E7551B-7F86-46D2-A90B-DF5CC30BDFD8}"/>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
        <p:nvSpPr>
          <p:cNvPr id="6" name="GTS_WH" descr="Accenture Greater Than symbol in white">
            <a:extLst>
              <a:ext uri="{FF2B5EF4-FFF2-40B4-BE49-F238E27FC236}">
                <a16:creationId xmlns:a16="http://schemas.microsoft.com/office/drawing/2014/main" id="{5820492B-C4D2-42F2-B2B8-CB1CE70F894B}"/>
              </a:ext>
            </a:extLst>
          </p:cNvPr>
          <p:cNvSpPr>
            <a:spLocks noChangeAspect="1"/>
          </p:cNvSpPr>
          <p:nvPr/>
        </p:nvSpPr>
        <p:spPr bwMode="black">
          <a:xfrm>
            <a:off x="380999" y="5607812"/>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1073411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 Black1">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67CB869-86C7-4B5D-B21D-C7104400ECFC}"/>
              </a:ext>
            </a:extLst>
          </p:cNvPr>
          <p:cNvSpPr/>
          <p:nvPr/>
        </p:nvSpPr>
        <p:spPr bwMode="blackGray">
          <a:xfrm>
            <a:off x="0" y="0"/>
            <a:ext cx="12192000" cy="6858000"/>
          </a:xfrm>
          <a:prstGeom prst="rect">
            <a:avLst/>
          </a:prstGeom>
          <a:gradFill flip="none" rotWithShape="1">
            <a:gsLst>
              <a:gs pos="0">
                <a:schemeClr val="bg1">
                  <a:alpha val="55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97101C55-360F-4A30-88C9-2A386C411EE3}"/>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4622800" y="0"/>
            <a:ext cx="7188200" cy="6858000"/>
          </a:xfrm>
          <a:prstGeom prst="rect">
            <a:avLst/>
          </a:prstGeom>
        </p:spPr>
      </p:pic>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0" y="5282245"/>
            <a:ext cx="3102015"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0" y="5527522"/>
            <a:ext cx="3102015" cy="784378"/>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4" name="Title 1">
            <a:extLst>
              <a:ext uri="{FF2B5EF4-FFF2-40B4-BE49-F238E27FC236}">
                <a16:creationId xmlns:a16="http://schemas.microsoft.com/office/drawing/2014/main" id="{F0772B66-01D8-4BE7-AE8E-C64CA1CF2666}"/>
              </a:ext>
            </a:extLst>
          </p:cNvPr>
          <p:cNvSpPr>
            <a:spLocks noGrp="1"/>
          </p:cNvSpPr>
          <p:nvPr>
            <p:ph type="ctrTitle" hasCustomPrompt="1"/>
          </p:nvPr>
        </p:nvSpPr>
        <p:spPr>
          <a:xfrm>
            <a:off x="381001" y="1429154"/>
            <a:ext cx="5152292" cy="2255710"/>
          </a:xfrm>
        </p:spPr>
        <p:txBody>
          <a:bodyPr anchor="b"/>
          <a:lstStyle>
            <a:lvl1pPr algn="l">
              <a:lnSpc>
                <a:spcPct val="90000"/>
              </a:lnSpc>
              <a:defRPr sz="4800">
                <a:solidFill>
                  <a:schemeClr val="tx1"/>
                </a:solidFill>
              </a:defRPr>
            </a:lvl1pPr>
          </a:lstStyle>
          <a:p>
            <a:r>
              <a:rPr lang="en-US"/>
              <a:t>Place presentation title here 48pt</a:t>
            </a:r>
          </a:p>
        </p:txBody>
      </p:sp>
      <p:sp>
        <p:nvSpPr>
          <p:cNvPr id="19" name="Text Placeholder 15">
            <a:extLst>
              <a:ext uri="{FF2B5EF4-FFF2-40B4-BE49-F238E27FC236}">
                <a16:creationId xmlns:a16="http://schemas.microsoft.com/office/drawing/2014/main" id="{BC9F1450-A172-44DF-9DE8-E6487649728B}"/>
              </a:ext>
            </a:extLst>
          </p:cNvPr>
          <p:cNvSpPr>
            <a:spLocks noGrp="1"/>
          </p:cNvSpPr>
          <p:nvPr>
            <p:ph type="body" sz="quarter" idx="13" hasCustomPrompt="1"/>
          </p:nvPr>
        </p:nvSpPr>
        <p:spPr>
          <a:xfrm>
            <a:off x="381001" y="3871190"/>
            <a:ext cx="5152292" cy="1092846"/>
          </a:xfrm>
        </p:spPr>
        <p:txBody>
          <a:bodyPr vert="horz" lIns="0" tIns="0" rIns="0" bIns="0" rtlCol="0">
            <a:noAutofit/>
          </a:bodyPr>
          <a:lstStyle>
            <a:lvl1pPr marL="0" indent="0" algn="l">
              <a:lnSpc>
                <a:spcPct val="90000"/>
              </a:lnSpc>
              <a:buNone/>
              <a:defRPr lang="en-US" sz="2400" b="0" i="0" kern="1200" spc="0" dirty="0">
                <a:solidFill>
                  <a:schemeClr val="tx1"/>
                </a:solidFill>
                <a:latin typeface="Palatino Linotype" panose="02040502050505030304" pitchFamily="18" charset="0"/>
                <a:ea typeface="+mn-ea"/>
                <a:cs typeface="+mn-cs"/>
              </a:defRPr>
            </a:lvl1pPr>
            <a:lvl2pPr marL="0" algn="ctr">
              <a:lnSpc>
                <a:spcPct val="90000"/>
              </a:lnSpc>
              <a:spcAft>
                <a:spcPts val="600"/>
              </a:spcAft>
              <a:defRPr lang="en-US" sz="2400" dirty="0" smtClean="0">
                <a:solidFill>
                  <a:srgbClr val="E6DCFF"/>
                </a:solidFill>
                <a:latin typeface="Palatino Linotype" panose="00000500000000000000" pitchFamily="50" charset="0"/>
              </a:defRPr>
            </a:lvl2pPr>
            <a:lvl3pPr marL="0" algn="ctr">
              <a:lnSpc>
                <a:spcPct val="90000"/>
              </a:lnSpc>
              <a:spcAft>
                <a:spcPts val="600"/>
              </a:spcAft>
              <a:defRPr lang="en-US" sz="2400" dirty="0" smtClean="0">
                <a:solidFill>
                  <a:srgbClr val="E6DCFF"/>
                </a:solidFill>
                <a:latin typeface="Palatino Linotype" panose="00000500000000000000" pitchFamily="50" charset="0"/>
              </a:defRPr>
            </a:lvl3pPr>
            <a:lvl4pPr marL="0" algn="ctr">
              <a:lnSpc>
                <a:spcPct val="90000"/>
              </a:lnSpc>
              <a:spcAft>
                <a:spcPts val="600"/>
              </a:spcAft>
              <a:defRPr lang="en-US" sz="2400" dirty="0" smtClean="0">
                <a:solidFill>
                  <a:srgbClr val="E6DCFF"/>
                </a:solidFill>
                <a:latin typeface="Palatino Linotype" panose="00000500000000000000" pitchFamily="50" charset="0"/>
              </a:defRPr>
            </a:lvl4pPr>
            <a:lvl5pPr marL="0" algn="ctr">
              <a:lnSpc>
                <a:spcPct val="90000"/>
              </a:lnSpc>
              <a:spcAft>
                <a:spcPts val="600"/>
              </a:spcAft>
              <a:defRPr lang="en-US" sz="2400" dirty="0">
                <a:solidFill>
                  <a:srgbClr val="E6DCFF"/>
                </a:solidFill>
                <a:latin typeface="Palatino Linotype" panose="00000500000000000000" pitchFamily="50" charset="0"/>
              </a:defRPr>
            </a:lvl5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endParaRPr lang="en-US"/>
          </a:p>
        </p:txBody>
      </p:sp>
      <p:sp>
        <p:nvSpPr>
          <p:cNvPr id="3" name="TextBox 2">
            <a:extLst>
              <a:ext uri="{FF2B5EF4-FFF2-40B4-BE49-F238E27FC236}">
                <a16:creationId xmlns:a16="http://schemas.microsoft.com/office/drawing/2014/main" id="{201D1C16-1E67-46BA-A7F0-31738E52069F}"/>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Tree>
    <p:extLst>
      <p:ext uri="{BB962C8B-B14F-4D97-AF65-F5344CB8AC3E}">
        <p14:creationId xmlns:p14="http://schemas.microsoft.com/office/powerpoint/2010/main" val="173288011"/>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Black2">
    <p:bg>
      <p:bgPr>
        <a:solidFill>
          <a:schemeClr val="accent3"/>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A764EB37-3299-4AEF-9398-9D9C84AB73F2}"/>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15" name="Date Placeholder 10">
            <a:extLst>
              <a:ext uri="{FF2B5EF4-FFF2-40B4-BE49-F238E27FC236}">
                <a16:creationId xmlns:a16="http://schemas.microsoft.com/office/drawing/2014/main" id="{C1D8BA10-E028-4E4B-A19C-12B864B01021}"/>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7" name="Text Placeholder 16">
            <a:extLst>
              <a:ext uri="{FF2B5EF4-FFF2-40B4-BE49-F238E27FC236}">
                <a16:creationId xmlns:a16="http://schemas.microsoft.com/office/drawing/2014/main" id="{A09D55F2-CAE5-4C0F-8D54-A28CECDB9398}"/>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9" name="Text Placeholder 15">
            <a:extLst>
              <a:ext uri="{FF2B5EF4-FFF2-40B4-BE49-F238E27FC236}">
                <a16:creationId xmlns:a16="http://schemas.microsoft.com/office/drawing/2014/main" id="{3AA97401-81EE-4280-A94C-955E96B00594}"/>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Palatino Linotype" panose="02040502050505030304" pitchFamily="18" charset="0"/>
              </a:defRPr>
            </a:lvl1pPr>
            <a:lvl2pPr marL="0" algn="ctr">
              <a:lnSpc>
                <a:spcPct val="90000"/>
              </a:lnSpc>
              <a:spcAft>
                <a:spcPts val="600"/>
              </a:spcAft>
              <a:defRPr lang="en-US" sz="2400" dirty="0" smtClean="0">
                <a:solidFill>
                  <a:srgbClr val="E6DCFF"/>
                </a:solidFill>
                <a:latin typeface="Palatino Linotype" panose="00000500000000000000" pitchFamily="50" charset="0"/>
              </a:defRPr>
            </a:lvl2pPr>
            <a:lvl3pPr marL="0" algn="ctr">
              <a:lnSpc>
                <a:spcPct val="90000"/>
              </a:lnSpc>
              <a:spcAft>
                <a:spcPts val="600"/>
              </a:spcAft>
              <a:defRPr lang="en-US" sz="2400" dirty="0" smtClean="0">
                <a:solidFill>
                  <a:srgbClr val="E6DCFF"/>
                </a:solidFill>
                <a:latin typeface="Palatino Linotype" panose="00000500000000000000" pitchFamily="50" charset="0"/>
              </a:defRPr>
            </a:lvl3pPr>
            <a:lvl4pPr marL="0" algn="ctr">
              <a:lnSpc>
                <a:spcPct val="90000"/>
              </a:lnSpc>
              <a:spcAft>
                <a:spcPts val="600"/>
              </a:spcAft>
              <a:defRPr lang="en-US" sz="2400" dirty="0" smtClean="0">
                <a:solidFill>
                  <a:srgbClr val="E6DCFF"/>
                </a:solidFill>
                <a:latin typeface="Palatino Linotype" panose="00000500000000000000" pitchFamily="50" charset="0"/>
              </a:defRPr>
            </a:lvl4pPr>
            <a:lvl5pPr marL="0" algn="ctr">
              <a:lnSpc>
                <a:spcPct val="90000"/>
              </a:lnSpc>
              <a:spcAft>
                <a:spcPts val="600"/>
              </a:spcAft>
              <a:defRPr lang="en-US" sz="2400" dirty="0">
                <a:solidFill>
                  <a:srgbClr val="E6DCFF"/>
                </a:solidFill>
                <a:latin typeface="Palatino Linotype" panose="00000500000000000000" pitchFamily="50" charset="0"/>
              </a:defRPr>
            </a:lvl5pPr>
          </a:lstStyle>
          <a:p>
            <a:pPr marL="228600" lvl="0" indent="-228600" defTabSz="914400">
              <a:spcAft>
                <a:spcPts val="0"/>
              </a:spcAft>
            </a:pPr>
            <a:r>
              <a:rPr lang="en-GB"/>
              <a:t>Place subtitle here in Palatino Linotype 24pt</a:t>
            </a:r>
          </a:p>
        </p:txBody>
      </p:sp>
      <p:sp>
        <p:nvSpPr>
          <p:cNvPr id="4" name="TextBox 3">
            <a:extLst>
              <a:ext uri="{FF2B5EF4-FFF2-40B4-BE49-F238E27FC236}">
                <a16:creationId xmlns:a16="http://schemas.microsoft.com/office/drawing/2014/main" id="{8DDC0C86-80A9-481C-A2D5-6F509B89192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8" name="GTS_WH" descr="Accenture Greater Than symbol in white">
            <a:extLst>
              <a:ext uri="{FF2B5EF4-FFF2-40B4-BE49-F238E27FC236}">
                <a16:creationId xmlns:a16="http://schemas.microsoft.com/office/drawing/2014/main" id="{C703F910-26EC-4B07-B522-B28DEB82C3EA}"/>
              </a:ext>
            </a:extLst>
          </p:cNvPr>
          <p:cNvSpPr>
            <a:spLocks noChangeAspect="1"/>
          </p:cNvSpPr>
          <p:nvPr/>
        </p:nvSpPr>
        <p:spPr bwMode="black">
          <a:xfrm>
            <a:off x="5779386" y="5382386"/>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5923328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05">
          <p15:clr>
            <a:srgbClr val="C35EA4"/>
          </p15:clr>
        </p15:guide>
        <p15:guide id="2" pos="3840">
          <p15:clr>
            <a:srgbClr val="C35E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Black3">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55EA4F-E473-41EF-9E00-3D69D5F1AE67}"/>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6" name="Date Placeholder 10">
            <a:extLst>
              <a:ext uri="{FF2B5EF4-FFF2-40B4-BE49-F238E27FC236}">
                <a16:creationId xmlns:a16="http://schemas.microsoft.com/office/drawing/2014/main" id="{0AF5D71E-5FA3-4080-B28F-B3110AB34D48}"/>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7" name="Text Placeholder 16">
            <a:extLst>
              <a:ext uri="{FF2B5EF4-FFF2-40B4-BE49-F238E27FC236}">
                <a16:creationId xmlns:a16="http://schemas.microsoft.com/office/drawing/2014/main" id="{51481AAC-1471-4278-A104-D559B82B527A}"/>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6" name="Text Placeholder 15">
            <a:extLst>
              <a:ext uri="{FF2B5EF4-FFF2-40B4-BE49-F238E27FC236}">
                <a16:creationId xmlns:a16="http://schemas.microsoft.com/office/drawing/2014/main" id="{0BEB3B30-172A-47BC-8F00-43F601E1F872}"/>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Palatino Linotype" panose="02040502050505030304" pitchFamily="18" charset="0"/>
              </a:defRPr>
            </a:lvl1pPr>
            <a:lvl2pPr marL="0" algn="ctr">
              <a:lnSpc>
                <a:spcPct val="90000"/>
              </a:lnSpc>
              <a:spcAft>
                <a:spcPts val="600"/>
              </a:spcAft>
              <a:defRPr lang="en-US" sz="2400" dirty="0" smtClean="0">
                <a:solidFill>
                  <a:srgbClr val="E6DCFF"/>
                </a:solidFill>
                <a:latin typeface="Palatino Linotype" panose="00000500000000000000" pitchFamily="50" charset="0"/>
              </a:defRPr>
            </a:lvl2pPr>
            <a:lvl3pPr marL="0" algn="ctr">
              <a:lnSpc>
                <a:spcPct val="90000"/>
              </a:lnSpc>
              <a:spcAft>
                <a:spcPts val="600"/>
              </a:spcAft>
              <a:defRPr lang="en-US" sz="2400" dirty="0" smtClean="0">
                <a:solidFill>
                  <a:srgbClr val="E6DCFF"/>
                </a:solidFill>
                <a:latin typeface="Palatino Linotype" panose="00000500000000000000" pitchFamily="50" charset="0"/>
              </a:defRPr>
            </a:lvl3pPr>
            <a:lvl4pPr marL="0" algn="ctr">
              <a:lnSpc>
                <a:spcPct val="90000"/>
              </a:lnSpc>
              <a:spcAft>
                <a:spcPts val="600"/>
              </a:spcAft>
              <a:defRPr lang="en-US" sz="2400" dirty="0" smtClean="0">
                <a:solidFill>
                  <a:srgbClr val="E6DCFF"/>
                </a:solidFill>
                <a:latin typeface="Palatino Linotype" panose="00000500000000000000" pitchFamily="50" charset="0"/>
              </a:defRPr>
            </a:lvl4pPr>
            <a:lvl5pPr marL="0" algn="ctr">
              <a:lnSpc>
                <a:spcPct val="90000"/>
              </a:lnSpc>
              <a:spcAft>
                <a:spcPts val="600"/>
              </a:spcAft>
              <a:defRPr lang="en-US" sz="2400" dirty="0">
                <a:solidFill>
                  <a:srgbClr val="E6DCFF"/>
                </a:solidFill>
                <a:latin typeface="Palatino Linotype" panose="00000500000000000000" pitchFamily="50" charset="0"/>
              </a:defRPr>
            </a:lvl5pPr>
          </a:lstStyle>
          <a:p>
            <a:pPr marL="228600" lvl="0" indent="-228600" defTabSz="914400">
              <a:spcAft>
                <a:spcPts val="0"/>
              </a:spcAft>
            </a:pPr>
            <a:r>
              <a:rPr lang="en-GB"/>
              <a:t>Place subtitle here in Palatino Linotype 24pt</a:t>
            </a:r>
          </a:p>
        </p:txBody>
      </p:sp>
      <p:sp>
        <p:nvSpPr>
          <p:cNvPr id="2" name="TextBox 1">
            <a:extLst>
              <a:ext uri="{FF2B5EF4-FFF2-40B4-BE49-F238E27FC236}">
                <a16:creationId xmlns:a16="http://schemas.microsoft.com/office/drawing/2014/main" id="{E0481612-058D-4A52-B93E-53E75F305C81}"/>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8" name="Logo_WH" descr="Accenture logo in white">
            <a:extLst>
              <a:ext uri="{FF2B5EF4-FFF2-40B4-BE49-F238E27FC236}">
                <a16:creationId xmlns:a16="http://schemas.microsoft.com/office/drawing/2014/main" id="{C6212C50-BB96-4C0C-BC89-2B3C8082149D}"/>
              </a:ext>
            </a:extLst>
          </p:cNvPr>
          <p:cNvGrpSpPr>
            <a:grpSpLocks noChangeAspect="1"/>
          </p:cNvGrpSpPr>
          <p:nvPr/>
        </p:nvGrpSpPr>
        <p:grpSpPr bwMode="black">
          <a:xfrm>
            <a:off x="5154167" y="5374201"/>
            <a:ext cx="1883664" cy="496247"/>
            <a:chOff x="1561" y="187"/>
            <a:chExt cx="4536" cy="1195"/>
          </a:xfrm>
        </p:grpSpPr>
        <p:sp>
          <p:nvSpPr>
            <p:cNvPr id="10" name="Freeform 5">
              <a:extLst>
                <a:ext uri="{FF2B5EF4-FFF2-40B4-BE49-F238E27FC236}">
                  <a16:creationId xmlns:a16="http://schemas.microsoft.com/office/drawing/2014/main" id="{5A65B91D-87CB-4DC8-B4B1-CE82A8E5C6F8}"/>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E102C68A-98DA-4EBB-AAFF-D0C6E56ADE14}"/>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785605114"/>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96">
          <p15:clr>
            <a:srgbClr val="C35EA4"/>
          </p15:clr>
        </p15:guide>
        <p15:guide id="2" pos="3840">
          <p15:clr>
            <a:srgbClr val="C35E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Black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rgbClr val="E6DCFF"/>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6"/>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4" name="TextBox 3">
            <a:extLst>
              <a:ext uri="{FF2B5EF4-FFF2-40B4-BE49-F238E27FC236}">
                <a16:creationId xmlns:a16="http://schemas.microsoft.com/office/drawing/2014/main" id="{EEDFBD97-7A23-4453-9DFC-F825350AF9B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8" name="Logo_WH" descr="Accenture logo in white">
            <a:extLst>
              <a:ext uri="{FF2B5EF4-FFF2-40B4-BE49-F238E27FC236}">
                <a16:creationId xmlns:a16="http://schemas.microsoft.com/office/drawing/2014/main" id="{1A7501AC-E717-4CB3-89D9-DEE7B06E1876}"/>
              </a:ext>
            </a:extLst>
          </p:cNvPr>
          <p:cNvGrpSpPr>
            <a:grpSpLocks noChangeAspect="1"/>
          </p:cNvGrpSpPr>
          <p:nvPr/>
        </p:nvGrpSpPr>
        <p:grpSpPr bwMode="black">
          <a:xfrm>
            <a:off x="9153213" y="5815652"/>
            <a:ext cx="1883664" cy="496247"/>
            <a:chOff x="1561" y="187"/>
            <a:chExt cx="4536" cy="1195"/>
          </a:xfrm>
        </p:grpSpPr>
        <p:sp>
          <p:nvSpPr>
            <p:cNvPr id="10" name="Freeform 5">
              <a:extLst>
                <a:ext uri="{FF2B5EF4-FFF2-40B4-BE49-F238E27FC236}">
                  <a16:creationId xmlns:a16="http://schemas.microsoft.com/office/drawing/2014/main" id="{E84F1646-52FE-4716-AED1-FE252A8E05E4}"/>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5FBA828-A6EE-4CDC-A2F1-52C5DC0E3C3F}"/>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63284848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Black5 Image">
    <p:bg>
      <p:bgPr>
        <a:solidFill>
          <a:schemeClr val="accent3"/>
        </a:solidFill>
        <a:effectLst/>
      </p:bgPr>
    </p:bg>
    <p:spTree>
      <p:nvGrpSpPr>
        <p:cNvPr id="1" name=""/>
        <p:cNvGrpSpPr/>
        <p:nvPr/>
      </p:nvGrpSpPr>
      <p:grpSpPr>
        <a:xfrm>
          <a:off x="0" y="0"/>
          <a:ext cx="0" cy="0"/>
          <a:chOff x="0" y="0"/>
          <a:chExt cx="0" cy="0"/>
        </a:xfrm>
      </p:grpSpPr>
      <p:sp>
        <p:nvSpPr>
          <p:cNvPr id="15" name="Picture Placeholder 8">
            <a:extLst>
              <a:ext uri="{FF2B5EF4-FFF2-40B4-BE49-F238E27FC236}">
                <a16:creationId xmlns:a16="http://schemas.microsoft.com/office/drawing/2014/main" id="{0449E654-6B6A-44E6-852C-967C3EDDCA21}"/>
              </a:ext>
            </a:extLst>
          </p:cNvPr>
          <p:cNvSpPr>
            <a:spLocks noGrp="1"/>
          </p:cNvSpPr>
          <p:nvPr>
            <p:ph type="pic" sz="quarter" idx="10" hasCustomPrompt="1"/>
          </p:nvPr>
        </p:nvSpPr>
        <p:spPr>
          <a:xfrm>
            <a:off x="-7620" y="-18288"/>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white">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white">
          <a:xfrm>
            <a:off x="381001" y="3108960"/>
            <a:ext cx="4301168" cy="1092845"/>
          </a:xfrm>
        </p:spPr>
        <p:txBody>
          <a:bodyPr/>
          <a:lstStyle>
            <a:lvl1pPr marL="0" indent="0" algn="l">
              <a:lnSpc>
                <a:spcPct val="90000"/>
              </a:lnSpc>
              <a:spcAft>
                <a:spcPts val="0"/>
              </a:spcAft>
              <a:buNone/>
              <a:defRPr sz="2400" b="0" i="0" spc="0">
                <a:solidFill>
                  <a:schemeClr val="tx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white">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white">
          <a:xfrm>
            <a:off x="381001" y="4190668"/>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9" name="GTS_WH" descr="Accenture Greater Than symbol in white">
            <a:extLst>
              <a:ext uri="{FF2B5EF4-FFF2-40B4-BE49-F238E27FC236}">
                <a16:creationId xmlns:a16="http://schemas.microsoft.com/office/drawing/2014/main" id="{08C622A3-6AC3-418E-A8AE-75B117754CFC}"/>
              </a:ext>
            </a:extLst>
          </p:cNvPr>
          <p:cNvSpPr>
            <a:spLocks noChangeAspect="1"/>
          </p:cNvSpPr>
          <p:nvPr/>
        </p:nvSpPr>
        <p:spPr bwMode="white">
          <a:xfrm>
            <a:off x="381001" y="560781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81508658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Black6 Image">
    <p:bg>
      <p:bgPr>
        <a:solidFill>
          <a:schemeClr val="accent3"/>
        </a:solidFill>
        <a:effectLst/>
      </p:bgPr>
    </p:bg>
    <p:spTree>
      <p:nvGrpSpPr>
        <p:cNvPr id="1" name=""/>
        <p:cNvGrpSpPr/>
        <p:nvPr/>
      </p:nvGrpSpPr>
      <p:grpSpPr>
        <a:xfrm>
          <a:off x="0" y="0"/>
          <a:ext cx="0" cy="0"/>
          <a:chOff x="0" y="0"/>
          <a:chExt cx="0" cy="0"/>
        </a:xfrm>
      </p:grpSpPr>
      <p:sp>
        <p:nvSpPr>
          <p:cNvPr id="14" name="Picture Placeholder 8">
            <a:extLst>
              <a:ext uri="{FF2B5EF4-FFF2-40B4-BE49-F238E27FC236}">
                <a16:creationId xmlns:a16="http://schemas.microsoft.com/office/drawing/2014/main" id="{12688DA9-25EC-4AC3-AD0E-0CC139E11679}"/>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8" name="Subtitle 2">
            <a:extLst>
              <a:ext uri="{FF2B5EF4-FFF2-40B4-BE49-F238E27FC236}">
                <a16:creationId xmlns:a16="http://schemas.microsoft.com/office/drawing/2014/main" id="{9279EB0A-2DCA-4410-A834-F9A425FF964B}"/>
              </a:ext>
            </a:extLst>
          </p:cNvPr>
          <p:cNvSpPr>
            <a:spLocks noGrp="1"/>
          </p:cNvSpPr>
          <p:nvPr>
            <p:ph type="subTitle" idx="1" hasCustomPrompt="1"/>
          </p:nvPr>
        </p:nvSpPr>
        <p:spPr>
          <a:xfrm>
            <a:off x="381001" y="3108960"/>
            <a:ext cx="4301168" cy="1092845"/>
          </a:xfrm>
        </p:spPr>
        <p:txBody>
          <a:bodyPr/>
          <a:lstStyle>
            <a:lvl1pPr marL="0" indent="0" algn="l">
              <a:lnSpc>
                <a:spcPct val="90000"/>
              </a:lnSpc>
              <a:spcAft>
                <a:spcPts val="0"/>
              </a:spcAft>
              <a:buNone/>
              <a:defRPr sz="2400" b="0" i="0" spc="0">
                <a:solidFill>
                  <a:schemeClr val="tx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3" name="TextBox 2">
            <a:extLst>
              <a:ext uri="{FF2B5EF4-FFF2-40B4-BE49-F238E27FC236}">
                <a16:creationId xmlns:a16="http://schemas.microsoft.com/office/drawing/2014/main" id="{E9464481-354D-44BF-B8B2-E0AFA2830FDC}"/>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9" name="Logo_WH" descr="Accenture logo in white">
            <a:extLst>
              <a:ext uri="{FF2B5EF4-FFF2-40B4-BE49-F238E27FC236}">
                <a16:creationId xmlns:a16="http://schemas.microsoft.com/office/drawing/2014/main" id="{BA79480B-BE6F-49EC-829D-D8AF858ABFD8}"/>
              </a:ext>
            </a:extLst>
          </p:cNvPr>
          <p:cNvGrpSpPr>
            <a:grpSpLocks noChangeAspect="1"/>
          </p:cNvGrpSpPr>
          <p:nvPr/>
        </p:nvGrpSpPr>
        <p:grpSpPr bwMode="black">
          <a:xfrm>
            <a:off x="381001" y="5815652"/>
            <a:ext cx="1883664" cy="496247"/>
            <a:chOff x="1561" y="187"/>
            <a:chExt cx="4536" cy="1195"/>
          </a:xfrm>
        </p:grpSpPr>
        <p:sp>
          <p:nvSpPr>
            <p:cNvPr id="10" name="Freeform 5">
              <a:extLst>
                <a:ext uri="{FF2B5EF4-FFF2-40B4-BE49-F238E27FC236}">
                  <a16:creationId xmlns:a16="http://schemas.microsoft.com/office/drawing/2014/main" id="{80D6DAB6-FE72-4647-9B94-83468BA6B4AE}"/>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6961114-35B1-4F8E-96CC-0CA3D18133FD}"/>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9429201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itle: Black7 Acquisition+Image">
    <p:bg>
      <p:bgPr>
        <a:solidFill>
          <a:schemeClr val="accent3"/>
        </a:solidFill>
        <a:effectLst/>
      </p:bgPr>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84A5767-82AC-46A2-88DD-C31D51E1CB9C}"/>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13" name="Picture Placeholder 11" descr="Image placeholder for client logo">
            <a:extLst>
              <a:ext uri="{FF2B5EF4-FFF2-40B4-BE49-F238E27FC236}">
                <a16:creationId xmlns:a16="http://schemas.microsoft.com/office/drawing/2014/main" id="{9B6BF12D-A981-4F4E-B8F1-FF12DC840F22}"/>
              </a:ext>
            </a:extLst>
          </p:cNvPr>
          <p:cNvSpPr>
            <a:spLocks noGrp="1"/>
          </p:cNvSpPr>
          <p:nvPr>
            <p:ph type="pic" sz="quarter" idx="13" hasCustomPrompt="1"/>
          </p:nvPr>
        </p:nvSpPr>
        <p:spPr>
          <a:xfrm>
            <a:off x="381001" y="5326815"/>
            <a:ext cx="1884233" cy="985085"/>
          </a:xfrm>
        </p:spPr>
        <p:txBody>
          <a:bodyPr anchor="ctr"/>
          <a:lstStyle>
            <a:lvl1pPr algn="ctr">
              <a:buFont typeface="Arial" panose="020B0604020202020204" pitchFamily="34" charset="0"/>
              <a:buNone/>
              <a:defRPr sz="1400"/>
            </a:lvl1pPr>
          </a:lstStyle>
          <a:p>
            <a:r>
              <a:rPr lang="en-GB"/>
              <a:t>Add client logo</a:t>
            </a:r>
            <a:endParaRPr lang="en-US"/>
          </a:p>
        </p:txBody>
      </p:sp>
      <p:sp>
        <p:nvSpPr>
          <p:cNvPr id="10" name="GTS_WH" descr="Accenture Greater Than symbol in white">
            <a:extLst>
              <a:ext uri="{FF2B5EF4-FFF2-40B4-BE49-F238E27FC236}">
                <a16:creationId xmlns:a16="http://schemas.microsoft.com/office/drawing/2014/main" id="{659D61A8-47A5-47C2-A85A-BCCCBE83C91F}"/>
              </a:ext>
            </a:extLst>
          </p:cNvPr>
          <p:cNvSpPr>
            <a:spLocks noChangeAspect="1"/>
          </p:cNvSpPr>
          <p:nvPr/>
        </p:nvSpPr>
        <p:spPr bwMode="auto">
          <a:xfrm>
            <a:off x="381001" y="38100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9402937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Title: White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6" name="TextBox 5">
            <a:extLst>
              <a:ext uri="{FF2B5EF4-FFF2-40B4-BE49-F238E27FC236}">
                <a16:creationId xmlns:a16="http://schemas.microsoft.com/office/drawing/2014/main" id="{AB818ECE-32D7-4F71-A6CA-1144DA38ED6C}"/>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grpSp>
        <p:nvGrpSpPr>
          <p:cNvPr id="8" name="Logo_BL" descr="Accenture logo in black and purple">
            <a:extLst>
              <a:ext uri="{FF2B5EF4-FFF2-40B4-BE49-F238E27FC236}">
                <a16:creationId xmlns:a16="http://schemas.microsoft.com/office/drawing/2014/main" id="{35D3F8C8-B2E5-431B-9639-9F05530860EC}"/>
              </a:ext>
            </a:extLst>
          </p:cNvPr>
          <p:cNvGrpSpPr>
            <a:grpSpLocks noChangeAspect="1"/>
          </p:cNvGrpSpPr>
          <p:nvPr/>
        </p:nvGrpSpPr>
        <p:grpSpPr bwMode="auto">
          <a:xfrm>
            <a:off x="9147183" y="5815542"/>
            <a:ext cx="1883664" cy="496357"/>
            <a:chOff x="2387" y="1701"/>
            <a:chExt cx="4535" cy="1195"/>
          </a:xfrm>
        </p:grpSpPr>
        <p:sp>
          <p:nvSpPr>
            <p:cNvPr id="10" name="Freeform 5">
              <a:extLst>
                <a:ext uri="{FF2B5EF4-FFF2-40B4-BE49-F238E27FC236}">
                  <a16:creationId xmlns:a16="http://schemas.microsoft.com/office/drawing/2014/main" id="{9AD7BAC9-11D9-4846-95CD-5C2B82714750}"/>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CAEDE4E-DAF3-4FBC-BAEB-E0C26C20EB9D}"/>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748734254"/>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itle: White2 Image">
    <p:bg>
      <p:bgPr>
        <a:solidFill>
          <a:schemeClr val="tx1"/>
        </a:solidFill>
        <a:effectLst/>
      </p:bgPr>
    </p:bg>
    <p:spTree>
      <p:nvGrpSpPr>
        <p:cNvPr id="1" name=""/>
        <p:cNvGrpSpPr/>
        <p:nvPr/>
      </p:nvGrpSpPr>
      <p:grpSpPr>
        <a:xfrm>
          <a:off x="0" y="0"/>
          <a:ext cx="0" cy="0"/>
          <a:chOff x="0" y="0"/>
          <a:chExt cx="0" cy="0"/>
        </a:xfrm>
      </p:grpSpPr>
      <p:sp>
        <p:nvSpPr>
          <p:cNvPr id="15" name="Picture Placeholder 8">
            <a:extLst>
              <a:ext uri="{FF2B5EF4-FFF2-40B4-BE49-F238E27FC236}">
                <a16:creationId xmlns:a16="http://schemas.microsoft.com/office/drawing/2014/main" id="{0449E654-6B6A-44E6-852C-967C3EDDCA21}"/>
              </a:ext>
            </a:extLst>
          </p:cNvPr>
          <p:cNvSpPr>
            <a:spLocks noGrp="1"/>
          </p:cNvSpPr>
          <p:nvPr>
            <p:ph type="pic" sz="quarter" idx="10" hasCustomPrompt="1"/>
          </p:nvPr>
        </p:nvSpPr>
        <p:spPr>
          <a:xfrm>
            <a:off x="-7620" y="-9144"/>
            <a:ext cx="12207240" cy="6876288"/>
          </a:xfrm>
        </p:spPr>
        <p:txBody>
          <a:bodyPr lIns="0" tIns="182880"/>
          <a:lstStyle>
            <a:lvl1pPr algn="ctr">
              <a:buNone/>
              <a:defRPr>
                <a:solidFill>
                  <a:schemeClr val="bg1"/>
                </a:solidFill>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white">
          <a:xfrm>
            <a:off x="381001" y="381001"/>
            <a:ext cx="5715000" cy="2476499"/>
          </a:xfrm>
        </p:spPr>
        <p:txBody>
          <a:bodyPr anchor="b"/>
          <a:lstStyle>
            <a:lvl1pPr algn="l">
              <a:lnSpc>
                <a:spcPct val="90000"/>
              </a:lnSpc>
              <a:defRPr sz="4800">
                <a:solidFill>
                  <a:schemeClr val="bg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white">
          <a:xfrm>
            <a:off x="381001" y="3108960"/>
            <a:ext cx="4301168" cy="1092845"/>
          </a:xfrm>
        </p:spPr>
        <p:txBody>
          <a:bodyPr/>
          <a:lstStyle>
            <a:lvl1pPr marL="0" indent="0" algn="l">
              <a:lnSpc>
                <a:spcPct val="90000"/>
              </a:lnSpc>
              <a:spcAft>
                <a:spcPts val="0"/>
              </a:spcAft>
              <a:buNone/>
              <a:defRPr sz="2400" b="0" i="0" spc="0">
                <a:solidFill>
                  <a:schemeClr val="bg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white">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bg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white">
          <a:xfrm>
            <a:off x="381001" y="420473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bg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pic>
        <p:nvPicPr>
          <p:cNvPr id="10" name="Graphic 9" descr="Accenture Greater Than symbol in purple">
            <a:extLst>
              <a:ext uri="{FF2B5EF4-FFF2-40B4-BE49-F238E27FC236}">
                <a16:creationId xmlns:a16="http://schemas.microsoft.com/office/drawing/2014/main" id="{299A6723-3F53-4981-840E-D1D62874F69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2636" y="5607811"/>
            <a:ext cx="641502" cy="704088"/>
          </a:xfrm>
          <a:prstGeom prst="rect">
            <a:avLst/>
          </a:prstGeom>
        </p:spPr>
      </p:pic>
    </p:spTree>
    <p:extLst>
      <p:ext uri="{BB962C8B-B14F-4D97-AF65-F5344CB8AC3E}">
        <p14:creationId xmlns:p14="http://schemas.microsoft.com/office/powerpoint/2010/main" val="2038753889"/>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Title: White3 Image">
    <p:bg>
      <p:bgRef idx="1001">
        <a:schemeClr val="bg1"/>
      </p:bgRef>
    </p:bg>
    <p:spTree>
      <p:nvGrpSpPr>
        <p:cNvPr id="1" name=""/>
        <p:cNvGrpSpPr/>
        <p:nvPr/>
      </p:nvGrpSpPr>
      <p:grpSpPr>
        <a:xfrm>
          <a:off x="0" y="0"/>
          <a:ext cx="0" cy="0"/>
          <a:chOff x="0" y="0"/>
          <a:chExt cx="0" cy="0"/>
        </a:xfrm>
      </p:grpSpPr>
      <p:sp>
        <p:nvSpPr>
          <p:cNvPr id="13" name="Picture Placeholder 8">
            <a:extLst>
              <a:ext uri="{FF2B5EF4-FFF2-40B4-BE49-F238E27FC236}">
                <a16:creationId xmlns:a16="http://schemas.microsoft.com/office/drawing/2014/main" id="{38B557E5-FD3E-49D7-8F2D-F2CFBA8CA182}"/>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384048"/>
            <a:ext cx="5715000" cy="2478024"/>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108960"/>
            <a:ext cx="4301168" cy="1092845"/>
          </a:xfrm>
        </p:spPr>
        <p:txBody>
          <a:bodyPr/>
          <a:lstStyle>
            <a:lvl1pPr marL="0" indent="0" algn="l">
              <a:lnSpc>
                <a:spcPct val="90000"/>
              </a:lnSpc>
              <a:spcAft>
                <a:spcPts val="0"/>
              </a:spcAft>
              <a:buNone/>
              <a:defRPr sz="2400" b="0" i="0" spc="0">
                <a:solidFill>
                  <a:schemeClr val="tx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434840"/>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grpSp>
        <p:nvGrpSpPr>
          <p:cNvPr id="10" name="Logo_BL" descr="Accenture logo in black and purple">
            <a:extLst>
              <a:ext uri="{FF2B5EF4-FFF2-40B4-BE49-F238E27FC236}">
                <a16:creationId xmlns:a16="http://schemas.microsoft.com/office/drawing/2014/main" id="{854C139D-5D17-4D1A-87BD-07B345E2E515}"/>
              </a:ext>
            </a:extLst>
          </p:cNvPr>
          <p:cNvGrpSpPr>
            <a:grpSpLocks noChangeAspect="1"/>
          </p:cNvGrpSpPr>
          <p:nvPr/>
        </p:nvGrpSpPr>
        <p:grpSpPr bwMode="auto">
          <a:xfrm>
            <a:off x="381001" y="5815543"/>
            <a:ext cx="1883664" cy="496357"/>
            <a:chOff x="2387" y="1701"/>
            <a:chExt cx="4535" cy="1195"/>
          </a:xfrm>
        </p:grpSpPr>
        <p:sp>
          <p:nvSpPr>
            <p:cNvPr id="14" name="Freeform 5">
              <a:extLst>
                <a:ext uri="{FF2B5EF4-FFF2-40B4-BE49-F238E27FC236}">
                  <a16:creationId xmlns:a16="http://schemas.microsoft.com/office/drawing/2014/main" id="{6073E091-2A74-4D4D-8C42-D39E8FD65A08}"/>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DB984E3-DACF-4D7C-B5E4-08F21BF13867}"/>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221676507"/>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Title: White4 Acquisi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5" name="TextBox 4">
            <a:extLst>
              <a:ext uri="{FF2B5EF4-FFF2-40B4-BE49-F238E27FC236}">
                <a16:creationId xmlns:a16="http://schemas.microsoft.com/office/drawing/2014/main" id="{E0631B51-29F3-4C51-AE6C-41E7796F9933}"/>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12" name="Picture Placeholder 11" descr="Image placeholder for client logo">
            <a:extLst>
              <a:ext uri="{FF2B5EF4-FFF2-40B4-BE49-F238E27FC236}">
                <a16:creationId xmlns:a16="http://schemas.microsoft.com/office/drawing/2014/main" id="{75547ED6-CAEB-47AC-A74D-49C552BD6F64}"/>
              </a:ext>
            </a:extLst>
          </p:cNvPr>
          <p:cNvSpPr>
            <a:spLocks noGrp="1"/>
          </p:cNvSpPr>
          <p:nvPr>
            <p:ph type="pic" sz="quarter" idx="13" hasCustomPrompt="1"/>
          </p:nvPr>
        </p:nvSpPr>
        <p:spPr>
          <a:xfrm>
            <a:off x="9158417" y="771526"/>
            <a:ext cx="1884233" cy="985085"/>
          </a:xfrm>
        </p:spPr>
        <p:txBody>
          <a:bodyPr anchor="ctr"/>
          <a:lstStyle>
            <a:lvl1pPr algn="ctr">
              <a:buNone/>
              <a:defRPr sz="1400"/>
            </a:lvl1pPr>
          </a:lstStyle>
          <a:p>
            <a:r>
              <a:rPr lang="en-GB"/>
              <a:t>Add client logo</a:t>
            </a:r>
            <a:endParaRPr lang="en-US"/>
          </a:p>
        </p:txBody>
      </p:sp>
      <p:grpSp>
        <p:nvGrpSpPr>
          <p:cNvPr id="9" name="Logo_BL" descr="Accenture logo in black and purple">
            <a:extLst>
              <a:ext uri="{FF2B5EF4-FFF2-40B4-BE49-F238E27FC236}">
                <a16:creationId xmlns:a16="http://schemas.microsoft.com/office/drawing/2014/main" id="{1C5BF709-3623-4620-9FF0-B8F8076A8BE3}"/>
              </a:ext>
            </a:extLst>
          </p:cNvPr>
          <p:cNvGrpSpPr>
            <a:grpSpLocks noChangeAspect="1"/>
          </p:cNvGrpSpPr>
          <p:nvPr/>
        </p:nvGrpSpPr>
        <p:grpSpPr bwMode="auto">
          <a:xfrm>
            <a:off x="9147183" y="5815542"/>
            <a:ext cx="1883664" cy="496357"/>
            <a:chOff x="2387" y="1701"/>
            <a:chExt cx="4535" cy="1195"/>
          </a:xfrm>
        </p:grpSpPr>
        <p:sp>
          <p:nvSpPr>
            <p:cNvPr id="14" name="Freeform 5">
              <a:extLst>
                <a:ext uri="{FF2B5EF4-FFF2-40B4-BE49-F238E27FC236}">
                  <a16:creationId xmlns:a16="http://schemas.microsoft.com/office/drawing/2014/main" id="{C7B64CB8-485B-4A84-AF6D-C9EF29551409}"/>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74AE1E9A-205A-4C25-A6CD-8452DDD29904}"/>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788990537"/>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Title: White5 Acquisi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733891"/>
          </a:xfrm>
        </p:spPr>
        <p:txBody>
          <a:bodyPr/>
          <a:lstStyle>
            <a:lvl1pPr marL="0" indent="0" algn="l">
              <a:lnSpc>
                <a:spcPct val="90000"/>
              </a:lnSpc>
              <a:spcAft>
                <a:spcPts val="0"/>
              </a:spcAft>
              <a:buNone/>
              <a:defRPr sz="2400" b="0" i="0" spc="0">
                <a:solidFill>
                  <a:schemeClr val="accent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4734391"/>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4979668"/>
            <a:ext cx="4114799" cy="548640"/>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5" name="TextBox 4">
            <a:extLst>
              <a:ext uri="{FF2B5EF4-FFF2-40B4-BE49-F238E27FC236}">
                <a16:creationId xmlns:a16="http://schemas.microsoft.com/office/drawing/2014/main" id="{E0631B51-29F3-4C51-AE6C-41E7796F9933}"/>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12" name="Picture Placeholder 11" descr="Image placeholder for client logo">
            <a:extLst>
              <a:ext uri="{FF2B5EF4-FFF2-40B4-BE49-F238E27FC236}">
                <a16:creationId xmlns:a16="http://schemas.microsoft.com/office/drawing/2014/main" id="{75547ED6-CAEB-47AC-A74D-49C552BD6F64}"/>
              </a:ext>
            </a:extLst>
          </p:cNvPr>
          <p:cNvSpPr>
            <a:spLocks noGrp="1"/>
          </p:cNvSpPr>
          <p:nvPr>
            <p:ph type="pic" sz="quarter" idx="13" hasCustomPrompt="1"/>
          </p:nvPr>
        </p:nvSpPr>
        <p:spPr>
          <a:xfrm>
            <a:off x="9158417" y="5326815"/>
            <a:ext cx="1884233" cy="985085"/>
          </a:xfrm>
        </p:spPr>
        <p:txBody>
          <a:bodyPr anchor="ctr"/>
          <a:lstStyle>
            <a:lvl1pPr algn="ctr">
              <a:buNone/>
              <a:defRPr sz="1400"/>
            </a:lvl1pPr>
          </a:lstStyle>
          <a:p>
            <a:r>
              <a:rPr lang="en-GB"/>
              <a:t>Add client logo</a:t>
            </a:r>
            <a:endParaRPr lang="en-US"/>
          </a:p>
        </p:txBody>
      </p:sp>
      <p:grpSp>
        <p:nvGrpSpPr>
          <p:cNvPr id="9" name="Logo_BL" descr="Accenture logo in black and purple">
            <a:extLst>
              <a:ext uri="{FF2B5EF4-FFF2-40B4-BE49-F238E27FC236}">
                <a16:creationId xmlns:a16="http://schemas.microsoft.com/office/drawing/2014/main" id="{8D3E8DD1-C700-46AC-AA94-9072B0F31752}"/>
              </a:ext>
            </a:extLst>
          </p:cNvPr>
          <p:cNvGrpSpPr>
            <a:grpSpLocks noChangeAspect="1"/>
          </p:cNvGrpSpPr>
          <p:nvPr/>
        </p:nvGrpSpPr>
        <p:grpSpPr bwMode="auto">
          <a:xfrm>
            <a:off x="1149093" y="5815543"/>
            <a:ext cx="1883664" cy="496357"/>
            <a:chOff x="2387" y="1701"/>
            <a:chExt cx="4535" cy="1195"/>
          </a:xfrm>
        </p:grpSpPr>
        <p:sp>
          <p:nvSpPr>
            <p:cNvPr id="14" name="Freeform 5">
              <a:extLst>
                <a:ext uri="{FF2B5EF4-FFF2-40B4-BE49-F238E27FC236}">
                  <a16:creationId xmlns:a16="http://schemas.microsoft.com/office/drawing/2014/main" id="{799A1684-BC33-4579-B840-616EB6D11E8E}"/>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A5AD5E73-6E1C-44F8-9F73-9F3D4F6DF76F}"/>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777742247"/>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Title: White6 Acquisition+Image">
    <p:bg>
      <p:bgRef idx="1001">
        <a:schemeClr val="bg1"/>
      </p:bgRef>
    </p:bg>
    <p:spTree>
      <p:nvGrpSpPr>
        <p:cNvPr id="1" name=""/>
        <p:cNvGrpSpPr/>
        <p:nvPr/>
      </p:nvGrpSpPr>
      <p:grpSpPr>
        <a:xfrm>
          <a:off x="0" y="0"/>
          <a:ext cx="0" cy="0"/>
          <a:chOff x="0" y="0"/>
          <a:chExt cx="0" cy="0"/>
        </a:xfrm>
      </p:grpSpPr>
      <p:sp>
        <p:nvSpPr>
          <p:cNvPr id="13" name="Picture Placeholder 8">
            <a:extLst>
              <a:ext uri="{FF2B5EF4-FFF2-40B4-BE49-F238E27FC236}">
                <a16:creationId xmlns:a16="http://schemas.microsoft.com/office/drawing/2014/main" id="{38B557E5-FD3E-49D7-8F2D-F2CFBA8CA182}"/>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384048"/>
            <a:ext cx="5715000" cy="2478024"/>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108960"/>
            <a:ext cx="4301168" cy="1092845"/>
          </a:xfrm>
        </p:spPr>
        <p:txBody>
          <a:bodyPr/>
          <a:lstStyle>
            <a:lvl1pPr marL="0" indent="0" algn="l">
              <a:lnSpc>
                <a:spcPct val="90000"/>
              </a:lnSpc>
              <a:spcAft>
                <a:spcPts val="0"/>
              </a:spcAft>
              <a:buNone/>
              <a:defRPr sz="2400" b="0" i="0" spc="0">
                <a:solidFill>
                  <a:schemeClr val="tx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434840"/>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Picture Placeholder 11" descr="Image placeholder for client logo">
            <a:extLst>
              <a:ext uri="{FF2B5EF4-FFF2-40B4-BE49-F238E27FC236}">
                <a16:creationId xmlns:a16="http://schemas.microsoft.com/office/drawing/2014/main" id="{FFB79963-9269-41F8-B968-34FCB68C87FA}"/>
              </a:ext>
            </a:extLst>
          </p:cNvPr>
          <p:cNvSpPr>
            <a:spLocks noGrp="1"/>
          </p:cNvSpPr>
          <p:nvPr>
            <p:ph type="pic" sz="quarter" idx="13" hasCustomPrompt="1"/>
          </p:nvPr>
        </p:nvSpPr>
        <p:spPr>
          <a:xfrm>
            <a:off x="9926766" y="5326815"/>
            <a:ext cx="1884233" cy="985085"/>
          </a:xfrm>
        </p:spPr>
        <p:txBody>
          <a:bodyPr anchor="ctr"/>
          <a:lstStyle>
            <a:lvl1pPr algn="ctr">
              <a:buNone/>
              <a:defRPr sz="1400"/>
            </a:lvl1pPr>
          </a:lstStyle>
          <a:p>
            <a:r>
              <a:rPr lang="en-GB"/>
              <a:t>Add client logo</a:t>
            </a:r>
            <a:endParaRPr lang="en-US"/>
          </a:p>
        </p:txBody>
      </p:sp>
      <p:grpSp>
        <p:nvGrpSpPr>
          <p:cNvPr id="10" name="Logo_BL" descr="Accenture logo in black and purple">
            <a:extLst>
              <a:ext uri="{FF2B5EF4-FFF2-40B4-BE49-F238E27FC236}">
                <a16:creationId xmlns:a16="http://schemas.microsoft.com/office/drawing/2014/main" id="{854C139D-5D17-4D1A-87BD-07B345E2E515}"/>
              </a:ext>
            </a:extLst>
          </p:cNvPr>
          <p:cNvGrpSpPr>
            <a:grpSpLocks noChangeAspect="1"/>
          </p:cNvGrpSpPr>
          <p:nvPr/>
        </p:nvGrpSpPr>
        <p:grpSpPr bwMode="auto">
          <a:xfrm>
            <a:off x="381001" y="5815543"/>
            <a:ext cx="1883664" cy="496357"/>
            <a:chOff x="2387" y="1701"/>
            <a:chExt cx="4535" cy="1195"/>
          </a:xfrm>
        </p:grpSpPr>
        <p:sp>
          <p:nvSpPr>
            <p:cNvPr id="14" name="Freeform 5">
              <a:extLst>
                <a:ext uri="{FF2B5EF4-FFF2-40B4-BE49-F238E27FC236}">
                  <a16:creationId xmlns:a16="http://schemas.microsoft.com/office/drawing/2014/main" id="{6073E091-2A74-4D4D-8C42-D39E8FD65A08}"/>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DB984E3-DACF-4D7C-B5E4-08F21BF13867}"/>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055185448"/>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itle: White7 Acquisition+Image">
    <p:bg>
      <p:bgRef idx="1001">
        <a:schemeClr val="bg1"/>
      </p:bgRef>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715308A-2B7A-4485-A51C-F3F23FC4264D}"/>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Palatino Linotype" panose="0204050205050503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pic>
        <p:nvPicPr>
          <p:cNvPr id="5" name="Graphic 4" descr="Accenture Greater Than symbol in purple">
            <a:extLst>
              <a:ext uri="{FF2B5EF4-FFF2-40B4-BE49-F238E27FC236}">
                <a16:creationId xmlns:a16="http://schemas.microsoft.com/office/drawing/2014/main" id="{8DD1DFCC-5489-470C-84F4-93032F0960C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2636" y="382725"/>
            <a:ext cx="641502" cy="704088"/>
          </a:xfrm>
          <a:prstGeom prst="rect">
            <a:avLst/>
          </a:prstGeom>
        </p:spPr>
      </p:pic>
      <p:sp>
        <p:nvSpPr>
          <p:cNvPr id="13" name="Picture Placeholder 11" descr="Image placeholder for client logo">
            <a:extLst>
              <a:ext uri="{FF2B5EF4-FFF2-40B4-BE49-F238E27FC236}">
                <a16:creationId xmlns:a16="http://schemas.microsoft.com/office/drawing/2014/main" id="{05B9195C-3F7A-4A18-80FA-FB81E2ECDE09}"/>
              </a:ext>
            </a:extLst>
          </p:cNvPr>
          <p:cNvSpPr>
            <a:spLocks noGrp="1"/>
          </p:cNvSpPr>
          <p:nvPr>
            <p:ph type="pic" sz="quarter" idx="13" hasCustomPrompt="1"/>
          </p:nvPr>
        </p:nvSpPr>
        <p:spPr>
          <a:xfrm>
            <a:off x="381001" y="5326815"/>
            <a:ext cx="1884233" cy="985085"/>
          </a:xfrm>
        </p:spPr>
        <p:txBody>
          <a:bodyPr anchor="ctr"/>
          <a:lstStyle>
            <a:lvl1pPr algn="ctr">
              <a:buNone/>
              <a:defRPr sz="1400"/>
            </a:lvl1pPr>
          </a:lstStyle>
          <a:p>
            <a:r>
              <a:rPr lang="en-GB"/>
              <a:t>Add client logo</a:t>
            </a:r>
            <a:endParaRPr lang="en-US"/>
          </a:p>
        </p:txBody>
      </p:sp>
    </p:spTree>
    <p:extLst>
      <p:ext uri="{BB962C8B-B14F-4D97-AF65-F5344CB8AC3E}">
        <p14:creationId xmlns:p14="http://schemas.microsoft.com/office/powerpoint/2010/main" val="3642018660"/>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Section Divider with Image - Gradient Dark">
    <p:bg>
      <p:bgPr>
        <a:solidFill>
          <a:schemeClr val="accent3"/>
        </a:solidFill>
        <a:effectLst/>
      </p:bgPr>
    </p:bg>
    <p:spTree>
      <p:nvGrpSpPr>
        <p:cNvPr id="1" name=""/>
        <p:cNvGrpSpPr/>
        <p:nvPr/>
      </p:nvGrpSpPr>
      <p:grpSpPr>
        <a:xfrm>
          <a:off x="0" y="0"/>
          <a:ext cx="0" cy="0"/>
          <a:chOff x="0" y="0"/>
          <a:chExt cx="0" cy="0"/>
        </a:xfrm>
      </p:grpSpPr>
      <p:pic>
        <p:nvPicPr>
          <p:cNvPr id="14" name="Picture 13" descr="Accenture Gradient Dark">
            <a:extLst>
              <a:ext uri="{FF2B5EF4-FFF2-40B4-BE49-F238E27FC236}">
                <a16:creationId xmlns:a16="http://schemas.microsoft.com/office/drawing/2014/main" id="{86F62995-A1F7-47A0-AD35-CBADA9723982}"/>
              </a:ext>
            </a:extLst>
          </p:cNvPr>
          <p:cNvPicPr>
            <a:picLocks noChangeAspect="1"/>
          </p:cNvPicPr>
          <p:nvPr/>
        </p:nvPicPr>
        <p:blipFill rotWithShape="1">
          <a:blip r:embed="rId2">
            <a:extLst>
              <a:ext uri="{28A0092B-C50C-407E-A947-70E740481C1C}">
                <a14:useLocalDpi xmlns:a14="http://schemas.microsoft.com/office/drawing/2010/main" val="0"/>
              </a:ext>
            </a:extLst>
          </a:blip>
          <a:srcRect t="-18"/>
          <a:stretch/>
        </p:blipFill>
        <p:spPr bwMode="invGray">
          <a:xfrm>
            <a:off x="1185" y="0"/>
            <a:ext cx="12189630" cy="6858000"/>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a:lnSpc>
                <a:spcPct val="90000"/>
              </a:lnSpc>
              <a:spcAft>
                <a:spcPts val="600"/>
              </a:spcAft>
              <a:buNone/>
              <a:defRPr sz="2400">
                <a:latin typeface="Palatino Linotype" panose="02040502050505030304" pitchFamily="18" charset="0"/>
              </a:defRPr>
            </a:lvl1pPr>
            <a:lvl2pPr marL="0" indent="0">
              <a:spcAft>
                <a:spcPts val="600"/>
              </a:spcAft>
              <a:buNone/>
              <a:defRPr sz="2400">
                <a:latin typeface="Palatino Linotype" pitchFamily="2" charset="77"/>
              </a:defRPr>
            </a:lvl2pPr>
            <a:lvl3pPr marL="0" indent="0">
              <a:spcAft>
                <a:spcPts val="600"/>
              </a:spcAft>
              <a:buNone/>
              <a:defRPr sz="2400">
                <a:latin typeface="Palatino Linotype" pitchFamily="2" charset="77"/>
              </a:defRPr>
            </a:lvl3pPr>
            <a:lvl4pPr marL="0" indent="0">
              <a:spcAft>
                <a:spcPts val="600"/>
              </a:spcAft>
              <a:buNone/>
              <a:defRPr sz="2400">
                <a:latin typeface="Palatino Linotype" pitchFamily="2" charset="77"/>
              </a:defRPr>
            </a:lvl4pPr>
            <a:lvl5pPr marL="0" indent="0">
              <a:spcAft>
                <a:spcPts val="600"/>
              </a:spcAft>
              <a:buNone/>
              <a:defRPr sz="2400">
                <a:latin typeface="Palatino Linotype" pitchFamily="2" charset="77"/>
              </a:defRPr>
            </a:lvl5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10" name="GTS_WH" descr="Accenture Greater Than symbol in white">
            <a:extLst>
              <a:ext uri="{FF2B5EF4-FFF2-40B4-BE49-F238E27FC236}">
                <a16:creationId xmlns:a16="http://schemas.microsoft.com/office/drawing/2014/main" id="{4B2379EA-B598-42DD-B03E-5C4FC1D468F3}"/>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Footer Placeholder 4">
            <a:extLst>
              <a:ext uri="{FF2B5EF4-FFF2-40B4-BE49-F238E27FC236}">
                <a16:creationId xmlns:a16="http://schemas.microsoft.com/office/drawing/2014/main" id="{7FB0387B-1E9C-4EB7-9BA3-83AB796E35C7}"/>
              </a:ext>
            </a:extLst>
          </p:cNvPr>
          <p:cNvSpPr>
            <a:spLocks noGrp="1"/>
          </p:cNvSpPr>
          <p:nvPr>
            <p:ph type="ftr" sz="quarter" idx="18"/>
          </p:nvPr>
        </p:nvSpPr>
        <p:spPr/>
        <p:txBody>
          <a:bodyPr/>
          <a:lstStyle/>
          <a:p>
            <a:r>
              <a:rPr lang="es-ES"/>
              <a:t>Copyright © 2020 Accenture. All rights reserved.</a:t>
            </a:r>
          </a:p>
        </p:txBody>
      </p:sp>
      <p:sp>
        <p:nvSpPr>
          <p:cNvPr id="7" name="Slide Number Placeholder 6">
            <a:extLst>
              <a:ext uri="{FF2B5EF4-FFF2-40B4-BE49-F238E27FC236}">
                <a16:creationId xmlns:a16="http://schemas.microsoft.com/office/drawing/2014/main" id="{A0BB825C-3912-400B-A9ED-F17A355964BB}"/>
              </a:ext>
            </a:extLst>
          </p:cNvPr>
          <p:cNvSpPr>
            <a:spLocks noGrp="1"/>
          </p:cNvSpPr>
          <p:nvPr>
            <p:ph type="sldNum" sz="quarter" idx="19"/>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4195340749"/>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Section Divider with Image - Gradient Core">
    <p:bg>
      <p:bgPr>
        <a:solidFill>
          <a:schemeClr val="accent3"/>
        </a:solidFill>
        <a:effectLst/>
      </p:bgPr>
    </p:bg>
    <p:spTree>
      <p:nvGrpSpPr>
        <p:cNvPr id="1" name=""/>
        <p:cNvGrpSpPr/>
        <p:nvPr/>
      </p:nvGrpSpPr>
      <p:grpSpPr>
        <a:xfrm>
          <a:off x="0" y="0"/>
          <a:ext cx="0" cy="0"/>
          <a:chOff x="0" y="0"/>
          <a:chExt cx="0" cy="0"/>
        </a:xfrm>
      </p:grpSpPr>
      <p:pic>
        <p:nvPicPr>
          <p:cNvPr id="6" name="Picture 5" descr="Accenture Gradient Mid&#10;">
            <a:extLst>
              <a:ext uri="{FF2B5EF4-FFF2-40B4-BE49-F238E27FC236}">
                <a16:creationId xmlns:a16="http://schemas.microsoft.com/office/drawing/2014/main" id="{D34847E9-71CB-4177-8BB3-C4EDB8A3E26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ltGray">
          <a:xfrm>
            <a:off x="0" y="0"/>
            <a:ext cx="12192000" cy="6858000"/>
          </a:xfrm>
          <a:prstGeom prst="rect">
            <a:avLst/>
          </a:prstGeom>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9" name="Text Placeholder 8">
            <a:extLst>
              <a:ext uri="{FF2B5EF4-FFF2-40B4-BE49-F238E27FC236}">
                <a16:creationId xmlns:a16="http://schemas.microsoft.com/office/drawing/2014/main" id="{C8D88312-3597-964E-9B24-8371E2C85670}"/>
              </a:ext>
            </a:extLst>
          </p:cNvPr>
          <p:cNvSpPr>
            <a:spLocks noGrp="1"/>
          </p:cNvSpPr>
          <p:nvPr>
            <p:ph type="body" sz="quarter" idx="16" hasCustomPrompt="1"/>
          </p:nvPr>
        </p:nvSpPr>
        <p:spPr>
          <a:xfrm>
            <a:off x="1143000" y="4610099"/>
            <a:ext cx="4953000" cy="1701801"/>
          </a:xfrm>
        </p:spPr>
        <p:txBody>
          <a:bodyPr/>
          <a:lstStyle>
            <a:lvl1pPr marL="0" indent="0">
              <a:lnSpc>
                <a:spcPct val="90000"/>
              </a:lnSpc>
              <a:spcAft>
                <a:spcPts val="600"/>
              </a:spcAft>
              <a:buNone/>
              <a:defRPr sz="2400">
                <a:latin typeface="Palatino Linotype" panose="02040502050505030304" pitchFamily="18" charset="0"/>
              </a:defRPr>
            </a:lvl1pPr>
            <a:lvl2pPr marL="0" indent="0">
              <a:spcAft>
                <a:spcPts val="600"/>
              </a:spcAft>
              <a:buNone/>
              <a:defRPr sz="2400">
                <a:latin typeface="Palatino Linotype" pitchFamily="2" charset="77"/>
              </a:defRPr>
            </a:lvl2pPr>
            <a:lvl3pPr marL="0" indent="0">
              <a:spcAft>
                <a:spcPts val="600"/>
              </a:spcAft>
              <a:buNone/>
              <a:defRPr sz="2400">
                <a:latin typeface="Palatino Linotype" pitchFamily="2" charset="77"/>
              </a:defRPr>
            </a:lvl3pPr>
            <a:lvl4pPr marL="0" indent="0">
              <a:spcAft>
                <a:spcPts val="600"/>
              </a:spcAft>
              <a:buNone/>
              <a:defRPr sz="2400">
                <a:latin typeface="Palatino Linotype" pitchFamily="2" charset="77"/>
              </a:defRPr>
            </a:lvl4pPr>
            <a:lvl5pPr marL="0" indent="0">
              <a:spcAft>
                <a:spcPts val="600"/>
              </a:spcAft>
              <a:buNone/>
              <a:defRPr sz="2400">
                <a:latin typeface="Palatino Linotype" pitchFamily="2" charset="77"/>
              </a:defRPr>
            </a:lvl5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3" name="Footer Placeholder 3">
            <a:extLst>
              <a:ext uri="{FF2B5EF4-FFF2-40B4-BE49-F238E27FC236}">
                <a16:creationId xmlns:a16="http://schemas.microsoft.com/office/drawing/2014/main" id="{EC3F0890-0DED-4AD1-9A02-BD56F8554BD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4" name="GTS_WH" descr="Accenture Greater Than symbol in white">
            <a:extLst>
              <a:ext uri="{FF2B5EF4-FFF2-40B4-BE49-F238E27FC236}">
                <a16:creationId xmlns:a16="http://schemas.microsoft.com/office/drawing/2014/main" id="{3FC0722F-C643-4988-96E8-F00519CB3A00}"/>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EF969A96-ECEE-46C8-AC65-A99027BA9203}"/>
              </a:ext>
            </a:extLst>
          </p:cNvPr>
          <p:cNvSpPr>
            <a:spLocks noGrp="1"/>
          </p:cNvSpPr>
          <p:nvPr>
            <p:ph type="sldNum" sz="quarter" idx="18"/>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612939221"/>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ection Divider - Numbered, Gradient Mid Purple">
    <p:bg>
      <p:bgPr>
        <a:solidFill>
          <a:schemeClr val="accent2"/>
        </a:solidFill>
        <a:effectLst/>
      </p:bgPr>
    </p:bg>
    <p:spTree>
      <p:nvGrpSpPr>
        <p:cNvPr id="1" name=""/>
        <p:cNvGrpSpPr/>
        <p:nvPr/>
      </p:nvGrpSpPr>
      <p:grpSpPr>
        <a:xfrm>
          <a:off x="0" y="0"/>
          <a:ext cx="0" cy="0"/>
          <a:chOff x="0" y="0"/>
          <a:chExt cx="0" cy="0"/>
        </a:xfrm>
      </p:grpSpPr>
      <p:pic>
        <p:nvPicPr>
          <p:cNvPr id="13" name="Picture 12" descr="Accenture Gradient Mid">
            <a:extLst>
              <a:ext uri="{FF2B5EF4-FFF2-40B4-BE49-F238E27FC236}">
                <a16:creationId xmlns:a16="http://schemas.microsoft.com/office/drawing/2014/main" id="{CB16898D-3DD4-439C-B43F-558C1FDD3648}"/>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bwMode="ltGray">
          <a:xfrm>
            <a:off x="0" y="0"/>
            <a:ext cx="12192000" cy="3428999"/>
          </a:xfrm>
          <a:prstGeom prst="rect">
            <a:avLst/>
          </a:prstGeom>
        </p:spPr>
      </p:pic>
      <p:sp>
        <p:nvSpPr>
          <p:cNvPr id="7" name="Rectangle 6">
            <a:extLst>
              <a:ext uri="{FF2B5EF4-FFF2-40B4-BE49-F238E27FC236}">
                <a16:creationId xmlns:a16="http://schemas.microsoft.com/office/drawing/2014/main" id="{64015D5F-F315-4E58-856E-56BC8490AECE}"/>
              </a:ext>
            </a:extLst>
          </p:cNvPr>
          <p:cNvSpPr/>
          <p:nvPr/>
        </p:nvSpPr>
        <p:spPr bwMode="white">
          <a:xfrm>
            <a:off x="0" y="3428999"/>
            <a:ext cx="12192000" cy="3429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3889828"/>
            <a:ext cx="6186713" cy="2422072"/>
          </a:xfrm>
        </p:spPr>
        <p:txBody>
          <a:bodyPr anchor="t"/>
          <a:lstStyle>
            <a:lvl1pPr>
              <a:defRPr sz="5400">
                <a:solidFill>
                  <a:schemeClr val="tx1"/>
                </a:solidFill>
              </a:defRPr>
            </a:lvl1pPr>
          </a:lstStyle>
          <a:p>
            <a:r>
              <a:rPr lang="en-US"/>
              <a:t>Section title 54pt</a:t>
            </a:r>
          </a:p>
        </p:txBody>
      </p:sp>
      <p:sp>
        <p:nvSpPr>
          <p:cNvPr id="11" name="Text Placeholder 2">
            <a:extLst>
              <a:ext uri="{FF2B5EF4-FFF2-40B4-BE49-F238E27FC236}">
                <a16:creationId xmlns:a16="http://schemas.microsoft.com/office/drawing/2014/main" id="{63E56B88-63DE-42F5-AE08-5F9069ED6835}"/>
              </a:ext>
            </a:extLst>
          </p:cNvPr>
          <p:cNvSpPr>
            <a:spLocks noGrp="1"/>
          </p:cNvSpPr>
          <p:nvPr>
            <p:ph type="body" idx="10" hasCustomPrompt="1"/>
          </p:nvPr>
        </p:nvSpPr>
        <p:spPr>
          <a:xfrm>
            <a:off x="1143001" y="835805"/>
            <a:ext cx="6186712" cy="2194487"/>
          </a:xfrm>
        </p:spPr>
        <p:txBody>
          <a:bodyPr anchor="ctr"/>
          <a:lstStyle>
            <a:lvl1pPr marL="0" indent="0" algn="l" defTabSz="914400" rtl="0" eaLnBrk="1" latinLnBrk="0" hangingPunct="1">
              <a:lnSpc>
                <a:spcPct val="80000"/>
              </a:lnSpc>
              <a:spcBef>
                <a:spcPct val="0"/>
              </a:spcBef>
              <a:spcAft>
                <a:spcPts val="0"/>
              </a:spcAft>
              <a:buNone/>
              <a:defRPr lang="en-US" sz="16600" b="1" kern="1200" dirty="0">
                <a:ln w="38100">
                  <a:noFill/>
                </a:ln>
                <a:solidFill>
                  <a:schemeClr val="tx1"/>
                </a:solid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t>#</a:t>
            </a:r>
          </a:p>
        </p:txBody>
      </p:sp>
      <p:sp>
        <p:nvSpPr>
          <p:cNvPr id="14" name="Text Placeholder 8">
            <a:extLst>
              <a:ext uri="{FF2B5EF4-FFF2-40B4-BE49-F238E27FC236}">
                <a16:creationId xmlns:a16="http://schemas.microsoft.com/office/drawing/2014/main" id="{4CC28DDD-91C9-FB49-B057-796687C8B07D}"/>
              </a:ext>
            </a:extLst>
          </p:cNvPr>
          <p:cNvSpPr>
            <a:spLocks noGrp="1"/>
          </p:cNvSpPr>
          <p:nvPr>
            <p:ph type="body" sz="quarter" idx="15" hasCustomPrompt="1"/>
          </p:nvPr>
        </p:nvSpPr>
        <p:spPr>
          <a:xfrm>
            <a:off x="8055427" y="3889827"/>
            <a:ext cx="2993573" cy="2422071"/>
          </a:xfrm>
        </p:spPr>
        <p:txBody>
          <a:bodyPr/>
          <a:lstStyle>
            <a:lvl1pPr marL="0" indent="0">
              <a:lnSpc>
                <a:spcPct val="90000"/>
              </a:lnSpc>
              <a:spcAft>
                <a:spcPts val="600"/>
              </a:spcAft>
              <a:buNone/>
              <a:defRPr sz="2400">
                <a:latin typeface="Palatino Linotype" panose="02040502050505030304" pitchFamily="18" charset="0"/>
              </a:defRPr>
            </a:lvl1pPr>
            <a:lvl2pPr marL="0" indent="0">
              <a:spcAft>
                <a:spcPts val="600"/>
              </a:spcAft>
              <a:buNone/>
              <a:defRPr sz="2400">
                <a:latin typeface="Palatino Linotype" pitchFamily="2" charset="77"/>
              </a:defRPr>
            </a:lvl2pPr>
            <a:lvl3pPr marL="0" indent="0">
              <a:spcAft>
                <a:spcPts val="600"/>
              </a:spcAft>
              <a:buNone/>
              <a:defRPr sz="2400">
                <a:latin typeface="Palatino Linotype" pitchFamily="2" charset="77"/>
              </a:defRPr>
            </a:lvl3pPr>
            <a:lvl4pPr marL="0" indent="0">
              <a:spcAft>
                <a:spcPts val="600"/>
              </a:spcAft>
              <a:buNone/>
              <a:defRPr sz="2400">
                <a:latin typeface="Palatino Linotype" pitchFamily="2" charset="77"/>
              </a:defRPr>
            </a:lvl4pPr>
            <a:lvl5pPr marL="0" indent="0">
              <a:spcAft>
                <a:spcPts val="600"/>
              </a:spcAft>
              <a:buNone/>
              <a:defRPr sz="2400">
                <a:latin typeface="Palatino Linotype" pitchFamily="2" charset="77"/>
              </a:defRPr>
            </a:lvl5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GB"/>
              <a:t>Place subtitle here in Palatino Linotype 24pt</a:t>
            </a:r>
          </a:p>
        </p:txBody>
      </p:sp>
      <p:sp>
        <p:nvSpPr>
          <p:cNvPr id="15" name="Footer Placeholder 3">
            <a:extLst>
              <a:ext uri="{FF2B5EF4-FFF2-40B4-BE49-F238E27FC236}">
                <a16:creationId xmlns:a16="http://schemas.microsoft.com/office/drawing/2014/main" id="{C230B8D6-1525-4D29-A117-F22A9C16F08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6" name="GTS_WH" descr="Accenture Greater Than symbol in white">
            <a:extLst>
              <a:ext uri="{FF2B5EF4-FFF2-40B4-BE49-F238E27FC236}">
                <a16:creationId xmlns:a16="http://schemas.microsoft.com/office/drawing/2014/main" id="{C5173724-68B6-47CD-B850-71B1407EEAA1}"/>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B404ADF7-CE17-4A46-8A63-A366F9BB14A4}"/>
              </a:ext>
            </a:extLst>
          </p:cNvPr>
          <p:cNvSpPr>
            <a:spLocks noGrp="1"/>
          </p:cNvSpPr>
          <p:nvPr>
            <p:ph type="sldNum" sz="quarter" idx="1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03153184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699330"/>
          </a:xfrm>
        </p:spPr>
        <p:txBody>
          <a:bodyPr/>
          <a:lstStyle>
            <a:lvl1pPr marL="0" indent="0">
              <a:lnSpc>
                <a:spcPct val="90000"/>
              </a:lnSpc>
              <a:buNone/>
              <a:defRPr sz="2400">
                <a:solidFill>
                  <a:schemeClr val="accent1"/>
                </a:solidFill>
                <a:latin typeface="Palatino Linotype" panose="02040502050505030304" pitchFamily="18" charset="0"/>
              </a:defRPr>
            </a:lvl1pPr>
            <a:lvl2pPr marL="0" indent="0">
              <a:buNone/>
              <a:defRPr sz="1800"/>
            </a:lvl2pPr>
            <a:lvl3pPr marL="228600">
              <a:buFont typeface="Arial" panose="020B0604020202020204" pitchFamily="34" charset="0"/>
              <a:buChar char="•"/>
              <a:defRPr sz="1800"/>
            </a:lvl3pPr>
            <a:lvl4pPr marL="457200">
              <a:buFont typeface="Arial" panose="020B0604020202020204" pitchFamily="34" charset="0"/>
              <a:buChar char="–"/>
              <a:defRPr sz="1600"/>
            </a:lvl4pPr>
            <a:lvl5pPr marL="685800">
              <a:buFont typeface="Arial" panose="020B0604020202020204" pitchFamily="34" charset="0"/>
              <a:buChar char="•"/>
              <a:defRPr sz="1600"/>
            </a:lvl5pPr>
          </a:lstStyle>
          <a:p>
            <a:pPr lvl="0"/>
            <a:r>
              <a:rPr lang="en-GB"/>
              <a:t>Place agenda summary here in Palatino Linotype 24pt</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1" cy="810399"/>
          </a:xfrm>
        </p:spPr>
        <p:txBody>
          <a:bodyPr/>
          <a:lstStyle>
            <a:lvl1pPr>
              <a:defRPr/>
            </a:lvl1pPr>
          </a:lstStyle>
          <a:p>
            <a:r>
              <a:rPr lang="en-GB"/>
              <a:t>Agenda title</a:t>
            </a:r>
            <a:endParaRPr lang="en-US"/>
          </a:p>
        </p:txBody>
      </p:sp>
      <p:sp>
        <p:nvSpPr>
          <p:cNvPr id="18" name="Text Placeholder 17">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1" y="1371600"/>
            <a:ext cx="2953039" cy="485340"/>
          </a:xfrm>
        </p:spPr>
        <p:txBody>
          <a:bodyPr anchor="ctr"/>
          <a:lstStyle>
            <a:lvl1pPr>
              <a:spcAft>
                <a:spcPts val="0"/>
              </a:spcAft>
              <a:buNone/>
              <a:defRPr sz="1600"/>
            </a:lvl1pPr>
          </a:lstStyle>
          <a:p>
            <a:pPr lvl="0"/>
            <a:r>
              <a:rPr lang="en-GB"/>
              <a:t>Insert agenda item</a:t>
            </a:r>
            <a:endParaRPr lang="en-US"/>
          </a:p>
        </p:txBody>
      </p:sp>
      <p:sp>
        <p:nvSpPr>
          <p:cNvPr id="57" name="Text Placeholder 17">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1" y="1976478"/>
            <a:ext cx="2953039" cy="485340"/>
          </a:xfrm>
        </p:spPr>
        <p:txBody>
          <a:bodyPr anchor="ctr"/>
          <a:lstStyle>
            <a:lvl1pPr>
              <a:spcAft>
                <a:spcPts val="0"/>
              </a:spcAft>
              <a:buNone/>
              <a:defRPr sz="1600"/>
            </a:lvl1pPr>
          </a:lstStyle>
          <a:p>
            <a:pPr lvl="0"/>
            <a:r>
              <a:rPr lang="en-GB"/>
              <a:t>Insert agenda item</a:t>
            </a:r>
            <a:endParaRPr lang="en-US"/>
          </a:p>
        </p:txBody>
      </p:sp>
      <p:sp>
        <p:nvSpPr>
          <p:cNvPr id="59" name="Text Placeholder 17">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1" y="2581356"/>
            <a:ext cx="2953039" cy="485340"/>
          </a:xfrm>
        </p:spPr>
        <p:txBody>
          <a:bodyPr anchor="ctr"/>
          <a:lstStyle>
            <a:lvl1pPr>
              <a:spcAft>
                <a:spcPts val="0"/>
              </a:spcAft>
              <a:buNone/>
              <a:defRPr sz="1600"/>
            </a:lvl1pPr>
          </a:lstStyle>
          <a:p>
            <a:pPr lvl="0"/>
            <a:r>
              <a:rPr lang="en-GB"/>
              <a:t>Insert agenda item</a:t>
            </a:r>
            <a:endParaRPr lang="en-US"/>
          </a:p>
        </p:txBody>
      </p:sp>
      <p:sp>
        <p:nvSpPr>
          <p:cNvPr id="61" name="Text Placeholder 17">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1" y="3186234"/>
            <a:ext cx="2953039" cy="485340"/>
          </a:xfrm>
        </p:spPr>
        <p:txBody>
          <a:bodyPr anchor="ctr"/>
          <a:lstStyle>
            <a:lvl1pPr>
              <a:spcAft>
                <a:spcPts val="0"/>
              </a:spcAft>
              <a:buNone/>
              <a:defRPr sz="1600"/>
            </a:lvl1pPr>
          </a:lstStyle>
          <a:p>
            <a:pPr lvl="0"/>
            <a:r>
              <a:rPr lang="en-GB"/>
              <a:t>Insert agenda item</a:t>
            </a:r>
            <a:endParaRPr lang="en-US"/>
          </a:p>
        </p:txBody>
      </p:sp>
      <p:sp>
        <p:nvSpPr>
          <p:cNvPr id="63" name="Text Placeholder 17">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1" y="3791112"/>
            <a:ext cx="2953039" cy="485340"/>
          </a:xfrm>
        </p:spPr>
        <p:txBody>
          <a:bodyPr anchor="ctr"/>
          <a:lstStyle>
            <a:lvl1pPr>
              <a:spcAft>
                <a:spcPts val="0"/>
              </a:spcAft>
              <a:buNone/>
              <a:defRPr sz="1600"/>
            </a:lvl1pPr>
          </a:lstStyle>
          <a:p>
            <a:pPr lvl="0"/>
            <a:r>
              <a:rPr lang="en-GB"/>
              <a:t>Insert agenda item</a:t>
            </a:r>
            <a:endParaRPr lang="en-US"/>
          </a:p>
        </p:txBody>
      </p:sp>
      <p:sp>
        <p:nvSpPr>
          <p:cNvPr id="65" name="Text Placeholder 17">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1" y="4395990"/>
            <a:ext cx="2953039" cy="485340"/>
          </a:xfrm>
        </p:spPr>
        <p:txBody>
          <a:bodyPr anchor="ctr"/>
          <a:lstStyle>
            <a:lvl1pPr>
              <a:spcAft>
                <a:spcPts val="0"/>
              </a:spcAft>
              <a:buNone/>
              <a:defRPr sz="1600"/>
            </a:lvl1pPr>
          </a:lstStyle>
          <a:p>
            <a:pPr lvl="0"/>
            <a:r>
              <a:rPr lang="en-GB"/>
              <a:t>Insert agenda item</a:t>
            </a:r>
            <a:endParaRPr lang="en-US"/>
          </a:p>
        </p:txBody>
      </p:sp>
      <p:sp>
        <p:nvSpPr>
          <p:cNvPr id="67" name="Text Placeholder 17">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1" y="5000868"/>
            <a:ext cx="2953039" cy="485340"/>
          </a:xfrm>
        </p:spPr>
        <p:txBody>
          <a:bodyPr anchor="ctr"/>
          <a:lstStyle>
            <a:lvl1pPr>
              <a:spcAft>
                <a:spcPts val="0"/>
              </a:spcAft>
              <a:buNone/>
              <a:defRPr sz="1600"/>
            </a:lvl1pPr>
          </a:lstStyle>
          <a:p>
            <a:pPr lvl="0"/>
            <a:r>
              <a:rPr lang="en-GB"/>
              <a:t>Insert agenda item</a:t>
            </a:r>
            <a:endParaRPr lang="en-US"/>
          </a:p>
        </p:txBody>
      </p:sp>
      <p:sp>
        <p:nvSpPr>
          <p:cNvPr id="69" name="Text Placeholder 17">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1" y="5605747"/>
            <a:ext cx="2953039" cy="485340"/>
          </a:xfrm>
        </p:spPr>
        <p:txBody>
          <a:bodyPr anchor="ctr"/>
          <a:lstStyle>
            <a:lvl1pPr>
              <a:spcAft>
                <a:spcPts val="0"/>
              </a:spcAft>
              <a:buNone/>
              <a:defRPr sz="1600"/>
            </a:lvl1pPr>
          </a:lstStyle>
          <a:p>
            <a:pPr lvl="0"/>
            <a:r>
              <a:rPr lang="en-GB"/>
              <a:t>Insert agenda item</a:t>
            </a:r>
            <a:endParaRPr lang="en-US"/>
          </a:p>
        </p:txBody>
      </p:sp>
      <p:sp>
        <p:nvSpPr>
          <p:cNvPr id="29" name="Text Placeholder 17">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2"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0" name="Text Placeholder 17">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2"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1" name="Text Placeholder 1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2"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2" name="Text Placeholder 17">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2"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3" name="Text Placeholder 17">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2"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4" name="Text Placeholder 17">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2"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5" name="Text Placeholder 17">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2"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2"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cxnSp>
        <p:nvCxnSpPr>
          <p:cNvPr id="4" name="Straight Connector 3">
            <a:extLst>
              <a:ext uri="{FF2B5EF4-FFF2-40B4-BE49-F238E27FC236}">
                <a16:creationId xmlns:a16="http://schemas.microsoft.com/office/drawing/2014/main" id="{D72EABDE-2DC7-B441-8D65-EC926DD10B85}"/>
              </a:ext>
            </a:extLst>
          </p:cNvPr>
          <p:cNvCxnSpPr/>
          <p:nvPr/>
        </p:nvCxnSpPr>
        <p:spPr>
          <a:xfrm>
            <a:off x="4045241" y="1371600"/>
            <a:ext cx="0" cy="471948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6" name="Text Placeholder 17">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59" y="1371600"/>
            <a:ext cx="2953039" cy="485340"/>
          </a:xfrm>
        </p:spPr>
        <p:txBody>
          <a:bodyPr anchor="ctr"/>
          <a:lstStyle>
            <a:lvl1pPr>
              <a:spcAft>
                <a:spcPts val="0"/>
              </a:spcAft>
              <a:buNone/>
              <a:defRPr sz="1600"/>
            </a:lvl1pPr>
          </a:lstStyle>
          <a:p>
            <a:pPr lvl="0"/>
            <a:r>
              <a:rPr lang="en-GB"/>
              <a:t>Insert agenda item</a:t>
            </a:r>
            <a:endParaRPr lang="en-US"/>
          </a:p>
        </p:txBody>
      </p:sp>
      <p:sp>
        <p:nvSpPr>
          <p:cNvPr id="87" name="Text Placeholder 17">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59" y="1976478"/>
            <a:ext cx="2953039" cy="485340"/>
          </a:xfrm>
        </p:spPr>
        <p:txBody>
          <a:bodyPr anchor="ctr"/>
          <a:lstStyle>
            <a:lvl1pPr>
              <a:spcAft>
                <a:spcPts val="0"/>
              </a:spcAft>
              <a:buNone/>
              <a:defRPr sz="1600"/>
            </a:lvl1pPr>
          </a:lstStyle>
          <a:p>
            <a:pPr lvl="0"/>
            <a:r>
              <a:rPr lang="en-GB"/>
              <a:t>Insert agenda item</a:t>
            </a:r>
            <a:endParaRPr lang="en-US"/>
          </a:p>
        </p:txBody>
      </p:sp>
      <p:sp>
        <p:nvSpPr>
          <p:cNvPr id="88" name="Text Placeholder 17">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59" y="2581356"/>
            <a:ext cx="2953039" cy="485340"/>
          </a:xfrm>
        </p:spPr>
        <p:txBody>
          <a:bodyPr anchor="ctr"/>
          <a:lstStyle>
            <a:lvl1pPr>
              <a:spcAft>
                <a:spcPts val="0"/>
              </a:spcAft>
              <a:buNone/>
              <a:defRPr sz="1600"/>
            </a:lvl1pPr>
          </a:lstStyle>
          <a:p>
            <a:pPr lvl="0"/>
            <a:r>
              <a:rPr lang="en-GB"/>
              <a:t>Insert agenda item</a:t>
            </a:r>
            <a:endParaRPr lang="en-US"/>
          </a:p>
        </p:txBody>
      </p:sp>
      <p:sp>
        <p:nvSpPr>
          <p:cNvPr id="89" name="Text Placeholder 17">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59" y="3186234"/>
            <a:ext cx="2953039" cy="485340"/>
          </a:xfrm>
        </p:spPr>
        <p:txBody>
          <a:bodyPr anchor="ctr"/>
          <a:lstStyle>
            <a:lvl1pPr>
              <a:spcAft>
                <a:spcPts val="0"/>
              </a:spcAft>
              <a:buNone/>
              <a:defRPr sz="1600"/>
            </a:lvl1pPr>
          </a:lstStyle>
          <a:p>
            <a:pPr lvl="0"/>
            <a:r>
              <a:rPr lang="en-GB"/>
              <a:t>Insert agenda item</a:t>
            </a:r>
            <a:endParaRPr lang="en-US"/>
          </a:p>
        </p:txBody>
      </p:sp>
      <p:sp>
        <p:nvSpPr>
          <p:cNvPr id="90" name="Text Placeholder 17">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59" y="3791112"/>
            <a:ext cx="2953039" cy="485340"/>
          </a:xfrm>
        </p:spPr>
        <p:txBody>
          <a:bodyPr anchor="ctr"/>
          <a:lstStyle>
            <a:lvl1pPr>
              <a:spcAft>
                <a:spcPts val="0"/>
              </a:spcAft>
              <a:buNone/>
              <a:defRPr sz="1600"/>
            </a:lvl1pPr>
          </a:lstStyle>
          <a:p>
            <a:pPr lvl="0"/>
            <a:r>
              <a:rPr lang="en-GB"/>
              <a:t>Insert agenda item</a:t>
            </a:r>
            <a:endParaRPr lang="en-US"/>
          </a:p>
        </p:txBody>
      </p:sp>
      <p:sp>
        <p:nvSpPr>
          <p:cNvPr id="91" name="Text Placeholder 17">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59" y="4395990"/>
            <a:ext cx="2953039" cy="485340"/>
          </a:xfrm>
        </p:spPr>
        <p:txBody>
          <a:bodyPr anchor="ctr"/>
          <a:lstStyle>
            <a:lvl1pPr>
              <a:spcAft>
                <a:spcPts val="0"/>
              </a:spcAft>
              <a:buNone/>
              <a:defRPr sz="1600"/>
            </a:lvl1pPr>
          </a:lstStyle>
          <a:p>
            <a:pPr lvl="0"/>
            <a:r>
              <a:rPr lang="en-GB"/>
              <a:t>Insert agenda item</a:t>
            </a:r>
            <a:endParaRPr lang="en-US"/>
          </a:p>
        </p:txBody>
      </p:sp>
      <p:sp>
        <p:nvSpPr>
          <p:cNvPr id="92" name="Text Placeholder 17">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59" y="5000868"/>
            <a:ext cx="2953039" cy="485340"/>
          </a:xfrm>
        </p:spPr>
        <p:txBody>
          <a:bodyPr anchor="ctr"/>
          <a:lstStyle>
            <a:lvl1pPr>
              <a:spcAft>
                <a:spcPts val="0"/>
              </a:spcAft>
              <a:buNone/>
              <a:defRPr sz="1600"/>
            </a:lvl1pPr>
          </a:lstStyle>
          <a:p>
            <a:pPr lvl="0"/>
            <a:r>
              <a:rPr lang="en-GB"/>
              <a:t>Insert agenda item</a:t>
            </a:r>
            <a:endParaRPr lang="en-US"/>
          </a:p>
        </p:txBody>
      </p:sp>
      <p:sp>
        <p:nvSpPr>
          <p:cNvPr id="93" name="Text Placeholder 17">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59" y="5605747"/>
            <a:ext cx="2953039" cy="485340"/>
          </a:xfrm>
        </p:spPr>
        <p:txBody>
          <a:bodyPr anchor="ctr"/>
          <a:lstStyle>
            <a:lvl1pPr>
              <a:spcAft>
                <a:spcPts val="0"/>
              </a:spcAft>
              <a:buNone/>
              <a:defRPr sz="1600"/>
            </a:lvl1pPr>
          </a:lstStyle>
          <a:p>
            <a:pPr lvl="0"/>
            <a:r>
              <a:rPr lang="en-GB"/>
              <a:t>Insert agenda item</a:t>
            </a:r>
            <a:endParaRPr lang="en-US"/>
          </a:p>
        </p:txBody>
      </p:sp>
      <p:sp>
        <p:nvSpPr>
          <p:cNvPr id="94" name="Text Placeholder 17">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0"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5" name="Text Placeholder 17">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0"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6" name="Text Placeholder 17">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0"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7" name="Text Placeholder 17">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0"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8" name="Text Placeholder 1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0"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9" name="Text Placeholder 17">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0"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100" name="Text Placeholder 17">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0"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101" name="Text Placeholder 17">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0"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5" name="Footer Placeholder 4">
            <a:extLst>
              <a:ext uri="{FF2B5EF4-FFF2-40B4-BE49-F238E27FC236}">
                <a16:creationId xmlns:a16="http://schemas.microsoft.com/office/drawing/2014/main" id="{7BC1BE3C-F523-44EE-B6D4-7175CE08E157}"/>
              </a:ext>
            </a:extLst>
          </p:cNvPr>
          <p:cNvSpPr>
            <a:spLocks noGrp="1"/>
          </p:cNvSpPr>
          <p:nvPr>
            <p:ph type="ftr" sz="quarter" idx="56"/>
          </p:nvPr>
        </p:nvSpPr>
        <p:spPr/>
        <p:txBody>
          <a:bodyPr/>
          <a:lstStyle/>
          <a:p>
            <a:r>
              <a:rPr lang="es-ES"/>
              <a:t>Copyright © 2020 Accenture. All rights reserved.</a:t>
            </a:r>
          </a:p>
        </p:txBody>
      </p:sp>
      <p:sp>
        <p:nvSpPr>
          <p:cNvPr id="8" name="Slide Number Placeholder 7">
            <a:extLst>
              <a:ext uri="{FF2B5EF4-FFF2-40B4-BE49-F238E27FC236}">
                <a16:creationId xmlns:a16="http://schemas.microsoft.com/office/drawing/2014/main" id="{1796CD18-ADDA-4A64-BDD0-F5A8D01FDD49}"/>
              </a:ext>
            </a:extLst>
          </p:cNvPr>
          <p:cNvSpPr>
            <a:spLocks noGrp="1"/>
          </p:cNvSpPr>
          <p:nvPr>
            <p:ph type="sldNum" sz="quarter" idx="5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515163083"/>
      </p:ext>
    </p:extLst>
  </p:cSld>
  <p:clrMapOvr>
    <a:masterClrMapping/>
  </p:clrMapOvr>
  <p:hf hdr="0" dt="0"/>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ong Headline and 1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DB689C-7DB3-4046-A1BF-E63F8EF78419}"/>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10" name="Content Placeholder 7">
            <a:extLst>
              <a:ext uri="{FF2B5EF4-FFF2-40B4-BE49-F238E27FC236}">
                <a16:creationId xmlns:a16="http://schemas.microsoft.com/office/drawing/2014/main" id="{87C97B1E-CB9E-4CBC-A6F1-1D4F2E4ECB34}"/>
              </a:ext>
            </a:extLst>
          </p:cNvPr>
          <p:cNvSpPr>
            <a:spLocks noGrp="1"/>
          </p:cNvSpPr>
          <p:nvPr>
            <p:ph sz="quarter" idx="10" hasCustomPrompt="1"/>
          </p:nvPr>
        </p:nvSpPr>
        <p:spPr>
          <a:xfrm>
            <a:off x="381001" y="1371600"/>
            <a:ext cx="11430000" cy="4940300"/>
          </a:xfrm>
        </p:spPr>
        <p:txBody>
          <a:bodyPr/>
          <a:lstStyle>
            <a:lvl1pPr marL="228600" indent="-228600">
              <a:buFont typeface="Arial" panose="020B0604020202020204" pitchFamily="34" charset="0"/>
              <a:buChar char="•"/>
              <a:defRPr/>
            </a:lvl1pPr>
            <a:lvl2pPr marL="457200">
              <a:defRPr/>
            </a:lvl2pPr>
            <a:lvl3pPr marL="685800">
              <a:defRPr/>
            </a:lvl3pPr>
            <a:lvl4pPr marL="914400">
              <a:defRPr/>
            </a:lvl4pPr>
            <a:lvl5pPr marL="1143000">
              <a:defRPr/>
            </a:lvl5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11" name="Footer Placeholder 3">
            <a:extLst>
              <a:ext uri="{FF2B5EF4-FFF2-40B4-BE49-F238E27FC236}">
                <a16:creationId xmlns:a16="http://schemas.microsoft.com/office/drawing/2014/main" id="{E4E1CDE7-C850-4F14-8D26-8BD1EE3D6D54}"/>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D2BEF25E-6F09-4B47-806E-462D7622D101}"/>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489129826"/>
      </p:ext>
    </p:extLst>
  </p:cSld>
  <p:clrMapOvr>
    <a:masterClrMapping/>
  </p:clrMapOvr>
  <p:hf hdr="0" dt="0"/>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Long Headline and 1 Column Dark">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6D4EA4B-84F0-4EB3-B6B4-6EAB903D2C21}"/>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5" name="Content Placeholder 7">
            <a:extLst>
              <a:ext uri="{FF2B5EF4-FFF2-40B4-BE49-F238E27FC236}">
                <a16:creationId xmlns:a16="http://schemas.microsoft.com/office/drawing/2014/main" id="{6DFCE48E-1DF3-48D6-BD43-BA3B9CE95A05}"/>
              </a:ext>
            </a:extLst>
          </p:cNvPr>
          <p:cNvSpPr>
            <a:spLocks noGrp="1"/>
          </p:cNvSpPr>
          <p:nvPr>
            <p:ph sz="quarter" idx="10" hasCustomPrompt="1"/>
          </p:nvPr>
        </p:nvSpPr>
        <p:spPr>
          <a:xfrm>
            <a:off x="381001" y="1371601"/>
            <a:ext cx="11430000" cy="4940300"/>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7" name="Footer Placeholder 3">
            <a:extLst>
              <a:ext uri="{FF2B5EF4-FFF2-40B4-BE49-F238E27FC236}">
                <a16:creationId xmlns:a16="http://schemas.microsoft.com/office/drawing/2014/main" id="{3646097A-7916-4EBE-A526-09FCBD84F6A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5EFDEB3F-4743-43EA-A121-ED3CB6054C7F}"/>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Slide Number Placeholder 1">
            <a:extLst>
              <a:ext uri="{FF2B5EF4-FFF2-40B4-BE49-F238E27FC236}">
                <a16:creationId xmlns:a16="http://schemas.microsoft.com/office/drawing/2014/main" id="{CAE8CB08-3B2A-44E5-8975-B69F3969CD42}"/>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400803976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ong Headline-subtitle and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949194"/>
            <a:ext cx="11430000" cy="4362706"/>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Palatino Linotype" panose="02040502050505030304" pitchFamily="18" charset="0"/>
              </a:defRPr>
            </a:lvl1pPr>
          </a:lstStyle>
          <a:p>
            <a:pPr lvl="0"/>
            <a:r>
              <a:rPr lang="en-GB"/>
              <a:t>Place subtitle here in Palatino Linotype 20pt</a:t>
            </a:r>
          </a:p>
        </p:txBody>
      </p:sp>
      <p:sp>
        <p:nvSpPr>
          <p:cNvPr id="9" name="Footer Placeholder 3">
            <a:extLst>
              <a:ext uri="{FF2B5EF4-FFF2-40B4-BE49-F238E27FC236}">
                <a16:creationId xmlns:a16="http://schemas.microsoft.com/office/drawing/2014/main" id="{06E1154F-E5DD-468F-85D1-17FC4F4386D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B5699EEA-1839-42AE-A096-1905CABA2755}"/>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986405932"/>
      </p:ext>
    </p:extLst>
  </p:cSld>
  <p:clrMapOvr>
    <a:masterClrMapping/>
  </p:clrMapOvr>
  <p:hf hdr="0" dt="0"/>
  <p:extLst>
    <p:ext uri="{DCECCB84-F9BA-43D5-87BE-67443E8EF086}">
      <p15:sldGuideLst xmlns:p15="http://schemas.microsoft.com/office/powerpoint/2012/main">
        <p15:guide id="1" orient="horz" pos="931">
          <p15:clr>
            <a:srgbClr val="547EBF"/>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lumns 2 - Headline + GT Sectr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0" y="3004457"/>
            <a:ext cx="5524500" cy="2865991"/>
          </a:xfrm>
        </p:spPr>
        <p:txBody>
          <a:bodyPr/>
          <a:lstStyle>
            <a:lvl1pPr marL="0" indent="0">
              <a:lnSpc>
                <a:spcPct val="90000"/>
              </a:lnSpc>
              <a:buNone/>
              <a:defRPr sz="2400">
                <a:solidFill>
                  <a:schemeClr val="accent1"/>
                </a:solidFill>
                <a:latin typeface="Palatino Linotype" panose="02040502050505030304" pitchFamily="18" charset="0"/>
              </a:defRPr>
            </a:lvl1pPr>
            <a:lvl2pPr marL="228600" indent="-228600">
              <a:buFont typeface="Arial" panose="020B0604020202020204" pitchFamily="34" charset="0"/>
              <a:buChar char="•"/>
              <a:defRPr sz="1800"/>
            </a:lvl2pPr>
            <a:lvl3pPr marL="457200">
              <a:buFont typeface="Arial" panose="020B0503030202060203" pitchFamily="34" charset="0"/>
              <a:buChar char="–"/>
              <a:defRPr sz="1800"/>
            </a:lvl3pPr>
            <a:lvl4pPr marL="685800">
              <a:buFont typeface="Arial" panose="020B0604020202020204" pitchFamily="34" charset="0"/>
              <a:buChar char="•"/>
              <a:defRPr sz="1600"/>
            </a:lvl4pPr>
            <a:lvl5pPr marL="914400">
              <a:buFont typeface="Arial" panose="020B0503030202060203" pitchFamily="34" charset="0"/>
              <a:buChar char="–"/>
              <a:defRPr sz="1600"/>
            </a:lvl5pPr>
          </a:lstStyle>
          <a:p>
            <a:pPr lvl="0"/>
            <a:r>
              <a:rPr lang="en-GB"/>
              <a:t>Place subtitle here in Palatino Linotype 24pt</a:t>
            </a:r>
            <a:r>
              <a:rPr lang="en-US"/>
              <a: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6" name="Content Placeholder 7">
            <a:extLst>
              <a:ext uri="{FF2B5EF4-FFF2-40B4-BE49-F238E27FC236}">
                <a16:creationId xmlns:a16="http://schemas.microsoft.com/office/drawing/2014/main" id="{CC1513EB-EC9B-9B42-BA12-BC659505A768}"/>
              </a:ext>
            </a:extLst>
          </p:cNvPr>
          <p:cNvSpPr>
            <a:spLocks noGrp="1"/>
          </p:cNvSpPr>
          <p:nvPr>
            <p:ph sz="quarter" idx="10" hasCustomPrompt="1"/>
          </p:nvPr>
        </p:nvSpPr>
        <p:spPr>
          <a:xfrm>
            <a:off x="6286499" y="1371601"/>
            <a:ext cx="5524500" cy="4502426"/>
          </a:xfrm>
        </p:spPr>
        <p:txBody>
          <a:bodyPr/>
          <a:lstStyle>
            <a:lvl1pPr>
              <a:defRPr/>
            </a:lvl1pPr>
            <a:lvl2pPr>
              <a:defRPr/>
            </a:lvl2pPr>
            <a:lvl3pPr>
              <a:defRPr/>
            </a:lvl3pPr>
            <a:lvl4pPr>
              <a:defRPr/>
            </a:lvl4pPr>
            <a:lvl5pPr>
              <a:defRPr/>
            </a:lvl5pPr>
          </a:lstStyle>
          <a:p>
            <a:pPr lvl="0"/>
            <a:r>
              <a:rPr lang="en-US"/>
              <a:t>Place text here 20pt</a:t>
            </a:r>
          </a:p>
          <a:p>
            <a:pPr lvl="1"/>
            <a:r>
              <a:rPr lang="en-US"/>
              <a:t>Second level 20pt</a:t>
            </a:r>
          </a:p>
          <a:p>
            <a:pPr lvl="2"/>
            <a:r>
              <a:rPr lang="en-US"/>
              <a:t>Third level 20pt</a:t>
            </a:r>
          </a:p>
          <a:p>
            <a:pPr lvl="3"/>
            <a:r>
              <a:rPr lang="en-US"/>
              <a:t>Fourth level 18pt</a:t>
            </a:r>
          </a:p>
          <a:p>
            <a:pPr lvl="4"/>
            <a:r>
              <a:rPr lang="en-US"/>
              <a:t>Fifth level 18pt</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1371601"/>
            <a:ext cx="5524499" cy="1632856"/>
          </a:xfrm>
        </p:spPr>
        <p:txBody>
          <a:bodyPr/>
          <a:lstStyle/>
          <a:p>
            <a:r>
              <a:rPr lang="en-GB"/>
              <a:t>Place headline here (36pt, min 30pt)</a:t>
            </a:r>
            <a:endParaRPr lang="en-US"/>
          </a:p>
        </p:txBody>
      </p:sp>
      <p:sp>
        <p:nvSpPr>
          <p:cNvPr id="9" name="Footer Placeholder 3">
            <a:extLst>
              <a:ext uri="{FF2B5EF4-FFF2-40B4-BE49-F238E27FC236}">
                <a16:creationId xmlns:a16="http://schemas.microsoft.com/office/drawing/2014/main" id="{0A51E00B-3AD2-4131-A1AF-2681835517E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6B5BAA4F-3169-4083-866F-71669DE395C8}"/>
              </a:ext>
            </a:extLst>
          </p:cNvPr>
          <p:cNvSpPr>
            <a:spLocks noGrp="1"/>
          </p:cNvSpPr>
          <p:nvPr>
            <p:ph type="sldNum" sz="quarter" idx="15"/>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511088843"/>
      </p:ext>
    </p:extLst>
  </p:cSld>
  <p:clrMapOvr>
    <a:masterClrMapping/>
  </p:clrMapOvr>
  <p:hf hdr="0" dt="0"/>
  <p:extLst>
    <p:ext uri="{DCECCB84-F9BA-43D5-87BE-67443E8EF086}">
      <p15:sldGuideLst xmlns:p15="http://schemas.microsoft.com/office/powerpoint/2012/main">
        <p15:guide id="1" orient="horz" pos="3720">
          <p15:clr>
            <a:srgbClr val="C35E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ong Headline and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87552"/>
          </a:xfrm>
        </p:spPr>
        <p:txBody>
          <a:bodyPr/>
          <a:lstStyle/>
          <a:p>
            <a:r>
              <a:rPr lang="en-GB"/>
              <a:t>Place headline here (36pt, min 30pt)</a:t>
            </a:r>
            <a:endParaRPr lang="en-US"/>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1371600"/>
            <a:ext cx="5524499" cy="493776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1371600"/>
            <a:ext cx="5524499" cy="493776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29BB8772-B000-40EC-8AE7-3AA41499E64B}"/>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280506533"/>
      </p:ext>
    </p:extLst>
  </p:cSld>
  <p:clrMapOvr>
    <a:masterClrMapping/>
  </p:clrMapOvr>
  <p:hf hdr="0" dt="0"/>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ong Headline-subtitle and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8830"/>
          </a:xfrm>
        </p:spPr>
        <p:txBody>
          <a:bodyPr/>
          <a:lstStyle/>
          <a:p>
            <a:r>
              <a:rPr lang="en-GB"/>
              <a:t>Place headline here (36pt, min 30pt)</a:t>
            </a:r>
            <a:endParaRPr lang="en-US"/>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1947672"/>
            <a:ext cx="5524499" cy="43616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1947672"/>
            <a:ext cx="5524499" cy="43616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2" name="Text Placeholder 3">
            <a:extLst>
              <a:ext uri="{FF2B5EF4-FFF2-40B4-BE49-F238E27FC236}">
                <a16:creationId xmlns:a16="http://schemas.microsoft.com/office/drawing/2014/main" id="{8A356218-065E-4505-9831-1D0329245679}"/>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Palatino Linotype" panose="02040502050505030304" pitchFamily="18" charset="0"/>
              </a:defRPr>
            </a:lvl1pPr>
          </a:lstStyle>
          <a:p>
            <a:pPr lvl="0"/>
            <a:r>
              <a:rPr lang="en-GB"/>
              <a:t>Place subtitle here in Palatino Linotype 20pt</a:t>
            </a:r>
          </a:p>
        </p:txBody>
      </p:sp>
      <p:sp>
        <p:nvSpPr>
          <p:cNvPr id="3" name="Slide Number Placeholder 2">
            <a:extLst>
              <a:ext uri="{FF2B5EF4-FFF2-40B4-BE49-F238E27FC236}">
                <a16:creationId xmlns:a16="http://schemas.microsoft.com/office/drawing/2014/main" id="{1A363034-F9EC-4A95-91E0-2E8019749311}"/>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506133301"/>
      </p:ext>
    </p:extLst>
  </p:cSld>
  <p:clrMapOvr>
    <a:masterClrMapping/>
  </p:clrMapOvr>
  <p:hf hdr="0" dt="0"/>
  <p:extLst>
    <p:ext uri="{DCECCB84-F9BA-43D5-87BE-67443E8EF086}">
      <p15:sldGuideLst xmlns:p15="http://schemas.microsoft.com/office/powerpoint/2012/main">
        <p15:guide id="1" orient="horz" pos="932">
          <p15:clr>
            <a:srgbClr val="547EBF"/>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Long Headline-subtitle and 2 Headings/Col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8830"/>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1949194"/>
            <a:ext cx="55245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3" name="Text Placeholder 2">
            <a:extLst>
              <a:ext uri="{FF2B5EF4-FFF2-40B4-BE49-F238E27FC236}">
                <a16:creationId xmlns:a16="http://schemas.microsoft.com/office/drawing/2014/main" id="{EDE1E44A-D007-46D2-9E20-283025607FF2}"/>
              </a:ext>
            </a:extLst>
          </p:cNvPr>
          <p:cNvSpPr>
            <a:spLocks noGrp="1"/>
          </p:cNvSpPr>
          <p:nvPr>
            <p:ph type="body" idx="14" hasCustomPrompt="1"/>
          </p:nvPr>
        </p:nvSpPr>
        <p:spPr>
          <a:xfrm>
            <a:off x="6286499" y="1949194"/>
            <a:ext cx="55245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2772154"/>
            <a:ext cx="5524499" cy="3101872"/>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2772154"/>
            <a:ext cx="5524499" cy="3101872"/>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2" name="Text Placeholder 3">
            <a:extLst>
              <a:ext uri="{FF2B5EF4-FFF2-40B4-BE49-F238E27FC236}">
                <a16:creationId xmlns:a16="http://schemas.microsoft.com/office/drawing/2014/main" id="{8A356218-065E-4505-9831-1D0329245679}"/>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Palatino Linotype" panose="02040502050505030304" pitchFamily="18" charset="0"/>
              </a:defRPr>
            </a:lvl1pPr>
          </a:lstStyle>
          <a:p>
            <a:pPr lvl="0"/>
            <a:r>
              <a:rPr lang="en-GB"/>
              <a:t>Place subtitle here in Palatino Linotype 20pt</a:t>
            </a:r>
          </a:p>
        </p:txBody>
      </p:sp>
      <p:sp>
        <p:nvSpPr>
          <p:cNvPr id="4" name="Slide Number Placeholder 3">
            <a:extLst>
              <a:ext uri="{FF2B5EF4-FFF2-40B4-BE49-F238E27FC236}">
                <a16:creationId xmlns:a16="http://schemas.microsoft.com/office/drawing/2014/main" id="{13A5F1A8-92F0-48CE-B27D-E2B7EE762F1A}"/>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13873400"/>
      </p:ext>
    </p:extLst>
  </p:cSld>
  <p:clrMapOvr>
    <a:masterClrMapping/>
  </p:clrMapOvr>
  <p:hf hdr="0" dt="0"/>
  <p:extLst>
    <p:ext uri="{DCECCB84-F9BA-43D5-87BE-67443E8EF086}">
      <p15:sldGuideLst xmlns:p15="http://schemas.microsoft.com/office/powerpoint/2012/main">
        <p15:guide id="1" orient="horz" pos="3708">
          <p15:clr>
            <a:srgbClr val="C35EA4"/>
          </p15:clr>
        </p15:guide>
        <p15:guide id="2" orient="horz" pos="932">
          <p15:clr>
            <a:srgbClr val="547EBF"/>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Long Headline and 3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3837"/>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4" name="Content Placeholder 3">
            <a:extLst>
              <a:ext uri="{FF2B5EF4-FFF2-40B4-BE49-F238E27FC236}">
                <a16:creationId xmlns:a16="http://schemas.microsoft.com/office/drawing/2014/main" id="{02BA4C27-1C65-4465-A8B1-ACE92701B4D0}"/>
              </a:ext>
            </a:extLst>
          </p:cNvPr>
          <p:cNvSpPr>
            <a:spLocks noGrp="1"/>
          </p:cNvSpPr>
          <p:nvPr>
            <p:ph sz="half" idx="2" hasCustomPrompt="1"/>
          </p:nvPr>
        </p:nvSpPr>
        <p:spPr>
          <a:xfrm>
            <a:off x="381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318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3" name="Content Placeholder 3">
            <a:extLst>
              <a:ext uri="{FF2B5EF4-FFF2-40B4-BE49-F238E27FC236}">
                <a16:creationId xmlns:a16="http://schemas.microsoft.com/office/drawing/2014/main" id="{DB26F5FE-8482-4C00-99C1-3FC3BEEE82C8}"/>
              </a:ext>
            </a:extLst>
          </p:cNvPr>
          <p:cNvSpPr>
            <a:spLocks noGrp="1"/>
          </p:cNvSpPr>
          <p:nvPr>
            <p:ph sz="half" idx="20" hasCustomPrompt="1"/>
          </p:nvPr>
        </p:nvSpPr>
        <p:spPr>
          <a:xfrm>
            <a:off x="4318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marL="11113" lvl="5" indent="0" algn="l" defTabSz="228600" rtl="0" eaLnBrk="1" latinLnBrk="0" hangingPunct="1">
              <a:lnSpc>
                <a:spcPct val="90000"/>
              </a:lnSpc>
              <a:spcBef>
                <a:spcPts val="0"/>
              </a:spcBef>
              <a:spcAft>
                <a:spcPts val="1200"/>
              </a:spcAft>
              <a:buFont typeface="Arial" panose="020B0503030202060203" pitchFamily="34" charset="0"/>
              <a:buNone/>
              <a:tabLst/>
            </a:pPr>
            <a:r>
              <a:rPr lang="en-US"/>
              <a:t>Sixth level 12pt</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318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6" name="Content Placeholder 3">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marL="11113" lvl="5" indent="0" algn="l" defTabSz="228600" rtl="0" eaLnBrk="1" latinLnBrk="0" hangingPunct="1">
              <a:lnSpc>
                <a:spcPct val="90000"/>
              </a:lnSpc>
              <a:spcBef>
                <a:spcPts val="0"/>
              </a:spcBef>
              <a:spcAft>
                <a:spcPts val="1200"/>
              </a:spcAft>
              <a:buFont typeface="Arial" panose="020B0503030202060203" pitchFamily="34" charset="0"/>
              <a:buNone/>
              <a:tabLst/>
            </a:pPr>
            <a:r>
              <a:rPr lang="en-US"/>
              <a:t>Sixth level 12pt</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3" name="Text Placeholder 3">
            <a:extLst>
              <a:ext uri="{FF2B5EF4-FFF2-40B4-BE49-F238E27FC236}">
                <a16:creationId xmlns:a16="http://schemas.microsoft.com/office/drawing/2014/main" id="{E974BDB1-DA1D-43EC-81BC-66135DB7B874}"/>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Palatino Linotype" panose="02040502050505030304" pitchFamily="18" charset="0"/>
              </a:defRPr>
            </a:lvl1pPr>
          </a:lstStyle>
          <a:p>
            <a:pPr lvl="0"/>
            <a:r>
              <a:rPr lang="en-GB"/>
              <a:t>Place subtitle here in Palatino Linotype 20pt</a:t>
            </a:r>
          </a:p>
        </p:txBody>
      </p:sp>
      <p:sp>
        <p:nvSpPr>
          <p:cNvPr id="15" name="Footer Placeholder 3">
            <a:extLst>
              <a:ext uri="{FF2B5EF4-FFF2-40B4-BE49-F238E27FC236}">
                <a16:creationId xmlns:a16="http://schemas.microsoft.com/office/drawing/2014/main" id="{FE860E3B-7BAE-4917-8F29-26AFBD0E72B1}"/>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5" name="Slide Number Placeholder 4">
            <a:extLst>
              <a:ext uri="{FF2B5EF4-FFF2-40B4-BE49-F238E27FC236}">
                <a16:creationId xmlns:a16="http://schemas.microsoft.com/office/drawing/2014/main" id="{AB7D7C41-6360-43FF-A192-982014655EFE}"/>
              </a:ext>
            </a:extLst>
          </p:cNvPr>
          <p:cNvSpPr>
            <a:spLocks noGrp="1"/>
          </p:cNvSpPr>
          <p:nvPr>
            <p:ph type="sldNum" sz="quarter" idx="26"/>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996975865"/>
      </p:ext>
    </p:extLst>
  </p:cSld>
  <p:clrMapOvr>
    <a:masterClrMapping/>
  </p:clrMapOvr>
  <p:hf hdr="0" dt="0"/>
  <p:extLst>
    <p:ext uri="{DCECCB84-F9BA-43D5-87BE-67443E8EF086}">
      <p15:sldGuideLst xmlns:p15="http://schemas.microsoft.com/office/powerpoint/2012/main">
        <p15:guide id="1" orient="horz" pos="3703">
          <p15:clr>
            <a:srgbClr val="C35EA4"/>
          </p15:clr>
        </p15:guide>
        <p15:guide id="2" orient="horz" pos="932">
          <p15:clr>
            <a:srgbClr val="547EBF"/>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Long Headline and 4 Colum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2571749"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2571749"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333375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333375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628650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628650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8" name="Text Placeholder 2">
            <a:extLst>
              <a:ext uri="{FF2B5EF4-FFF2-40B4-BE49-F238E27FC236}">
                <a16:creationId xmlns:a16="http://schemas.microsoft.com/office/drawing/2014/main" id="{6973701C-90E3-449B-A44A-0C66B0945601}"/>
              </a:ext>
            </a:extLst>
          </p:cNvPr>
          <p:cNvSpPr>
            <a:spLocks noGrp="1"/>
          </p:cNvSpPr>
          <p:nvPr>
            <p:ph type="body" idx="25" hasCustomPrompt="1"/>
          </p:nvPr>
        </p:nvSpPr>
        <p:spPr>
          <a:xfrm>
            <a:off x="923925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1" name="Text Placeholder 2">
            <a:extLst>
              <a:ext uri="{FF2B5EF4-FFF2-40B4-BE49-F238E27FC236}">
                <a16:creationId xmlns:a16="http://schemas.microsoft.com/office/drawing/2014/main" id="{D6CB018D-34A3-4417-AE76-9BB3793F0332}"/>
              </a:ext>
            </a:extLst>
          </p:cNvPr>
          <p:cNvSpPr>
            <a:spLocks noGrp="1"/>
          </p:cNvSpPr>
          <p:nvPr>
            <p:ph type="body" idx="27" hasCustomPrompt="1"/>
          </p:nvPr>
        </p:nvSpPr>
        <p:spPr>
          <a:xfrm>
            <a:off x="923925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6" name="Content Placeholder 3">
            <a:extLst>
              <a:ext uri="{FF2B5EF4-FFF2-40B4-BE49-F238E27FC236}">
                <a16:creationId xmlns:a16="http://schemas.microsoft.com/office/drawing/2014/main" id="{3BDC2B1A-D3A0-C04B-AEDB-0389C637EF1A}"/>
              </a:ext>
            </a:extLst>
          </p:cNvPr>
          <p:cNvSpPr>
            <a:spLocks noGrp="1"/>
          </p:cNvSpPr>
          <p:nvPr>
            <p:ph sz="half" idx="28" hasCustomPrompt="1"/>
          </p:nvPr>
        </p:nvSpPr>
        <p:spPr>
          <a:xfrm>
            <a:off x="381000"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17" name="Content Placeholder 3">
            <a:extLst>
              <a:ext uri="{FF2B5EF4-FFF2-40B4-BE49-F238E27FC236}">
                <a16:creationId xmlns:a16="http://schemas.microsoft.com/office/drawing/2014/main" id="{40F6CE73-9C88-264F-A7F2-A3D2B2D1938B}"/>
              </a:ext>
            </a:extLst>
          </p:cNvPr>
          <p:cNvSpPr>
            <a:spLocks noGrp="1"/>
          </p:cNvSpPr>
          <p:nvPr>
            <p:ph sz="half" idx="29" hasCustomPrompt="1"/>
          </p:nvPr>
        </p:nvSpPr>
        <p:spPr>
          <a:xfrm>
            <a:off x="3333751"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8" name="Content Placeholder 3">
            <a:extLst>
              <a:ext uri="{FF2B5EF4-FFF2-40B4-BE49-F238E27FC236}">
                <a16:creationId xmlns:a16="http://schemas.microsoft.com/office/drawing/2014/main" id="{5F289FE6-F2A2-784D-9D31-047C10F04CDF}"/>
              </a:ext>
            </a:extLst>
          </p:cNvPr>
          <p:cNvSpPr>
            <a:spLocks noGrp="1"/>
          </p:cNvSpPr>
          <p:nvPr>
            <p:ph sz="half" idx="30" hasCustomPrompt="1"/>
          </p:nvPr>
        </p:nvSpPr>
        <p:spPr>
          <a:xfrm>
            <a:off x="6286500" y="3145138"/>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9" name="Content Placeholder 3">
            <a:extLst>
              <a:ext uri="{FF2B5EF4-FFF2-40B4-BE49-F238E27FC236}">
                <a16:creationId xmlns:a16="http://schemas.microsoft.com/office/drawing/2014/main" id="{A079B5C1-1D0F-8F40-A376-4AE3B49D1B5A}"/>
              </a:ext>
            </a:extLst>
          </p:cNvPr>
          <p:cNvSpPr>
            <a:spLocks noGrp="1"/>
          </p:cNvSpPr>
          <p:nvPr>
            <p:ph sz="half" idx="31" hasCustomPrompt="1"/>
          </p:nvPr>
        </p:nvSpPr>
        <p:spPr>
          <a:xfrm>
            <a:off x="9239251"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3" name="Footer Placeholder 3">
            <a:extLst>
              <a:ext uri="{FF2B5EF4-FFF2-40B4-BE49-F238E27FC236}">
                <a16:creationId xmlns:a16="http://schemas.microsoft.com/office/drawing/2014/main" id="{83000718-AD47-4F1E-8F71-56356C940652}"/>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6" name="Title 1">
            <a:extLst>
              <a:ext uri="{FF2B5EF4-FFF2-40B4-BE49-F238E27FC236}">
                <a16:creationId xmlns:a16="http://schemas.microsoft.com/office/drawing/2014/main" id="{01BF3E00-F066-4583-A5B1-87DD1966679B}"/>
              </a:ext>
            </a:extLst>
          </p:cNvPr>
          <p:cNvSpPr>
            <a:spLocks noGrp="1"/>
          </p:cNvSpPr>
          <p:nvPr>
            <p:ph type="title" hasCustomPrompt="1"/>
          </p:nvPr>
        </p:nvSpPr>
        <p:spPr>
          <a:xfrm>
            <a:off x="381001" y="380999"/>
            <a:ext cx="11429999" cy="793837"/>
          </a:xfrm>
        </p:spPr>
        <p:txBody>
          <a:bodyPr/>
          <a:lstStyle/>
          <a:p>
            <a:r>
              <a:rPr lang="en-GB"/>
              <a:t>Place headline here (36pt, min 30pt)</a:t>
            </a:r>
            <a:endParaRPr lang="en-US"/>
          </a:p>
        </p:txBody>
      </p:sp>
      <p:sp>
        <p:nvSpPr>
          <p:cNvPr id="30" name="Text Placeholder 3">
            <a:extLst>
              <a:ext uri="{FF2B5EF4-FFF2-40B4-BE49-F238E27FC236}">
                <a16:creationId xmlns:a16="http://schemas.microsoft.com/office/drawing/2014/main" id="{5650FA89-A64B-4802-B6DF-D1844A843000}"/>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Palatino Linotype" panose="02040502050505030304" pitchFamily="18" charset="0"/>
              </a:defRPr>
            </a:lvl1pPr>
          </a:lstStyle>
          <a:p>
            <a:pPr lvl="0"/>
            <a:r>
              <a:rPr lang="en-GB"/>
              <a:t>Place subtitle here in Palatino Linotype 20pt</a:t>
            </a:r>
          </a:p>
        </p:txBody>
      </p:sp>
      <p:sp>
        <p:nvSpPr>
          <p:cNvPr id="2" name="Slide Number Placeholder 1">
            <a:extLst>
              <a:ext uri="{FF2B5EF4-FFF2-40B4-BE49-F238E27FC236}">
                <a16:creationId xmlns:a16="http://schemas.microsoft.com/office/drawing/2014/main" id="{5D5B1DD8-C71C-4D65-A58A-0A9A86DCED84}"/>
              </a:ext>
            </a:extLst>
          </p:cNvPr>
          <p:cNvSpPr>
            <a:spLocks noGrp="1"/>
          </p:cNvSpPr>
          <p:nvPr>
            <p:ph type="sldNum" sz="quarter" idx="3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292064258"/>
      </p:ext>
    </p:extLst>
  </p:cSld>
  <p:clrMapOvr>
    <a:masterClrMapping/>
  </p:clrMapOvr>
  <p:hf hdr="0" dt="0"/>
  <p:extLst>
    <p:ext uri="{DCECCB84-F9BA-43D5-87BE-67443E8EF086}">
      <p15:sldGuideLst xmlns:p15="http://schemas.microsoft.com/office/powerpoint/2012/main">
        <p15:guide id="1" orient="horz" pos="3698">
          <p15:clr>
            <a:srgbClr val="C35EA4"/>
          </p15:clr>
        </p15:guide>
        <p15:guide id="2" orient="horz" pos="932">
          <p15:clr>
            <a:srgbClr val="547EBF"/>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ong Headline and 5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798829"/>
          </a:xfrm>
        </p:spPr>
        <p:txBody>
          <a:bodyPr/>
          <a:lstStyle>
            <a:lvl1pPr>
              <a:defRPr sz="3600"/>
            </a:lvl1pPr>
          </a:lstStyle>
          <a:p>
            <a:r>
              <a:rPr lang="en-GB"/>
              <a:t>Place headline here (36pt, min 30pt)</a:t>
            </a:r>
            <a:endParaRPr lang="en-US"/>
          </a:p>
        </p:txBody>
      </p:sp>
      <p:sp>
        <p:nvSpPr>
          <p:cNvPr id="15" name="Picture Placeholder 13">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71377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22" name="Text Placeholder 21">
            <a:extLst>
              <a:ext uri="{FF2B5EF4-FFF2-40B4-BE49-F238E27FC236}">
                <a16:creationId xmlns:a16="http://schemas.microsoft.com/office/drawing/2014/main" id="{4C854DFB-B17D-45CF-98C3-3882DBE2C32C}"/>
              </a:ext>
            </a:extLst>
          </p:cNvPr>
          <p:cNvSpPr>
            <a:spLocks noGrp="1"/>
          </p:cNvSpPr>
          <p:nvPr>
            <p:ph type="body" sz="quarter" idx="19" hasCustomPrompt="1"/>
          </p:nvPr>
        </p:nvSpPr>
        <p:spPr>
          <a:xfrm>
            <a:off x="377415" y="3898899"/>
            <a:ext cx="1985504" cy="1971541"/>
          </a:xfrm>
        </p:spPr>
        <p:txBody>
          <a:bodyPr/>
          <a:lstStyle>
            <a:lvl1pPr marL="0" indent="0" algn="ctr">
              <a:lnSpc>
                <a:spcPct val="90000"/>
              </a:lnSpc>
              <a:spcAft>
                <a:spcPts val="600"/>
              </a:spcAft>
              <a:buFont typeface="Arial"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16" name="Text Placeholder 21">
            <a:extLst>
              <a:ext uri="{FF2B5EF4-FFF2-40B4-BE49-F238E27FC236}">
                <a16:creationId xmlns:a16="http://schemas.microsoft.com/office/drawing/2014/main" id="{C5D125FD-0D25-4E65-82F5-4E18FE84E47C}"/>
              </a:ext>
            </a:extLst>
          </p:cNvPr>
          <p:cNvSpPr>
            <a:spLocks noGrp="1"/>
          </p:cNvSpPr>
          <p:nvPr>
            <p:ph type="body" sz="quarter" idx="20" hasCustomPrompt="1"/>
          </p:nvPr>
        </p:nvSpPr>
        <p:spPr>
          <a:xfrm>
            <a:off x="2739435" y="3898899"/>
            <a:ext cx="1985504" cy="1979613"/>
          </a:xfrm>
        </p:spPr>
        <p:txBody>
          <a:bodyPr/>
          <a:lstStyle>
            <a:lvl1pPr marL="0" indent="0" algn="ctr">
              <a:lnSpc>
                <a:spcPct val="90000"/>
              </a:lnSpc>
              <a:spcAft>
                <a:spcPts val="600"/>
              </a:spcAft>
              <a:buFont typeface="Arial"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1" name="Text Placeholder 21">
            <a:extLst>
              <a:ext uri="{FF2B5EF4-FFF2-40B4-BE49-F238E27FC236}">
                <a16:creationId xmlns:a16="http://schemas.microsoft.com/office/drawing/2014/main" id="{5B124AA5-6419-4552-97B5-242DA08BE730}"/>
              </a:ext>
            </a:extLst>
          </p:cNvPr>
          <p:cNvSpPr>
            <a:spLocks noGrp="1"/>
          </p:cNvSpPr>
          <p:nvPr>
            <p:ph type="body" sz="quarter" idx="21" hasCustomPrompt="1"/>
          </p:nvPr>
        </p:nvSpPr>
        <p:spPr>
          <a:xfrm>
            <a:off x="5101455" y="3898899"/>
            <a:ext cx="1985504" cy="1979613"/>
          </a:xfrm>
        </p:spPr>
        <p:txBody>
          <a:bodyPr/>
          <a:lstStyle>
            <a:lvl1pPr marL="0" indent="0" algn="ctr">
              <a:lnSpc>
                <a:spcPct val="90000"/>
              </a:lnSpc>
              <a:spcAft>
                <a:spcPts val="600"/>
              </a:spcAft>
              <a:buFont typeface="Arial"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3" name="Text Placeholder 21">
            <a:extLst>
              <a:ext uri="{FF2B5EF4-FFF2-40B4-BE49-F238E27FC236}">
                <a16:creationId xmlns:a16="http://schemas.microsoft.com/office/drawing/2014/main" id="{A378CD97-B880-4BCB-AD71-A7C1C1C84891}"/>
              </a:ext>
            </a:extLst>
          </p:cNvPr>
          <p:cNvSpPr>
            <a:spLocks noGrp="1"/>
          </p:cNvSpPr>
          <p:nvPr>
            <p:ph type="body" sz="quarter" idx="22" hasCustomPrompt="1"/>
          </p:nvPr>
        </p:nvSpPr>
        <p:spPr>
          <a:xfrm>
            <a:off x="7463475" y="3898899"/>
            <a:ext cx="1985504" cy="1979613"/>
          </a:xfrm>
        </p:spPr>
        <p:txBody>
          <a:bodyPr/>
          <a:lstStyle>
            <a:lvl1pPr marL="0" indent="0" algn="ctr">
              <a:lnSpc>
                <a:spcPct val="90000"/>
              </a:lnSpc>
              <a:spcAft>
                <a:spcPts val="600"/>
              </a:spcAft>
              <a:buFont typeface="Arial"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4" name="Text Placeholder 21">
            <a:extLst>
              <a:ext uri="{FF2B5EF4-FFF2-40B4-BE49-F238E27FC236}">
                <a16:creationId xmlns:a16="http://schemas.microsoft.com/office/drawing/2014/main" id="{82CB6C29-05E0-4B43-A2EB-22FEB969E562}"/>
              </a:ext>
            </a:extLst>
          </p:cNvPr>
          <p:cNvSpPr>
            <a:spLocks noGrp="1"/>
          </p:cNvSpPr>
          <p:nvPr>
            <p:ph type="body" sz="quarter" idx="23" hasCustomPrompt="1"/>
          </p:nvPr>
        </p:nvSpPr>
        <p:spPr>
          <a:xfrm>
            <a:off x="9825496" y="3898899"/>
            <a:ext cx="1985504" cy="1979613"/>
          </a:xfrm>
        </p:spPr>
        <p:txBody>
          <a:bodyPr/>
          <a:lstStyle>
            <a:lvl1pPr marL="0" indent="0" algn="ctr">
              <a:lnSpc>
                <a:spcPct val="90000"/>
              </a:lnSpc>
              <a:spcAft>
                <a:spcPts val="600"/>
              </a:spcAft>
              <a:buFont typeface="Arial"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cxnSp>
        <p:nvCxnSpPr>
          <p:cNvPr id="4" name="Straight Connector 3">
            <a:extLst>
              <a:ext uri="{FF2B5EF4-FFF2-40B4-BE49-F238E27FC236}">
                <a16:creationId xmlns:a16="http://schemas.microsoft.com/office/drawing/2014/main" id="{B13EDE11-CE40-4943-AE63-A3B14CB3C037}"/>
              </a:ext>
            </a:extLst>
          </p:cNvPr>
          <p:cNvCxnSpPr>
            <a:cxnSpLocks/>
          </p:cNvCxnSpPr>
          <p:nvPr/>
        </p:nvCxnSpPr>
        <p:spPr>
          <a:xfrm>
            <a:off x="114156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7ED40C-58DA-45F1-8E80-6A74976C6E1E}"/>
              </a:ext>
            </a:extLst>
          </p:cNvPr>
          <p:cNvCxnSpPr/>
          <p:nvPr/>
        </p:nvCxnSpPr>
        <p:spPr>
          <a:xfrm>
            <a:off x="350358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91A22B2-C08A-41DA-ACB1-5B59B4CDA8DE}"/>
              </a:ext>
            </a:extLst>
          </p:cNvPr>
          <p:cNvCxnSpPr/>
          <p:nvPr/>
        </p:nvCxnSpPr>
        <p:spPr>
          <a:xfrm>
            <a:off x="586560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7D3E374-86AB-4A80-81AD-B09F07C51B80}"/>
              </a:ext>
            </a:extLst>
          </p:cNvPr>
          <p:cNvCxnSpPr/>
          <p:nvPr/>
        </p:nvCxnSpPr>
        <p:spPr>
          <a:xfrm>
            <a:off x="822762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3A5244A-D0CA-43CB-A0DB-296A219EDC9D}"/>
              </a:ext>
            </a:extLst>
          </p:cNvPr>
          <p:cNvCxnSpPr>
            <a:cxnSpLocks/>
          </p:cNvCxnSpPr>
          <p:nvPr/>
        </p:nvCxnSpPr>
        <p:spPr>
          <a:xfrm>
            <a:off x="10589648"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Picture Placeholder 13">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307579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0" name="Picture Placeholder 13">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43781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1" name="Picture Placeholder 13">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79983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2" name="Picture Placeholder 13">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161852"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3" name="Footer Placeholder 3">
            <a:extLst>
              <a:ext uri="{FF2B5EF4-FFF2-40B4-BE49-F238E27FC236}">
                <a16:creationId xmlns:a16="http://schemas.microsoft.com/office/drawing/2014/main" id="{57676F53-2AF5-4F44-9119-3C3347D1DA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4" name="Text Placeholder 3">
            <a:extLst>
              <a:ext uri="{FF2B5EF4-FFF2-40B4-BE49-F238E27FC236}">
                <a16:creationId xmlns:a16="http://schemas.microsoft.com/office/drawing/2014/main" id="{B8D97977-AAE6-4533-93CA-ADE704E9F4AD}"/>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Palatino Linotype" panose="02040502050505030304" pitchFamily="18" charset="0"/>
              </a:defRPr>
            </a:lvl1pPr>
          </a:lstStyle>
          <a:p>
            <a:pPr lvl="0"/>
            <a:r>
              <a:rPr lang="en-GB"/>
              <a:t>Place subtitle here in Palatino Linotype 20pt</a:t>
            </a:r>
          </a:p>
        </p:txBody>
      </p:sp>
      <p:sp>
        <p:nvSpPr>
          <p:cNvPr id="3" name="Slide Number Placeholder 2">
            <a:extLst>
              <a:ext uri="{FF2B5EF4-FFF2-40B4-BE49-F238E27FC236}">
                <a16:creationId xmlns:a16="http://schemas.microsoft.com/office/drawing/2014/main" id="{55D3E087-C0E5-4045-83EC-D0F38053E0B8}"/>
              </a:ext>
            </a:extLst>
          </p:cNvPr>
          <p:cNvSpPr>
            <a:spLocks noGrp="1"/>
          </p:cNvSpPr>
          <p:nvPr>
            <p:ph type="sldNum" sz="quarter" idx="28"/>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043615838"/>
      </p:ext>
    </p:extLst>
  </p:cSld>
  <p:clrMapOvr>
    <a:masterClrMapping/>
  </p:clrMapOvr>
  <p:hf hdr="0" dt="0"/>
  <p:extLst>
    <p:ext uri="{DCECCB84-F9BA-43D5-87BE-67443E8EF086}">
      <p15:sldGuideLst xmlns:p15="http://schemas.microsoft.com/office/powerpoint/2012/main">
        <p15:guide id="1" orient="horz" pos="3703">
          <p15:clr>
            <a:srgbClr val="C35EA4"/>
          </p15:clr>
        </p15:guide>
        <p15:guide id="2" orient="horz" pos="932">
          <p15:clr>
            <a:srgbClr val="547EBF"/>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ong Headline-Team 4-Box Shadow">
    <p:spTree>
      <p:nvGrpSpPr>
        <p:cNvPr id="1" name=""/>
        <p:cNvGrpSpPr/>
        <p:nvPr/>
      </p:nvGrpSpPr>
      <p:grpSpPr>
        <a:xfrm>
          <a:off x="0" y="0"/>
          <a:ext cx="0" cy="0"/>
          <a:chOff x="0" y="0"/>
          <a:chExt cx="0" cy="0"/>
        </a:xfrm>
      </p:grpSpPr>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1154655"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Font typeface="Arial" panose="020B0604020202020204" pitchFamily="34" charse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25DB0B2A-9775-46B0-9A40-F75EBFA4B45C}"/>
              </a:ext>
            </a:extLst>
          </p:cNvPr>
          <p:cNvSpPr>
            <a:spLocks noGrp="1"/>
          </p:cNvSpPr>
          <p:nvPr>
            <p:ph type="pic" sz="quarter" idx="27" hasCustomPrompt="1"/>
          </p:nvPr>
        </p:nvSpPr>
        <p:spPr>
          <a:xfrm>
            <a:off x="3817351"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3F6B5F-EAE7-44DA-BD77-6D66865CEB92}"/>
              </a:ext>
            </a:extLst>
          </p:cNvPr>
          <p:cNvSpPr>
            <a:spLocks noGrp="1"/>
          </p:cNvSpPr>
          <p:nvPr>
            <p:ph type="pic" sz="quarter" idx="28" hasCustomPrompt="1"/>
          </p:nvPr>
        </p:nvSpPr>
        <p:spPr>
          <a:xfrm>
            <a:off x="6480047"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AD8EF41C-E978-4139-80A4-73605C41EA35}"/>
              </a:ext>
            </a:extLst>
          </p:cNvPr>
          <p:cNvSpPr>
            <a:spLocks noGrp="1"/>
          </p:cNvSpPr>
          <p:nvPr>
            <p:ph type="pic" sz="quarter" idx="29" hasCustomPrompt="1"/>
          </p:nvPr>
        </p:nvSpPr>
        <p:spPr>
          <a:xfrm>
            <a:off x="9142743"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1154653" y="3914042"/>
            <a:ext cx="2047984" cy="2397858"/>
          </a:xfrm>
        </p:spPr>
        <p:txBody>
          <a:bodyPr/>
          <a:lstStyle>
            <a:lvl1pPr marL="0" indent="0">
              <a:lnSpc>
                <a:spcPct val="80000"/>
              </a:lnSpc>
              <a:spcAft>
                <a:spcPts val="600"/>
              </a:spcAft>
              <a:buFont typeface="Arial" panose="020B0604020202020204" pitchFamily="34" charset="0"/>
              <a:buNone/>
              <a:defRPr sz="2100" b="0" i="0">
                <a:solidFill>
                  <a:schemeClr val="accent2"/>
                </a:solidFill>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3817350" y="3914042"/>
            <a:ext cx="2047984" cy="2397858"/>
          </a:xfrm>
        </p:spPr>
        <p:txBody>
          <a:bodyPr/>
          <a:lstStyle>
            <a:lvl1pPr marL="0" indent="0">
              <a:lnSpc>
                <a:spcPct val="80000"/>
              </a:lnSpc>
              <a:spcAft>
                <a:spcPts val="600"/>
              </a:spcAft>
              <a:buFont typeface="Arial" panose="020B0604020202020204" pitchFamily="34" charset="0"/>
              <a:buNone/>
              <a:defRPr lang="en-US" sz="2100" b="0" i="0" kern="1200" dirty="0" smtClean="0">
                <a:solidFill>
                  <a:schemeClr val="accent2"/>
                </a:solidFill>
                <a:latin typeface="Palatino Linotype" panose="02040502050505030304" pitchFamily="18"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6480047" y="3914042"/>
            <a:ext cx="2047984" cy="2397858"/>
          </a:xfrm>
        </p:spPr>
        <p:txBody>
          <a:bodyPr/>
          <a:lstStyle>
            <a:lvl1pPr marL="0" indent="0">
              <a:lnSpc>
                <a:spcPct val="80000"/>
              </a:lnSpc>
              <a:spcAft>
                <a:spcPts val="600"/>
              </a:spcAft>
              <a:buFont typeface="Arial" panose="020B0604020202020204" pitchFamily="34" charset="0"/>
              <a:buNone/>
              <a:defRPr lang="en-US" sz="2100" b="0" i="0" kern="1200" dirty="0" smtClean="0">
                <a:solidFill>
                  <a:schemeClr val="accent2"/>
                </a:solidFill>
                <a:latin typeface="Palatino Linotype" panose="02040502050505030304" pitchFamily="18"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9142742" y="3914042"/>
            <a:ext cx="2047984" cy="2397858"/>
          </a:xfrm>
        </p:spPr>
        <p:txBody>
          <a:bodyPr/>
          <a:lstStyle>
            <a:lvl1pPr marL="0" indent="0">
              <a:lnSpc>
                <a:spcPct val="80000"/>
              </a:lnSpc>
              <a:spcAft>
                <a:spcPts val="600"/>
              </a:spcAft>
              <a:buFont typeface="Arial" panose="020B0604020202020204" pitchFamily="34" charset="0"/>
              <a:buNone/>
              <a:defRPr lang="en-US" sz="2100" b="0" i="0" kern="1200" dirty="0" smtClean="0">
                <a:solidFill>
                  <a:schemeClr val="accent2"/>
                </a:solidFill>
                <a:latin typeface="Palatino Linotype" panose="02040502050505030304" pitchFamily="18"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13" name="Footer Placeholder 3">
            <a:extLst>
              <a:ext uri="{FF2B5EF4-FFF2-40B4-BE49-F238E27FC236}">
                <a16:creationId xmlns:a16="http://schemas.microsoft.com/office/drawing/2014/main" id="{9310CF55-0D9B-41F8-8D1E-8BA74BC232B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684481D5-3713-4165-990F-CD2E7B955A03}"/>
              </a:ext>
            </a:extLst>
          </p:cNvPr>
          <p:cNvSpPr>
            <a:spLocks noGrp="1"/>
          </p:cNvSpPr>
          <p:nvPr>
            <p:ph type="sldNum" sz="quarter" idx="3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522710604"/>
      </p:ext>
    </p:extLst>
  </p:cSld>
  <p:clrMapOvr>
    <a:masterClrMapping/>
  </p:clrMapOvr>
  <p:hf hdr="0" dt="0"/>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Long Headline-Team 6-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bg1">
              <a:lumMod val="95000"/>
            </a:schemeClr>
          </a:solidFill>
        </p:spPr>
        <p:txBody>
          <a:bodyPr lIns="91440" tIns="0"/>
          <a:lstStyle>
            <a:lvl1pPr marL="0" indent="0">
              <a:buNone/>
              <a:defRPr sz="1800" b="0"/>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2" name="Text Placeholder 21">
            <a:extLst>
              <a:ext uri="{FF2B5EF4-FFF2-40B4-BE49-F238E27FC236}">
                <a16:creationId xmlns:a16="http://schemas.microsoft.com/office/drawing/2014/main" id="{6BEB5A56-DED2-134F-B0DE-11936982FFF4}"/>
              </a:ext>
            </a:extLst>
          </p:cNvPr>
          <p:cNvSpPr>
            <a:spLocks noGrp="1"/>
          </p:cNvSpPr>
          <p:nvPr>
            <p:ph type="body" sz="quarter" idx="19" hasCustomPrompt="1"/>
          </p:nvPr>
        </p:nvSpPr>
        <p:spPr>
          <a:xfrm>
            <a:off x="377415" y="3926552"/>
            <a:ext cx="1554480" cy="1943893"/>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8" name="Text Placeholder 21">
            <a:extLst>
              <a:ext uri="{FF2B5EF4-FFF2-40B4-BE49-F238E27FC236}">
                <a16:creationId xmlns:a16="http://schemas.microsoft.com/office/drawing/2014/main" id="{923321BD-6745-7944-910F-B8C8E4AC31DD}"/>
              </a:ext>
            </a:extLst>
          </p:cNvPr>
          <p:cNvSpPr>
            <a:spLocks noGrp="1"/>
          </p:cNvSpPr>
          <p:nvPr>
            <p:ph type="body" sz="quarter" idx="20" hasCustomPrompt="1"/>
          </p:nvPr>
        </p:nvSpPr>
        <p:spPr>
          <a:xfrm>
            <a:off x="2353236" y="3926552"/>
            <a:ext cx="1554480" cy="1951961"/>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9" name="Text Placeholder 21">
            <a:extLst>
              <a:ext uri="{FF2B5EF4-FFF2-40B4-BE49-F238E27FC236}">
                <a16:creationId xmlns:a16="http://schemas.microsoft.com/office/drawing/2014/main" id="{2A6C4DC7-1806-A74D-B434-61FF385F82AB}"/>
              </a:ext>
            </a:extLst>
          </p:cNvPr>
          <p:cNvSpPr>
            <a:spLocks noGrp="1"/>
          </p:cNvSpPr>
          <p:nvPr>
            <p:ph type="body" sz="quarter" idx="25" hasCustomPrompt="1"/>
          </p:nvPr>
        </p:nvSpPr>
        <p:spPr>
          <a:xfrm>
            <a:off x="4329057" y="3926552"/>
            <a:ext cx="1554480" cy="1951961"/>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0" name="Text Placeholder 21">
            <a:extLst>
              <a:ext uri="{FF2B5EF4-FFF2-40B4-BE49-F238E27FC236}">
                <a16:creationId xmlns:a16="http://schemas.microsoft.com/office/drawing/2014/main" id="{053D7F26-6DC1-034C-B572-B4BFE718C797}"/>
              </a:ext>
            </a:extLst>
          </p:cNvPr>
          <p:cNvSpPr>
            <a:spLocks noGrp="1"/>
          </p:cNvSpPr>
          <p:nvPr>
            <p:ph type="body" sz="quarter" idx="26" hasCustomPrompt="1"/>
          </p:nvPr>
        </p:nvSpPr>
        <p:spPr>
          <a:xfrm>
            <a:off x="6304878" y="3926552"/>
            <a:ext cx="1554480" cy="1951961"/>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2" name="Text Placeholder 21">
            <a:extLst>
              <a:ext uri="{FF2B5EF4-FFF2-40B4-BE49-F238E27FC236}">
                <a16:creationId xmlns:a16="http://schemas.microsoft.com/office/drawing/2014/main" id="{E075A489-B7B7-CE40-B061-D8A36AFCC817}"/>
              </a:ext>
            </a:extLst>
          </p:cNvPr>
          <p:cNvSpPr>
            <a:spLocks noGrp="1"/>
          </p:cNvSpPr>
          <p:nvPr>
            <p:ph type="body" sz="quarter" idx="27" hasCustomPrompt="1"/>
          </p:nvPr>
        </p:nvSpPr>
        <p:spPr>
          <a:xfrm>
            <a:off x="8280699" y="3926552"/>
            <a:ext cx="1554480" cy="1951961"/>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5" name="Text Placeholder 21">
            <a:extLst>
              <a:ext uri="{FF2B5EF4-FFF2-40B4-BE49-F238E27FC236}">
                <a16:creationId xmlns:a16="http://schemas.microsoft.com/office/drawing/2014/main" id="{FF2BF483-5EDC-9242-AD58-57E84F538C81}"/>
              </a:ext>
            </a:extLst>
          </p:cNvPr>
          <p:cNvSpPr>
            <a:spLocks noGrp="1"/>
          </p:cNvSpPr>
          <p:nvPr>
            <p:ph type="body" sz="quarter" idx="28" hasCustomPrompt="1"/>
          </p:nvPr>
        </p:nvSpPr>
        <p:spPr>
          <a:xfrm>
            <a:off x="10256520" y="3926552"/>
            <a:ext cx="1554480" cy="1951961"/>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7" name="Footer Placeholder 3">
            <a:extLst>
              <a:ext uri="{FF2B5EF4-FFF2-40B4-BE49-F238E27FC236}">
                <a16:creationId xmlns:a16="http://schemas.microsoft.com/office/drawing/2014/main" id="{BD665DCA-734C-4077-92CB-D7A9FCD67D9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BF3D474A-8A06-4078-BEBB-EBDCDD30231B}"/>
              </a:ext>
            </a:extLst>
          </p:cNvPr>
          <p:cNvSpPr>
            <a:spLocks noGrp="1"/>
          </p:cNvSpPr>
          <p:nvPr>
            <p:ph type="sldNum" sz="quarter" idx="29"/>
          </p:nvPr>
        </p:nvSpPr>
        <p:spPr/>
        <p:txBody>
          <a:bodyPr/>
          <a:lstStyle/>
          <a:p>
            <a:fld id="{804BFBA5-6622-4657-A915-630FEC1BA0AA}" type="slidenum">
              <a:rPr lang="es-ES" smtClean="0"/>
              <a:pPr/>
              <a:t>‹#›</a:t>
            </a:fld>
            <a:endParaRPr lang="es-ES"/>
          </a:p>
        </p:txBody>
      </p:sp>
      <p:sp>
        <p:nvSpPr>
          <p:cNvPr id="27" name="Picture Placeholder 4">
            <a:extLst>
              <a:ext uri="{FF2B5EF4-FFF2-40B4-BE49-F238E27FC236}">
                <a16:creationId xmlns:a16="http://schemas.microsoft.com/office/drawing/2014/main" id="{9FEF6117-B6D9-4841-8EFA-DF78BCFA9C0B}"/>
              </a:ext>
            </a:extLst>
          </p:cNvPr>
          <p:cNvSpPr>
            <a:spLocks noGrp="1"/>
          </p:cNvSpPr>
          <p:nvPr>
            <p:ph type="pic" sz="quarter" idx="30" hasCustomPrompt="1"/>
          </p:nvPr>
        </p:nvSpPr>
        <p:spPr>
          <a:xfrm>
            <a:off x="377415" y="3672216"/>
            <a:ext cx="457200" cy="27432"/>
          </a:xfrm>
          <a:solidFill>
            <a:schemeClr val="accent1"/>
          </a:solidFill>
        </p:spPr>
        <p:txBody>
          <a:bodyPr/>
          <a:lstStyle>
            <a:lvl1pPr>
              <a:buNone/>
              <a:defRPr sz="300"/>
            </a:lvl1pPr>
          </a:lstStyle>
          <a:p>
            <a:r>
              <a:rPr lang="en-GB"/>
              <a:t> </a:t>
            </a:r>
            <a:endParaRPr lang="en-US"/>
          </a:p>
        </p:txBody>
      </p:sp>
      <p:sp>
        <p:nvSpPr>
          <p:cNvPr id="38" name="Picture Placeholder 4">
            <a:extLst>
              <a:ext uri="{FF2B5EF4-FFF2-40B4-BE49-F238E27FC236}">
                <a16:creationId xmlns:a16="http://schemas.microsoft.com/office/drawing/2014/main" id="{90B0A6BB-BC70-4436-B334-35CF914D1772}"/>
              </a:ext>
            </a:extLst>
          </p:cNvPr>
          <p:cNvSpPr>
            <a:spLocks noGrp="1"/>
          </p:cNvSpPr>
          <p:nvPr>
            <p:ph type="pic" sz="quarter" idx="31" hasCustomPrompt="1"/>
          </p:nvPr>
        </p:nvSpPr>
        <p:spPr>
          <a:xfrm>
            <a:off x="2356104" y="3672216"/>
            <a:ext cx="457200" cy="27432"/>
          </a:xfrm>
          <a:solidFill>
            <a:schemeClr val="accent1"/>
          </a:solidFill>
        </p:spPr>
        <p:txBody>
          <a:bodyPr/>
          <a:lstStyle>
            <a:lvl1pPr>
              <a:buNone/>
              <a:defRPr sz="300"/>
            </a:lvl1pPr>
          </a:lstStyle>
          <a:p>
            <a:r>
              <a:rPr lang="en-GB"/>
              <a:t> </a:t>
            </a:r>
            <a:endParaRPr lang="en-US"/>
          </a:p>
        </p:txBody>
      </p:sp>
      <p:sp>
        <p:nvSpPr>
          <p:cNvPr id="39" name="Picture Placeholder 4">
            <a:extLst>
              <a:ext uri="{FF2B5EF4-FFF2-40B4-BE49-F238E27FC236}">
                <a16:creationId xmlns:a16="http://schemas.microsoft.com/office/drawing/2014/main" id="{EA23CA56-3568-4982-84E5-176DE32541C2}"/>
              </a:ext>
            </a:extLst>
          </p:cNvPr>
          <p:cNvSpPr>
            <a:spLocks noGrp="1"/>
          </p:cNvSpPr>
          <p:nvPr>
            <p:ph type="pic" sz="quarter" idx="32" hasCustomPrompt="1"/>
          </p:nvPr>
        </p:nvSpPr>
        <p:spPr>
          <a:xfrm>
            <a:off x="4331208" y="3672216"/>
            <a:ext cx="457200" cy="27432"/>
          </a:xfrm>
          <a:solidFill>
            <a:schemeClr val="accent1"/>
          </a:solidFill>
        </p:spPr>
        <p:txBody>
          <a:bodyPr/>
          <a:lstStyle>
            <a:lvl1pPr>
              <a:buNone/>
              <a:defRPr sz="300"/>
            </a:lvl1pPr>
          </a:lstStyle>
          <a:p>
            <a:r>
              <a:rPr lang="en-GB"/>
              <a:t> </a:t>
            </a:r>
            <a:endParaRPr lang="en-US"/>
          </a:p>
        </p:txBody>
      </p:sp>
      <p:sp>
        <p:nvSpPr>
          <p:cNvPr id="40" name="Picture Placeholder 4">
            <a:extLst>
              <a:ext uri="{FF2B5EF4-FFF2-40B4-BE49-F238E27FC236}">
                <a16:creationId xmlns:a16="http://schemas.microsoft.com/office/drawing/2014/main" id="{7E019EA7-B58E-4B17-A663-2E8CCD701589}"/>
              </a:ext>
            </a:extLst>
          </p:cNvPr>
          <p:cNvSpPr>
            <a:spLocks noGrp="1"/>
          </p:cNvSpPr>
          <p:nvPr>
            <p:ph type="pic" sz="quarter" idx="33" hasCustomPrompt="1"/>
          </p:nvPr>
        </p:nvSpPr>
        <p:spPr>
          <a:xfrm>
            <a:off x="6306312" y="3672216"/>
            <a:ext cx="457200" cy="27432"/>
          </a:xfrm>
          <a:solidFill>
            <a:schemeClr val="accent1"/>
          </a:solidFill>
        </p:spPr>
        <p:txBody>
          <a:bodyPr/>
          <a:lstStyle>
            <a:lvl1pPr>
              <a:buNone/>
              <a:defRPr sz="300"/>
            </a:lvl1pPr>
          </a:lstStyle>
          <a:p>
            <a:r>
              <a:rPr lang="en-GB"/>
              <a:t> </a:t>
            </a:r>
            <a:endParaRPr lang="en-US"/>
          </a:p>
        </p:txBody>
      </p:sp>
      <p:sp>
        <p:nvSpPr>
          <p:cNvPr id="44" name="Picture Placeholder 4">
            <a:extLst>
              <a:ext uri="{FF2B5EF4-FFF2-40B4-BE49-F238E27FC236}">
                <a16:creationId xmlns:a16="http://schemas.microsoft.com/office/drawing/2014/main" id="{9A57066F-5BF5-43F7-A9DA-1788B5511DA7}"/>
              </a:ext>
            </a:extLst>
          </p:cNvPr>
          <p:cNvSpPr>
            <a:spLocks noGrp="1"/>
          </p:cNvSpPr>
          <p:nvPr>
            <p:ph type="pic" sz="quarter" idx="34" hasCustomPrompt="1"/>
          </p:nvPr>
        </p:nvSpPr>
        <p:spPr>
          <a:xfrm>
            <a:off x="8281416" y="3672216"/>
            <a:ext cx="457200" cy="27432"/>
          </a:xfrm>
          <a:solidFill>
            <a:schemeClr val="accent1"/>
          </a:solidFill>
        </p:spPr>
        <p:txBody>
          <a:bodyPr/>
          <a:lstStyle>
            <a:lvl1pPr>
              <a:buNone/>
              <a:defRPr sz="300"/>
            </a:lvl1pPr>
          </a:lstStyle>
          <a:p>
            <a:r>
              <a:rPr lang="en-GB"/>
              <a:t> </a:t>
            </a:r>
            <a:endParaRPr lang="en-US"/>
          </a:p>
        </p:txBody>
      </p:sp>
      <p:sp>
        <p:nvSpPr>
          <p:cNvPr id="45" name="Picture Placeholder 4">
            <a:extLst>
              <a:ext uri="{FF2B5EF4-FFF2-40B4-BE49-F238E27FC236}">
                <a16:creationId xmlns:a16="http://schemas.microsoft.com/office/drawing/2014/main" id="{EA5F90EC-FB85-4041-85C1-409768D3A0C0}"/>
              </a:ext>
            </a:extLst>
          </p:cNvPr>
          <p:cNvSpPr>
            <a:spLocks noGrp="1"/>
          </p:cNvSpPr>
          <p:nvPr>
            <p:ph type="pic" sz="quarter" idx="35" hasCustomPrompt="1"/>
          </p:nvPr>
        </p:nvSpPr>
        <p:spPr>
          <a:xfrm>
            <a:off x="10256520" y="3672216"/>
            <a:ext cx="457200"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3517238911"/>
      </p:ext>
    </p:extLst>
  </p:cSld>
  <p:clrMapOvr>
    <a:masterClrMapping/>
  </p:clrMapOvr>
  <p:hf hdr="0" dt="0"/>
  <p:extLst>
    <p:ext uri="{DCECCB84-F9BA-43D5-87BE-67443E8EF086}">
      <p15:sldGuideLst xmlns:p15="http://schemas.microsoft.com/office/powerpoint/2012/main">
        <p15:guide id="1" orient="horz" pos="3703">
          <p15:clr>
            <a:srgbClr val="C35EA4"/>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Long Headline-Team 6-Dark">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tx1">
              <a:lumMod val="95000"/>
            </a:schemeClr>
          </a:solidFill>
        </p:spPr>
        <p:txBody>
          <a:bodyPr lIns="91440"/>
          <a:lstStyle>
            <a:lvl1pPr marL="0" indent="0">
              <a:buNone/>
              <a:defRPr sz="1800" b="0">
                <a:solidFill>
                  <a:schemeClr val="bg1"/>
                </a:solidFill>
              </a:defRPr>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377415" y="3926552"/>
            <a:ext cx="1554480" cy="1943892"/>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2353236" y="3926552"/>
            <a:ext cx="1554480" cy="1951961"/>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4329057" y="3926552"/>
            <a:ext cx="1554480" cy="1951960"/>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6304878" y="3926552"/>
            <a:ext cx="1554480" cy="1951960"/>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2" name="Text Placeholder 21">
            <a:extLst>
              <a:ext uri="{FF2B5EF4-FFF2-40B4-BE49-F238E27FC236}">
                <a16:creationId xmlns:a16="http://schemas.microsoft.com/office/drawing/2014/main" id="{6DA3268F-5CC4-7E4D-879D-3A3F1FBF6B55}"/>
              </a:ext>
            </a:extLst>
          </p:cNvPr>
          <p:cNvSpPr>
            <a:spLocks noGrp="1"/>
          </p:cNvSpPr>
          <p:nvPr>
            <p:ph type="body" sz="quarter" idx="27" hasCustomPrompt="1"/>
          </p:nvPr>
        </p:nvSpPr>
        <p:spPr>
          <a:xfrm>
            <a:off x="8280699" y="3926552"/>
            <a:ext cx="1554480" cy="1951958"/>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3" name="Text Placeholder 21">
            <a:extLst>
              <a:ext uri="{FF2B5EF4-FFF2-40B4-BE49-F238E27FC236}">
                <a16:creationId xmlns:a16="http://schemas.microsoft.com/office/drawing/2014/main" id="{855592D2-902A-1146-B433-6648BEC87843}"/>
              </a:ext>
            </a:extLst>
          </p:cNvPr>
          <p:cNvSpPr>
            <a:spLocks noGrp="1"/>
          </p:cNvSpPr>
          <p:nvPr>
            <p:ph type="body" sz="quarter" idx="28" hasCustomPrompt="1"/>
          </p:nvPr>
        </p:nvSpPr>
        <p:spPr>
          <a:xfrm>
            <a:off x="10256520" y="3926552"/>
            <a:ext cx="1554480" cy="1943890"/>
          </a:xfrm>
        </p:spPr>
        <p:txBody>
          <a:bodyPr/>
          <a:lstStyle>
            <a:lvl1pPr marL="0" indent="0">
              <a:lnSpc>
                <a:spcPct val="80000"/>
              </a:lnSpc>
              <a:spcAft>
                <a:spcPts val="600"/>
              </a:spcAft>
              <a:buFont typeface="Arial" panose="020B0604020202020204" pitchFamily="34" charset="0"/>
              <a:buNone/>
              <a:defRPr sz="2100" b="0" i="0">
                <a:latin typeface="Palatino Linotype" panose="02040502050505030304" pitchFamily="18" charset="0"/>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9" name="Footer Placeholder 3">
            <a:extLst>
              <a:ext uri="{FF2B5EF4-FFF2-40B4-BE49-F238E27FC236}">
                <a16:creationId xmlns:a16="http://schemas.microsoft.com/office/drawing/2014/main" id="{F748F9AD-5F56-42EC-9922-780EBA4436E9}"/>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2" name="GTS_WH" descr="Accenture Greater Than symbol in white">
            <a:extLst>
              <a:ext uri="{FF2B5EF4-FFF2-40B4-BE49-F238E27FC236}">
                <a16:creationId xmlns:a16="http://schemas.microsoft.com/office/drawing/2014/main" id="{B49891DC-D80E-4D1B-961E-1B567E0E453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 name="Slide Number Placeholder 2">
            <a:extLst>
              <a:ext uri="{FF2B5EF4-FFF2-40B4-BE49-F238E27FC236}">
                <a16:creationId xmlns:a16="http://schemas.microsoft.com/office/drawing/2014/main" id="{DE8FB076-B311-496F-8C11-2C54B06FBB3D}"/>
              </a:ext>
            </a:extLst>
          </p:cNvPr>
          <p:cNvSpPr>
            <a:spLocks noGrp="1"/>
          </p:cNvSpPr>
          <p:nvPr>
            <p:ph type="sldNum" sz="quarter" idx="29"/>
          </p:nvPr>
        </p:nvSpPr>
        <p:spPr/>
        <p:txBody>
          <a:bodyPr/>
          <a:lstStyle/>
          <a:p>
            <a:fld id="{804BFBA5-6622-4657-A915-630FEC1BA0AA}" type="slidenum">
              <a:rPr lang="es-ES" smtClean="0"/>
              <a:pPr/>
              <a:t>‹#›</a:t>
            </a:fld>
            <a:endParaRPr lang="es-ES"/>
          </a:p>
        </p:txBody>
      </p:sp>
      <p:sp>
        <p:nvSpPr>
          <p:cNvPr id="28" name="Picture Placeholder 4">
            <a:extLst>
              <a:ext uri="{FF2B5EF4-FFF2-40B4-BE49-F238E27FC236}">
                <a16:creationId xmlns:a16="http://schemas.microsoft.com/office/drawing/2014/main" id="{199DF3DD-2E34-4D79-8E11-12CE813E73FA}"/>
              </a:ext>
            </a:extLst>
          </p:cNvPr>
          <p:cNvSpPr>
            <a:spLocks noGrp="1"/>
          </p:cNvSpPr>
          <p:nvPr>
            <p:ph type="pic" sz="quarter" idx="30" hasCustomPrompt="1"/>
          </p:nvPr>
        </p:nvSpPr>
        <p:spPr>
          <a:xfrm>
            <a:off x="381000" y="3647164"/>
            <a:ext cx="457200" cy="27432"/>
          </a:xfrm>
          <a:solidFill>
            <a:schemeClr val="accent1"/>
          </a:solidFill>
        </p:spPr>
        <p:txBody>
          <a:bodyPr/>
          <a:lstStyle>
            <a:lvl1pPr>
              <a:buNone/>
              <a:defRPr sz="300"/>
            </a:lvl1pPr>
          </a:lstStyle>
          <a:p>
            <a:r>
              <a:rPr lang="en-GB"/>
              <a:t> </a:t>
            </a:r>
            <a:endParaRPr lang="en-US"/>
          </a:p>
        </p:txBody>
      </p:sp>
      <p:sp>
        <p:nvSpPr>
          <p:cNvPr id="35" name="Picture Placeholder 4">
            <a:extLst>
              <a:ext uri="{FF2B5EF4-FFF2-40B4-BE49-F238E27FC236}">
                <a16:creationId xmlns:a16="http://schemas.microsoft.com/office/drawing/2014/main" id="{6FCD1A94-A214-4264-842C-B5DA710C1F37}"/>
              </a:ext>
            </a:extLst>
          </p:cNvPr>
          <p:cNvSpPr>
            <a:spLocks noGrp="1"/>
          </p:cNvSpPr>
          <p:nvPr>
            <p:ph type="pic" sz="quarter" idx="31" hasCustomPrompt="1"/>
          </p:nvPr>
        </p:nvSpPr>
        <p:spPr>
          <a:xfrm>
            <a:off x="2356104" y="3647164"/>
            <a:ext cx="457200" cy="27432"/>
          </a:xfrm>
          <a:solidFill>
            <a:schemeClr val="accent1"/>
          </a:solidFill>
        </p:spPr>
        <p:txBody>
          <a:bodyPr/>
          <a:lstStyle>
            <a:lvl1pPr>
              <a:buNone/>
              <a:defRPr sz="300"/>
            </a:lvl1pPr>
          </a:lstStyle>
          <a:p>
            <a:r>
              <a:rPr lang="en-GB"/>
              <a:t> </a:t>
            </a:r>
            <a:endParaRPr lang="en-US"/>
          </a:p>
        </p:txBody>
      </p:sp>
      <p:sp>
        <p:nvSpPr>
          <p:cNvPr id="37" name="Picture Placeholder 4">
            <a:extLst>
              <a:ext uri="{FF2B5EF4-FFF2-40B4-BE49-F238E27FC236}">
                <a16:creationId xmlns:a16="http://schemas.microsoft.com/office/drawing/2014/main" id="{895C1CB4-E517-4380-8170-E8C0CA787FBA}"/>
              </a:ext>
            </a:extLst>
          </p:cNvPr>
          <p:cNvSpPr>
            <a:spLocks noGrp="1"/>
          </p:cNvSpPr>
          <p:nvPr>
            <p:ph type="pic" sz="quarter" idx="32" hasCustomPrompt="1"/>
          </p:nvPr>
        </p:nvSpPr>
        <p:spPr>
          <a:xfrm>
            <a:off x="4331208" y="3647164"/>
            <a:ext cx="457200" cy="27432"/>
          </a:xfrm>
          <a:solidFill>
            <a:schemeClr val="accent1"/>
          </a:solidFill>
        </p:spPr>
        <p:txBody>
          <a:bodyPr/>
          <a:lstStyle>
            <a:lvl1pPr>
              <a:buNone/>
              <a:defRPr sz="300"/>
            </a:lvl1pPr>
          </a:lstStyle>
          <a:p>
            <a:r>
              <a:rPr lang="en-GB"/>
              <a:t> </a:t>
            </a:r>
            <a:endParaRPr lang="en-US"/>
          </a:p>
        </p:txBody>
      </p:sp>
      <p:sp>
        <p:nvSpPr>
          <p:cNvPr id="38" name="Picture Placeholder 4">
            <a:extLst>
              <a:ext uri="{FF2B5EF4-FFF2-40B4-BE49-F238E27FC236}">
                <a16:creationId xmlns:a16="http://schemas.microsoft.com/office/drawing/2014/main" id="{6AFBE91E-BB56-4FAF-ADEB-859CA86F829F}"/>
              </a:ext>
            </a:extLst>
          </p:cNvPr>
          <p:cNvSpPr>
            <a:spLocks noGrp="1"/>
          </p:cNvSpPr>
          <p:nvPr>
            <p:ph type="pic" sz="quarter" idx="33" hasCustomPrompt="1"/>
          </p:nvPr>
        </p:nvSpPr>
        <p:spPr>
          <a:xfrm>
            <a:off x="6306312" y="3647164"/>
            <a:ext cx="457200" cy="27432"/>
          </a:xfrm>
          <a:solidFill>
            <a:schemeClr val="accent1"/>
          </a:solidFill>
        </p:spPr>
        <p:txBody>
          <a:bodyPr/>
          <a:lstStyle>
            <a:lvl1pPr>
              <a:buNone/>
              <a:defRPr sz="300"/>
            </a:lvl1pPr>
          </a:lstStyle>
          <a:p>
            <a:r>
              <a:rPr lang="en-GB"/>
              <a:t> </a:t>
            </a:r>
            <a:endParaRPr lang="en-US"/>
          </a:p>
        </p:txBody>
      </p:sp>
      <p:sp>
        <p:nvSpPr>
          <p:cNvPr id="39" name="Picture Placeholder 4">
            <a:extLst>
              <a:ext uri="{FF2B5EF4-FFF2-40B4-BE49-F238E27FC236}">
                <a16:creationId xmlns:a16="http://schemas.microsoft.com/office/drawing/2014/main" id="{15D78B8A-7ECF-44EE-A95F-FBD072A68894}"/>
              </a:ext>
            </a:extLst>
          </p:cNvPr>
          <p:cNvSpPr>
            <a:spLocks noGrp="1"/>
          </p:cNvSpPr>
          <p:nvPr>
            <p:ph type="pic" sz="quarter" idx="34" hasCustomPrompt="1"/>
          </p:nvPr>
        </p:nvSpPr>
        <p:spPr>
          <a:xfrm>
            <a:off x="8281416" y="3647164"/>
            <a:ext cx="457200" cy="27432"/>
          </a:xfrm>
          <a:solidFill>
            <a:schemeClr val="accent1"/>
          </a:solidFill>
        </p:spPr>
        <p:txBody>
          <a:bodyPr/>
          <a:lstStyle>
            <a:lvl1pPr>
              <a:buNone/>
              <a:defRPr sz="300"/>
            </a:lvl1pPr>
          </a:lstStyle>
          <a:p>
            <a:r>
              <a:rPr lang="en-GB"/>
              <a:t> </a:t>
            </a:r>
            <a:endParaRPr lang="en-US"/>
          </a:p>
        </p:txBody>
      </p:sp>
      <p:sp>
        <p:nvSpPr>
          <p:cNvPr id="40" name="Picture Placeholder 4">
            <a:extLst>
              <a:ext uri="{FF2B5EF4-FFF2-40B4-BE49-F238E27FC236}">
                <a16:creationId xmlns:a16="http://schemas.microsoft.com/office/drawing/2014/main" id="{F2F64C30-F694-4DC6-AAED-5ECA99ECCF51}"/>
              </a:ext>
            </a:extLst>
          </p:cNvPr>
          <p:cNvSpPr>
            <a:spLocks noGrp="1"/>
          </p:cNvSpPr>
          <p:nvPr>
            <p:ph type="pic" sz="quarter" idx="35" hasCustomPrompt="1"/>
          </p:nvPr>
        </p:nvSpPr>
        <p:spPr>
          <a:xfrm>
            <a:off x="10256520" y="3647164"/>
            <a:ext cx="457200"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259663324"/>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703">
          <p15:clr>
            <a:srgbClr val="C35EA4"/>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Long Headline-Team 8-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381000" y="1295233"/>
            <a:ext cx="3540355" cy="5016665"/>
          </a:xfrm>
        </p:spPr>
        <p:txBody>
          <a:bodyPr/>
          <a:lstStyle>
            <a:lvl1pPr>
              <a:defRPr/>
            </a:lvl1pPr>
            <a:lvl2pPr>
              <a:defRPr/>
            </a:lvl2pPr>
            <a:lvl3pPr>
              <a:defRPr/>
            </a:lvl3pPr>
            <a:lvl4pPr>
              <a:defRPr/>
            </a:lvl4pPr>
            <a:lvl5pPr>
              <a:defRPr/>
            </a:lvl5pPr>
          </a:lstStyle>
          <a:p>
            <a:pPr lvl="0"/>
            <a:r>
              <a:rPr lang="en-GB"/>
              <a:t>Place text here, use indent to access other levels 20pt</a:t>
            </a:r>
          </a:p>
          <a:p>
            <a:pPr lvl="1"/>
            <a:r>
              <a:rPr lang="en-GB"/>
              <a:t>Second level 20pt</a:t>
            </a:r>
          </a:p>
          <a:p>
            <a:pPr lvl="2"/>
            <a:r>
              <a:rPr lang="en-GB"/>
              <a:t>Third level 20pt</a:t>
            </a:r>
          </a:p>
          <a:p>
            <a:pPr lvl="3"/>
            <a:r>
              <a:rPr lang="en-GB"/>
              <a:t>Fourth level 18pt</a:t>
            </a:r>
          </a:p>
          <a:p>
            <a:pPr lvl="4"/>
            <a:r>
              <a:rPr lang="en-GB"/>
              <a:t>Fifth level 18pt</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45" name="Picture Placeholder 13">
            <a:extLst>
              <a:ext uri="{FF2B5EF4-FFF2-40B4-BE49-F238E27FC236}">
                <a16:creationId xmlns:a16="http://schemas.microsoft.com/office/drawing/2014/main" id="{CD7EAAF9-7102-4351-9F35-C40B3F381975}"/>
              </a:ext>
            </a:extLst>
          </p:cNvPr>
          <p:cNvSpPr>
            <a:spLocks noGrp="1"/>
          </p:cNvSpPr>
          <p:nvPr>
            <p:ph type="pic" sz="quarter" idx="16" hasCustomPrompt="1"/>
          </p:nvPr>
        </p:nvSpPr>
        <p:spPr>
          <a:xfrm>
            <a:off x="4325820"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CC40CB3D-DFEA-4056-B2DA-887E7C863243}"/>
              </a:ext>
            </a:extLst>
          </p:cNvPr>
          <p:cNvSpPr>
            <a:spLocks noGrp="1"/>
          </p:cNvSpPr>
          <p:nvPr>
            <p:ph type="pic" sz="quarter" idx="17" hasCustomPrompt="1"/>
          </p:nvPr>
        </p:nvSpPr>
        <p:spPr>
          <a:xfrm>
            <a:off x="6298231"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BABECB-6F2D-4068-AEE6-A603DAA72EFF}"/>
              </a:ext>
            </a:extLst>
          </p:cNvPr>
          <p:cNvSpPr>
            <a:spLocks noGrp="1"/>
          </p:cNvSpPr>
          <p:nvPr>
            <p:ph type="pic" sz="quarter" idx="18" hasCustomPrompt="1"/>
          </p:nvPr>
        </p:nvSpPr>
        <p:spPr>
          <a:xfrm>
            <a:off x="10243053"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914A31DD-59CB-48C9-9C28-954E6B85C623}"/>
              </a:ext>
            </a:extLst>
          </p:cNvPr>
          <p:cNvSpPr>
            <a:spLocks noGrp="1"/>
          </p:cNvSpPr>
          <p:nvPr>
            <p:ph type="pic" sz="quarter" idx="24" hasCustomPrompt="1"/>
          </p:nvPr>
        </p:nvSpPr>
        <p:spPr>
          <a:xfrm>
            <a:off x="8270642"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57" name="Text Placeholder 21">
            <a:extLst>
              <a:ext uri="{FF2B5EF4-FFF2-40B4-BE49-F238E27FC236}">
                <a16:creationId xmlns:a16="http://schemas.microsoft.com/office/drawing/2014/main" id="{224BCF40-5B7A-4471-B077-3EEE956ADC3D}"/>
              </a:ext>
            </a:extLst>
          </p:cNvPr>
          <p:cNvSpPr>
            <a:spLocks noGrp="1"/>
          </p:cNvSpPr>
          <p:nvPr>
            <p:ph type="body" sz="quarter" idx="25" hasCustomPrompt="1"/>
          </p:nvPr>
        </p:nvSpPr>
        <p:spPr>
          <a:xfrm>
            <a:off x="4325822" y="2786552"/>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58" name="Text Placeholder 21">
            <a:extLst>
              <a:ext uri="{FF2B5EF4-FFF2-40B4-BE49-F238E27FC236}">
                <a16:creationId xmlns:a16="http://schemas.microsoft.com/office/drawing/2014/main" id="{68E899C2-D12C-4214-88A5-B7A6E1BCDCEC}"/>
              </a:ext>
            </a:extLst>
          </p:cNvPr>
          <p:cNvSpPr>
            <a:spLocks noGrp="1"/>
          </p:cNvSpPr>
          <p:nvPr>
            <p:ph type="body" sz="quarter" idx="26" hasCustomPrompt="1"/>
          </p:nvPr>
        </p:nvSpPr>
        <p:spPr>
          <a:xfrm>
            <a:off x="6298233" y="2786552"/>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59" name="Text Placeholder 21">
            <a:extLst>
              <a:ext uri="{FF2B5EF4-FFF2-40B4-BE49-F238E27FC236}">
                <a16:creationId xmlns:a16="http://schemas.microsoft.com/office/drawing/2014/main" id="{66A0D763-27FE-421C-A5D9-19A08FC2D8D1}"/>
              </a:ext>
            </a:extLst>
          </p:cNvPr>
          <p:cNvSpPr>
            <a:spLocks noGrp="1"/>
          </p:cNvSpPr>
          <p:nvPr>
            <p:ph type="body" sz="quarter" idx="27" hasCustomPrompt="1"/>
          </p:nvPr>
        </p:nvSpPr>
        <p:spPr>
          <a:xfrm>
            <a:off x="8270644" y="2786552"/>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78" name="Text Placeholder 21">
            <a:extLst>
              <a:ext uri="{FF2B5EF4-FFF2-40B4-BE49-F238E27FC236}">
                <a16:creationId xmlns:a16="http://schemas.microsoft.com/office/drawing/2014/main" id="{43E52046-A5DE-47E3-A9A3-ADD4F6DB823B}"/>
              </a:ext>
            </a:extLst>
          </p:cNvPr>
          <p:cNvSpPr>
            <a:spLocks noGrp="1"/>
          </p:cNvSpPr>
          <p:nvPr>
            <p:ph type="body" sz="quarter" idx="28" hasCustomPrompt="1"/>
          </p:nvPr>
        </p:nvSpPr>
        <p:spPr>
          <a:xfrm>
            <a:off x="10243055" y="2786552"/>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32" name="Picture Placeholder 13">
            <a:extLst>
              <a:ext uri="{FF2B5EF4-FFF2-40B4-BE49-F238E27FC236}">
                <a16:creationId xmlns:a16="http://schemas.microsoft.com/office/drawing/2014/main" id="{BA696AEF-3D6B-2E4A-853E-8A8760E58D09}"/>
              </a:ext>
            </a:extLst>
          </p:cNvPr>
          <p:cNvSpPr>
            <a:spLocks noGrp="1"/>
          </p:cNvSpPr>
          <p:nvPr>
            <p:ph type="pic" sz="quarter" idx="43" hasCustomPrompt="1"/>
          </p:nvPr>
        </p:nvSpPr>
        <p:spPr>
          <a:xfrm>
            <a:off x="4325822"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3" name="Picture Placeholder 13">
            <a:extLst>
              <a:ext uri="{FF2B5EF4-FFF2-40B4-BE49-F238E27FC236}">
                <a16:creationId xmlns:a16="http://schemas.microsoft.com/office/drawing/2014/main" id="{05B98E7F-7333-A04B-94D4-281325401EF4}"/>
              </a:ext>
            </a:extLst>
          </p:cNvPr>
          <p:cNvSpPr>
            <a:spLocks noGrp="1"/>
          </p:cNvSpPr>
          <p:nvPr>
            <p:ph type="pic" sz="quarter" idx="44" hasCustomPrompt="1"/>
          </p:nvPr>
        </p:nvSpPr>
        <p:spPr>
          <a:xfrm>
            <a:off x="6298233"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4" name="Picture Placeholder 13">
            <a:extLst>
              <a:ext uri="{FF2B5EF4-FFF2-40B4-BE49-F238E27FC236}">
                <a16:creationId xmlns:a16="http://schemas.microsoft.com/office/drawing/2014/main" id="{B99C455B-37CC-4E44-8046-56AF81C16361}"/>
              </a:ext>
            </a:extLst>
          </p:cNvPr>
          <p:cNvSpPr>
            <a:spLocks noGrp="1"/>
          </p:cNvSpPr>
          <p:nvPr>
            <p:ph type="pic" sz="quarter" idx="45" hasCustomPrompt="1"/>
          </p:nvPr>
        </p:nvSpPr>
        <p:spPr>
          <a:xfrm>
            <a:off x="10243053"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5" name="Picture Placeholder 13">
            <a:extLst>
              <a:ext uri="{FF2B5EF4-FFF2-40B4-BE49-F238E27FC236}">
                <a16:creationId xmlns:a16="http://schemas.microsoft.com/office/drawing/2014/main" id="{AAA6B0A5-6A50-1640-8F39-F8AC766655FE}"/>
              </a:ext>
            </a:extLst>
          </p:cNvPr>
          <p:cNvSpPr>
            <a:spLocks noGrp="1"/>
          </p:cNvSpPr>
          <p:nvPr>
            <p:ph type="pic" sz="quarter" idx="46" hasCustomPrompt="1"/>
          </p:nvPr>
        </p:nvSpPr>
        <p:spPr>
          <a:xfrm>
            <a:off x="8270644"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0" name="Text Placeholder 21">
            <a:extLst>
              <a:ext uri="{FF2B5EF4-FFF2-40B4-BE49-F238E27FC236}">
                <a16:creationId xmlns:a16="http://schemas.microsoft.com/office/drawing/2014/main" id="{CDFBCAAC-9CA0-5A4E-8684-A49AAB0BA650}"/>
              </a:ext>
            </a:extLst>
          </p:cNvPr>
          <p:cNvSpPr>
            <a:spLocks noGrp="1"/>
          </p:cNvSpPr>
          <p:nvPr>
            <p:ph type="body" sz="quarter" idx="47" hasCustomPrompt="1"/>
          </p:nvPr>
        </p:nvSpPr>
        <p:spPr>
          <a:xfrm>
            <a:off x="4325822" y="5333480"/>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41" name="Text Placeholder 21">
            <a:extLst>
              <a:ext uri="{FF2B5EF4-FFF2-40B4-BE49-F238E27FC236}">
                <a16:creationId xmlns:a16="http://schemas.microsoft.com/office/drawing/2014/main" id="{0C025F6B-BD75-0A4C-87E1-147D69F7C5B9}"/>
              </a:ext>
            </a:extLst>
          </p:cNvPr>
          <p:cNvSpPr>
            <a:spLocks noGrp="1"/>
          </p:cNvSpPr>
          <p:nvPr>
            <p:ph type="body" sz="quarter" idx="48" hasCustomPrompt="1"/>
          </p:nvPr>
        </p:nvSpPr>
        <p:spPr>
          <a:xfrm>
            <a:off x="6298233" y="5333480"/>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42" name="Text Placeholder 21">
            <a:extLst>
              <a:ext uri="{FF2B5EF4-FFF2-40B4-BE49-F238E27FC236}">
                <a16:creationId xmlns:a16="http://schemas.microsoft.com/office/drawing/2014/main" id="{A9CB5A73-2496-3841-A61A-1965B0A6AD13}"/>
              </a:ext>
            </a:extLst>
          </p:cNvPr>
          <p:cNvSpPr>
            <a:spLocks noGrp="1"/>
          </p:cNvSpPr>
          <p:nvPr>
            <p:ph type="body" sz="quarter" idx="49" hasCustomPrompt="1"/>
          </p:nvPr>
        </p:nvSpPr>
        <p:spPr>
          <a:xfrm>
            <a:off x="8270644" y="5333480"/>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43" name="Text Placeholder 21">
            <a:extLst>
              <a:ext uri="{FF2B5EF4-FFF2-40B4-BE49-F238E27FC236}">
                <a16:creationId xmlns:a16="http://schemas.microsoft.com/office/drawing/2014/main" id="{886F547A-67CA-C749-B9EA-AA1142C31543}"/>
              </a:ext>
            </a:extLst>
          </p:cNvPr>
          <p:cNvSpPr>
            <a:spLocks noGrp="1"/>
          </p:cNvSpPr>
          <p:nvPr>
            <p:ph type="body" sz="quarter" idx="50" hasCustomPrompt="1"/>
          </p:nvPr>
        </p:nvSpPr>
        <p:spPr>
          <a:xfrm>
            <a:off x="10243055" y="5333480"/>
            <a:ext cx="1567945" cy="978418"/>
          </a:xfrm>
        </p:spPr>
        <p:txBody>
          <a:bodyPr/>
          <a:lstStyle>
            <a:lvl1pPr marL="0" indent="0">
              <a:lnSpc>
                <a:spcPct val="80000"/>
              </a:lnSpc>
              <a:spcAft>
                <a:spcPts val="200"/>
              </a:spcAft>
              <a:buFont typeface="Arial" panose="020B0604020202020204" pitchFamily="34" charset="0"/>
              <a:buNone/>
              <a:defRPr sz="1800" b="0" i="0">
                <a:latin typeface="Palatino Linotype" panose="02040502050505030304" pitchFamily="18"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Arial" panose="020B0503030202060203" pitchFamily="34" charset="0"/>
              <a:buNone/>
            </a:pPr>
            <a:r>
              <a:rPr lang="en-US"/>
              <a:t>Role 14pt</a:t>
            </a:r>
          </a:p>
        </p:txBody>
      </p:sp>
      <p:sp>
        <p:nvSpPr>
          <p:cNvPr id="50" name="Footer Placeholder 3">
            <a:extLst>
              <a:ext uri="{FF2B5EF4-FFF2-40B4-BE49-F238E27FC236}">
                <a16:creationId xmlns:a16="http://schemas.microsoft.com/office/drawing/2014/main" id="{A671D4FB-2F86-4AF3-89D0-D61D543789F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7B1014D8-C563-4003-8EBC-A9F6EE68BA63}"/>
              </a:ext>
            </a:extLst>
          </p:cNvPr>
          <p:cNvSpPr>
            <a:spLocks noGrp="1"/>
          </p:cNvSpPr>
          <p:nvPr>
            <p:ph type="sldNum" sz="quarter" idx="51"/>
          </p:nvPr>
        </p:nvSpPr>
        <p:spPr/>
        <p:txBody>
          <a:bodyPr/>
          <a:lstStyle/>
          <a:p>
            <a:fld id="{804BFBA5-6622-4657-A915-630FEC1BA0AA}" type="slidenum">
              <a:rPr lang="es-ES" smtClean="0"/>
              <a:pPr/>
              <a:t>‹#›</a:t>
            </a:fld>
            <a:endParaRPr lang="es-ES"/>
          </a:p>
        </p:txBody>
      </p:sp>
      <p:sp>
        <p:nvSpPr>
          <p:cNvPr id="31" name="Picture Placeholder 4">
            <a:extLst>
              <a:ext uri="{FF2B5EF4-FFF2-40B4-BE49-F238E27FC236}">
                <a16:creationId xmlns:a16="http://schemas.microsoft.com/office/drawing/2014/main" id="{1559D4A6-A7D1-4EAE-87E5-EB8A4B73E546}"/>
              </a:ext>
            </a:extLst>
          </p:cNvPr>
          <p:cNvSpPr>
            <a:spLocks noGrp="1"/>
          </p:cNvSpPr>
          <p:nvPr>
            <p:ph type="pic" sz="quarter" idx="52" hasCustomPrompt="1"/>
          </p:nvPr>
        </p:nvSpPr>
        <p:spPr>
          <a:xfrm>
            <a:off x="4325822" y="2616843"/>
            <a:ext cx="356616" cy="27432"/>
          </a:xfrm>
          <a:solidFill>
            <a:schemeClr val="accent1"/>
          </a:solidFill>
        </p:spPr>
        <p:txBody>
          <a:bodyPr/>
          <a:lstStyle>
            <a:lvl1pPr>
              <a:buNone/>
              <a:defRPr sz="300"/>
            </a:lvl1pPr>
          </a:lstStyle>
          <a:p>
            <a:r>
              <a:rPr lang="en-GB"/>
              <a:t> </a:t>
            </a:r>
            <a:endParaRPr lang="en-US"/>
          </a:p>
        </p:txBody>
      </p:sp>
      <p:sp>
        <p:nvSpPr>
          <p:cNvPr id="44" name="Picture Placeholder 4">
            <a:extLst>
              <a:ext uri="{FF2B5EF4-FFF2-40B4-BE49-F238E27FC236}">
                <a16:creationId xmlns:a16="http://schemas.microsoft.com/office/drawing/2014/main" id="{564E037C-8888-4DE6-88C4-A629CBF5F3A9}"/>
              </a:ext>
            </a:extLst>
          </p:cNvPr>
          <p:cNvSpPr>
            <a:spLocks noGrp="1"/>
          </p:cNvSpPr>
          <p:nvPr>
            <p:ph type="pic" sz="quarter" idx="53" hasCustomPrompt="1"/>
          </p:nvPr>
        </p:nvSpPr>
        <p:spPr>
          <a:xfrm>
            <a:off x="6298233" y="2616843"/>
            <a:ext cx="356616" cy="27432"/>
          </a:xfrm>
          <a:solidFill>
            <a:schemeClr val="accent1"/>
          </a:solidFill>
        </p:spPr>
        <p:txBody>
          <a:bodyPr/>
          <a:lstStyle>
            <a:lvl1pPr>
              <a:buNone/>
              <a:defRPr sz="300"/>
            </a:lvl1pPr>
          </a:lstStyle>
          <a:p>
            <a:r>
              <a:rPr lang="en-GB"/>
              <a:t> </a:t>
            </a:r>
            <a:endParaRPr lang="en-US"/>
          </a:p>
        </p:txBody>
      </p:sp>
      <p:sp>
        <p:nvSpPr>
          <p:cNvPr id="51" name="Picture Placeholder 4">
            <a:extLst>
              <a:ext uri="{FF2B5EF4-FFF2-40B4-BE49-F238E27FC236}">
                <a16:creationId xmlns:a16="http://schemas.microsoft.com/office/drawing/2014/main" id="{1DD1D133-7281-4297-B58B-4683B9743A55}"/>
              </a:ext>
            </a:extLst>
          </p:cNvPr>
          <p:cNvSpPr>
            <a:spLocks noGrp="1"/>
          </p:cNvSpPr>
          <p:nvPr>
            <p:ph type="pic" sz="quarter" idx="54" hasCustomPrompt="1"/>
          </p:nvPr>
        </p:nvSpPr>
        <p:spPr>
          <a:xfrm>
            <a:off x="8270644" y="2616843"/>
            <a:ext cx="356616" cy="27432"/>
          </a:xfrm>
          <a:solidFill>
            <a:schemeClr val="accent1"/>
          </a:solidFill>
        </p:spPr>
        <p:txBody>
          <a:bodyPr/>
          <a:lstStyle>
            <a:lvl1pPr>
              <a:buNone/>
              <a:defRPr sz="300"/>
            </a:lvl1pPr>
          </a:lstStyle>
          <a:p>
            <a:r>
              <a:rPr lang="en-GB"/>
              <a:t> </a:t>
            </a:r>
            <a:endParaRPr lang="en-US"/>
          </a:p>
        </p:txBody>
      </p:sp>
      <p:sp>
        <p:nvSpPr>
          <p:cNvPr id="52" name="Picture Placeholder 4">
            <a:extLst>
              <a:ext uri="{FF2B5EF4-FFF2-40B4-BE49-F238E27FC236}">
                <a16:creationId xmlns:a16="http://schemas.microsoft.com/office/drawing/2014/main" id="{4D49677A-CABE-49CD-A2EE-9EC21E15DF23}"/>
              </a:ext>
            </a:extLst>
          </p:cNvPr>
          <p:cNvSpPr>
            <a:spLocks noGrp="1"/>
          </p:cNvSpPr>
          <p:nvPr>
            <p:ph type="pic" sz="quarter" idx="55" hasCustomPrompt="1"/>
          </p:nvPr>
        </p:nvSpPr>
        <p:spPr>
          <a:xfrm>
            <a:off x="10243055" y="2616843"/>
            <a:ext cx="356616" cy="27432"/>
          </a:xfrm>
          <a:solidFill>
            <a:schemeClr val="accent1"/>
          </a:solidFill>
        </p:spPr>
        <p:txBody>
          <a:bodyPr/>
          <a:lstStyle>
            <a:lvl1pPr>
              <a:buNone/>
              <a:defRPr sz="300"/>
            </a:lvl1pPr>
          </a:lstStyle>
          <a:p>
            <a:r>
              <a:rPr lang="en-GB"/>
              <a:t> </a:t>
            </a:r>
            <a:endParaRPr lang="en-US"/>
          </a:p>
        </p:txBody>
      </p:sp>
      <p:sp>
        <p:nvSpPr>
          <p:cNvPr id="53" name="Picture Placeholder 4">
            <a:extLst>
              <a:ext uri="{FF2B5EF4-FFF2-40B4-BE49-F238E27FC236}">
                <a16:creationId xmlns:a16="http://schemas.microsoft.com/office/drawing/2014/main" id="{E46B730A-2104-4381-A7F8-6A08201D7F97}"/>
              </a:ext>
            </a:extLst>
          </p:cNvPr>
          <p:cNvSpPr>
            <a:spLocks noGrp="1"/>
          </p:cNvSpPr>
          <p:nvPr>
            <p:ph type="pic" sz="quarter" idx="56" hasCustomPrompt="1"/>
          </p:nvPr>
        </p:nvSpPr>
        <p:spPr>
          <a:xfrm>
            <a:off x="4325822" y="5165507"/>
            <a:ext cx="356616" cy="27432"/>
          </a:xfrm>
          <a:solidFill>
            <a:schemeClr val="accent1"/>
          </a:solidFill>
        </p:spPr>
        <p:txBody>
          <a:bodyPr/>
          <a:lstStyle>
            <a:lvl1pPr>
              <a:buNone/>
              <a:defRPr sz="300"/>
            </a:lvl1pPr>
          </a:lstStyle>
          <a:p>
            <a:r>
              <a:rPr lang="en-GB"/>
              <a:t> </a:t>
            </a:r>
            <a:endParaRPr lang="en-US"/>
          </a:p>
        </p:txBody>
      </p:sp>
      <p:sp>
        <p:nvSpPr>
          <p:cNvPr id="60" name="Picture Placeholder 4">
            <a:extLst>
              <a:ext uri="{FF2B5EF4-FFF2-40B4-BE49-F238E27FC236}">
                <a16:creationId xmlns:a16="http://schemas.microsoft.com/office/drawing/2014/main" id="{15BD8921-64C2-47AC-9DE2-E4DFFCBF7C64}"/>
              </a:ext>
            </a:extLst>
          </p:cNvPr>
          <p:cNvSpPr>
            <a:spLocks noGrp="1"/>
          </p:cNvSpPr>
          <p:nvPr>
            <p:ph type="pic" sz="quarter" idx="57" hasCustomPrompt="1"/>
          </p:nvPr>
        </p:nvSpPr>
        <p:spPr>
          <a:xfrm>
            <a:off x="6298233" y="5165507"/>
            <a:ext cx="356616" cy="27432"/>
          </a:xfrm>
          <a:solidFill>
            <a:schemeClr val="accent1"/>
          </a:solidFill>
        </p:spPr>
        <p:txBody>
          <a:bodyPr/>
          <a:lstStyle>
            <a:lvl1pPr>
              <a:buNone/>
              <a:defRPr sz="300"/>
            </a:lvl1pPr>
          </a:lstStyle>
          <a:p>
            <a:r>
              <a:rPr lang="en-GB"/>
              <a:t> </a:t>
            </a:r>
            <a:endParaRPr lang="en-US"/>
          </a:p>
        </p:txBody>
      </p:sp>
      <p:sp>
        <p:nvSpPr>
          <p:cNvPr id="61" name="Picture Placeholder 4">
            <a:extLst>
              <a:ext uri="{FF2B5EF4-FFF2-40B4-BE49-F238E27FC236}">
                <a16:creationId xmlns:a16="http://schemas.microsoft.com/office/drawing/2014/main" id="{3EF9A07C-1758-4B3E-A1CD-67412E56BBFE}"/>
              </a:ext>
            </a:extLst>
          </p:cNvPr>
          <p:cNvSpPr>
            <a:spLocks noGrp="1"/>
          </p:cNvSpPr>
          <p:nvPr>
            <p:ph type="pic" sz="quarter" idx="58" hasCustomPrompt="1"/>
          </p:nvPr>
        </p:nvSpPr>
        <p:spPr>
          <a:xfrm>
            <a:off x="8270644" y="5165507"/>
            <a:ext cx="356616" cy="27432"/>
          </a:xfrm>
          <a:solidFill>
            <a:schemeClr val="accent1"/>
          </a:solidFill>
        </p:spPr>
        <p:txBody>
          <a:bodyPr/>
          <a:lstStyle>
            <a:lvl1pPr>
              <a:buNone/>
              <a:defRPr sz="300"/>
            </a:lvl1pPr>
          </a:lstStyle>
          <a:p>
            <a:r>
              <a:rPr lang="en-GB"/>
              <a:t> </a:t>
            </a:r>
            <a:endParaRPr lang="en-US"/>
          </a:p>
        </p:txBody>
      </p:sp>
      <p:sp>
        <p:nvSpPr>
          <p:cNvPr id="62" name="Picture Placeholder 4">
            <a:extLst>
              <a:ext uri="{FF2B5EF4-FFF2-40B4-BE49-F238E27FC236}">
                <a16:creationId xmlns:a16="http://schemas.microsoft.com/office/drawing/2014/main" id="{25D8A2F3-A845-4271-8B71-45408EF9F6C1}"/>
              </a:ext>
            </a:extLst>
          </p:cNvPr>
          <p:cNvSpPr>
            <a:spLocks noGrp="1"/>
          </p:cNvSpPr>
          <p:nvPr>
            <p:ph type="pic" sz="quarter" idx="59" hasCustomPrompt="1"/>
          </p:nvPr>
        </p:nvSpPr>
        <p:spPr>
          <a:xfrm>
            <a:off x="10243053" y="5165507"/>
            <a:ext cx="356616"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2321965441"/>
      </p:ext>
    </p:extLst>
  </p:cSld>
  <p:clrMapOvr>
    <a:masterClrMapping/>
  </p:clrMapOvr>
  <p:hf hdr="0" dt="0"/>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Short Headline and Image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1"/>
            <a:ext cx="6096000" cy="6857999"/>
          </a:xfrm>
          <a:solidFill>
            <a:schemeClr val="bg1">
              <a:lumMod val="95000"/>
            </a:schemeClr>
          </a:solidFill>
        </p:spPr>
        <p:txBody>
          <a:bodyPr tIns="548640" anchor="t"/>
          <a:lstStyle>
            <a:lvl1pPr marL="0" indent="0" algn="ctr" defTabSz="914400" rtl="0" eaLnBrk="1" latinLnBrk="0" hangingPunct="1">
              <a:lnSpc>
                <a:spcPct val="100000"/>
              </a:lnSpc>
              <a:spcBef>
                <a:spcPts val="0"/>
              </a:spcBef>
              <a:spcAft>
                <a:spcPts val="1200"/>
              </a:spcAft>
              <a:buFont typeface="Arial" panose="020B0604020202020204" pitchFamily="34" charset="0"/>
              <a:buNone/>
              <a:defRPr lang="en-US" sz="1400" b="0" kern="1200" dirty="0">
                <a:solidFill>
                  <a:schemeClr val="tx1"/>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Drag picture to placeholder or click icon to add, then ‘Send to Back’</a:t>
            </a:r>
            <a:endParaRPr lang="en-US"/>
          </a:p>
        </p:txBody>
      </p:sp>
      <p:sp>
        <p:nvSpPr>
          <p:cNvPr id="5" name="Title 1">
            <a:extLst>
              <a:ext uri="{FF2B5EF4-FFF2-40B4-BE49-F238E27FC236}">
                <a16:creationId xmlns:a16="http://schemas.microsoft.com/office/drawing/2014/main" id="{1BB929FF-38D9-4792-A56F-C1810627FF9B}"/>
              </a:ext>
            </a:extLst>
          </p:cNvPr>
          <p:cNvSpPr>
            <a:spLocks noGrp="1"/>
          </p:cNvSpPr>
          <p:nvPr>
            <p:ph type="title" hasCustomPrompt="1"/>
          </p:nvPr>
        </p:nvSpPr>
        <p:spPr>
          <a:xfrm>
            <a:off x="381000" y="381000"/>
            <a:ext cx="5334000" cy="2667000"/>
          </a:xfrm>
        </p:spPr>
        <p:txBody>
          <a:bodyPr anchor="b"/>
          <a:lstStyle>
            <a:lvl1pPr>
              <a:defRPr sz="3600"/>
            </a:lvl1pPr>
          </a:lstStyle>
          <a:p>
            <a:r>
              <a:rPr lang="en-GB"/>
              <a:t>Place headline here (36pt, min 30pt)</a:t>
            </a:r>
            <a:endParaRPr lang="en-US"/>
          </a:p>
        </p:txBody>
      </p:sp>
      <p:pic>
        <p:nvPicPr>
          <p:cNvPr id="2" name="Picture 1">
            <a:extLst>
              <a:ext uri="{FF2B5EF4-FFF2-40B4-BE49-F238E27FC236}">
                <a16:creationId xmlns:a16="http://schemas.microsoft.com/office/drawing/2014/main" id="{296067A3-9F0D-44FB-B267-D94DE708562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11" name="Footer Placeholder 3">
            <a:extLst>
              <a:ext uri="{FF2B5EF4-FFF2-40B4-BE49-F238E27FC236}">
                <a16:creationId xmlns:a16="http://schemas.microsoft.com/office/drawing/2014/main" id="{AF384B1D-1AA1-4DD2-A317-08008594FFD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8" name="Text Placeholder 14">
            <a:extLst>
              <a:ext uri="{FF2B5EF4-FFF2-40B4-BE49-F238E27FC236}">
                <a16:creationId xmlns:a16="http://schemas.microsoft.com/office/drawing/2014/main" id="{4796047A-AB81-403A-B649-52C6F7827ECF}"/>
              </a:ext>
            </a:extLst>
          </p:cNvPr>
          <p:cNvSpPr>
            <a:spLocks noGrp="1"/>
          </p:cNvSpPr>
          <p:nvPr>
            <p:ph type="body" sz="quarter" idx="15" hasCustomPrompt="1"/>
          </p:nvPr>
        </p:nvSpPr>
        <p:spPr>
          <a:xfrm>
            <a:off x="381000" y="3267634"/>
            <a:ext cx="5330952" cy="3044265"/>
          </a:xfrm>
        </p:spPr>
        <p:txBody>
          <a:bodyPr/>
          <a:lstStyle>
            <a:lvl1pPr marL="0" indent="0">
              <a:lnSpc>
                <a:spcPct val="90000"/>
              </a:lnSpc>
              <a:buNone/>
              <a:defRPr sz="2400">
                <a:solidFill>
                  <a:schemeClr val="accent1"/>
                </a:solidFill>
                <a:latin typeface="Palatino Linotype" panose="02040502050505030304" pitchFamily="18" charset="0"/>
              </a:defRPr>
            </a:lvl1pPr>
            <a:lvl2pPr marL="228600" indent="-228600">
              <a:buFont typeface="Arial" panose="020B0604020202020204" pitchFamily="34" charset="0"/>
              <a:buChar char="•"/>
              <a:defRPr sz="1800"/>
            </a:lvl2pPr>
            <a:lvl3pPr marL="457200">
              <a:buFont typeface="Arial" panose="020B0503030202060203" pitchFamily="34" charset="0"/>
              <a:buChar char="–"/>
              <a:defRPr sz="1800"/>
            </a:lvl3pPr>
            <a:lvl4pPr marL="685800">
              <a:buFont typeface="Arial" panose="020B0604020202020204" pitchFamily="34" charset="0"/>
              <a:buChar char="•"/>
              <a:defRPr sz="1600"/>
            </a:lvl4pPr>
            <a:lvl5pPr marL="914400">
              <a:buFont typeface="Arial" panose="020B0503030202060203" pitchFamily="34" charset="0"/>
              <a:buChar char="–"/>
              <a:defRPr sz="1600"/>
            </a:lvl5pPr>
          </a:lstStyle>
          <a:p>
            <a:pPr lvl="0"/>
            <a:r>
              <a:rPr lang="en-GB"/>
              <a:t>Place subtitle here in Palatino Linotype 24pt</a:t>
            </a:r>
            <a:r>
              <a:rPr lang="en-US"/>
              <a: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4" name="Slide Number Placeholder 3">
            <a:extLst>
              <a:ext uri="{FF2B5EF4-FFF2-40B4-BE49-F238E27FC236}">
                <a16:creationId xmlns:a16="http://schemas.microsoft.com/office/drawing/2014/main" id="{336A2778-1AEF-4134-970E-9AB430A5206F}"/>
              </a:ext>
            </a:extLst>
          </p:cNvPr>
          <p:cNvSpPr>
            <a:spLocks noGrp="1"/>
          </p:cNvSpPr>
          <p:nvPr>
            <p:ph type="sldNum" sz="quarter" idx="16"/>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596896995"/>
      </p:ext>
    </p:extLst>
  </p:cSld>
  <p:clrMapOvr>
    <a:masterClrMapping/>
  </p:clrMapOvr>
  <p:hf hdr="0" dt="0"/>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Short Headline and Image 2">
    <p:bg>
      <p:bgPr>
        <a:solidFill>
          <a:schemeClr val="accent2"/>
        </a:solidFill>
        <a:effectLst/>
      </p:bgPr>
    </p:bg>
    <p:spTree>
      <p:nvGrpSpPr>
        <p:cNvPr id="1" name=""/>
        <p:cNvGrpSpPr/>
        <p:nvPr/>
      </p:nvGrpSpPr>
      <p:grpSpPr>
        <a:xfrm>
          <a:off x="0" y="0"/>
          <a:ext cx="0" cy="0"/>
          <a:chOff x="0" y="0"/>
          <a:chExt cx="0" cy="0"/>
        </a:xfrm>
      </p:grpSpPr>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1"/>
            <a:ext cx="6096024" cy="6309361"/>
          </a:xfrm>
          <a:solidFill>
            <a:schemeClr val="tx1">
              <a:lumMod val="95000"/>
            </a:schemeClr>
          </a:solidFill>
        </p:spPr>
        <p:txBody>
          <a:bodyPr lIns="0" tIns="210312" anchor="t"/>
          <a:lstStyle>
            <a:lvl1pPr marL="0" indent="0" algn="ctr">
              <a:buNone/>
              <a:defRPr sz="1400" b="0">
                <a:solidFill>
                  <a:schemeClr val="bg1"/>
                </a:solidFill>
              </a:defRPr>
            </a:lvl1pPr>
          </a:lstStyle>
          <a:p>
            <a:r>
              <a:rPr lang="en-GB"/>
              <a:t>Drag picture to placeholder or click icon to add</a:t>
            </a:r>
            <a:endParaRPr lang="en-US"/>
          </a:p>
        </p:txBody>
      </p:sp>
      <p:sp>
        <p:nvSpPr>
          <p:cNvPr id="10" name="Rectangle 9">
            <a:extLst>
              <a:ext uri="{FF2B5EF4-FFF2-40B4-BE49-F238E27FC236}">
                <a16:creationId xmlns:a16="http://schemas.microsoft.com/office/drawing/2014/main" id="{7F8DBAF1-DC97-4CAB-B174-0AAA55CCB2E8}"/>
              </a:ext>
            </a:extLst>
          </p:cNvPr>
          <p:cNvSpPr/>
          <p:nvPr/>
        </p:nvSpPr>
        <p:spPr bwMode="white">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3B30F4D9-6AB9-4693-B1C3-C7BE8D81EC93}"/>
              </a:ext>
            </a:extLst>
          </p:cNvPr>
          <p:cNvSpPr>
            <a:spLocks noGrp="1"/>
          </p:cNvSpPr>
          <p:nvPr>
            <p:ph type="title" hasCustomPrompt="1"/>
          </p:nvPr>
        </p:nvSpPr>
        <p:spPr>
          <a:xfrm>
            <a:off x="6476999" y="381000"/>
            <a:ext cx="5334000" cy="2667000"/>
          </a:xfrm>
        </p:spPr>
        <p:txBody>
          <a:bodyPr anchor="b"/>
          <a:lstStyle>
            <a:lvl1pPr>
              <a:defRPr sz="3600"/>
            </a:lvl1pPr>
          </a:lstStyle>
          <a:p>
            <a:r>
              <a:rPr lang="en-GB"/>
              <a:t>Place headline here (36pt, min 30pt)</a:t>
            </a:r>
            <a:endParaRPr lang="en-US"/>
          </a:p>
        </p:txBody>
      </p:sp>
      <p:sp>
        <p:nvSpPr>
          <p:cNvPr id="15" name="Footer Placeholder 3">
            <a:extLst>
              <a:ext uri="{FF2B5EF4-FFF2-40B4-BE49-F238E27FC236}">
                <a16:creationId xmlns:a16="http://schemas.microsoft.com/office/drawing/2014/main" id="{E567C369-8A33-4851-8646-E53D6E8D8CC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6" name="Text Placeholder 14">
            <a:extLst>
              <a:ext uri="{FF2B5EF4-FFF2-40B4-BE49-F238E27FC236}">
                <a16:creationId xmlns:a16="http://schemas.microsoft.com/office/drawing/2014/main" id="{C42B8317-AACA-4DC7-AD68-8986DF629972}"/>
              </a:ext>
            </a:extLst>
          </p:cNvPr>
          <p:cNvSpPr>
            <a:spLocks noGrp="1"/>
          </p:cNvSpPr>
          <p:nvPr>
            <p:ph type="body" sz="quarter" idx="14" hasCustomPrompt="1"/>
          </p:nvPr>
        </p:nvSpPr>
        <p:spPr>
          <a:xfrm>
            <a:off x="6480047" y="3264586"/>
            <a:ext cx="5330952" cy="3047313"/>
          </a:xfrm>
        </p:spPr>
        <p:txBody>
          <a:bodyPr/>
          <a:lstStyle>
            <a:lvl1pPr marL="0" indent="0">
              <a:lnSpc>
                <a:spcPct val="90000"/>
              </a:lnSpc>
              <a:buNone/>
              <a:defRPr sz="2400">
                <a:solidFill>
                  <a:schemeClr val="tx1"/>
                </a:solidFill>
                <a:latin typeface="Palatino Linotype" panose="02040502050505030304" pitchFamily="18" charset="0"/>
              </a:defRPr>
            </a:lvl1pPr>
            <a:lvl2pPr marL="228600" indent="-228600">
              <a:buFont typeface="Arial" panose="020B0604020202020204" pitchFamily="34" charset="0"/>
              <a:buChar char="•"/>
              <a:defRPr sz="1800">
                <a:solidFill>
                  <a:schemeClr val="tx1"/>
                </a:solidFill>
              </a:defRPr>
            </a:lvl2pPr>
            <a:lvl3pPr marL="457200">
              <a:buFont typeface="Arial" panose="020B0503030202060203" pitchFamily="34" charset="0"/>
              <a:buChar char="–"/>
              <a:defRPr sz="1800">
                <a:solidFill>
                  <a:schemeClr val="tx1"/>
                </a:solidFill>
              </a:defRPr>
            </a:lvl3pPr>
            <a:lvl4pPr marL="685800">
              <a:buFont typeface="Arial" panose="020B0604020202020204" pitchFamily="34" charset="0"/>
              <a:buChar char="•"/>
              <a:defRPr sz="1600">
                <a:solidFill>
                  <a:schemeClr val="tx1"/>
                </a:solidFill>
              </a:defRPr>
            </a:lvl4pPr>
            <a:lvl5pPr marL="914400">
              <a:buFont typeface="Arial" panose="020B0503030202060203" pitchFamily="34" charset="0"/>
              <a:buChar char="–"/>
              <a:defRPr sz="1600">
                <a:solidFill>
                  <a:schemeClr val="tx1"/>
                </a:solidFill>
              </a:defRPr>
            </a:lvl5pPr>
          </a:lstStyle>
          <a:p>
            <a:pPr lvl="0"/>
            <a:r>
              <a:rPr lang="en-GB"/>
              <a:t>Place subtitle here in Palatino Linotype 24pt, indent for other levels</a:t>
            </a:r>
            <a:endParaRPr lang="en-US"/>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12" name="GTS_WH" descr="Accenture Greater Than symbol in white">
            <a:extLst>
              <a:ext uri="{FF2B5EF4-FFF2-40B4-BE49-F238E27FC236}">
                <a16:creationId xmlns:a16="http://schemas.microsoft.com/office/drawing/2014/main" id="{9742AFA2-2F86-4FC9-AB33-FE5A8DC3B4C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Slide Number Placeholder 1">
            <a:extLst>
              <a:ext uri="{FF2B5EF4-FFF2-40B4-BE49-F238E27FC236}">
                <a16:creationId xmlns:a16="http://schemas.microsoft.com/office/drawing/2014/main" id="{ECF1D8E5-ED70-409D-A4B1-635A02DFE5A1}"/>
              </a:ext>
            </a:extLst>
          </p:cNvPr>
          <p:cNvSpPr>
            <a:spLocks noGrp="1"/>
          </p:cNvSpPr>
          <p:nvPr>
            <p:ph type="sldNum" sz="quarter" idx="1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116494401"/>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 image">
    <p:spTree>
      <p:nvGrpSpPr>
        <p:cNvPr id="1" name=""/>
        <p:cNvGrpSpPr/>
        <p:nvPr/>
      </p:nvGrpSpPr>
      <p:grpSpPr>
        <a:xfrm>
          <a:off x="0" y="0"/>
          <a:ext cx="0" cy="0"/>
          <a:chOff x="0" y="0"/>
          <a:chExt cx="0" cy="0"/>
        </a:xfrm>
      </p:grpSpPr>
      <p:pic>
        <p:nvPicPr>
          <p:cNvPr id="3" name="Picture Placeholder 19">
            <a:extLst>
              <a:ext uri="{FF2B5EF4-FFF2-40B4-BE49-F238E27FC236}">
                <a16:creationId xmlns:a16="http://schemas.microsoft.com/office/drawing/2014/main" id="{9128CE8F-D41A-47B9-921B-C6C1790F8F27}"/>
              </a:ext>
            </a:extLst>
          </p:cNvPr>
          <p:cNvPicPr>
            <a:picLocks noChangeAspect="1"/>
          </p:cNvPicPr>
          <p:nvPr/>
        </p:nvPicPr>
        <p:blipFill rotWithShape="1">
          <a:blip r:embed="rId2">
            <a:extLst>
              <a:ext uri="{28A0092B-C50C-407E-A947-70E740481C1C}">
                <a14:useLocalDpi xmlns:a14="http://schemas.microsoft.com/office/drawing/2010/main"/>
              </a:ext>
            </a:extLst>
          </a:blip>
          <a:srcRect/>
          <a:stretch/>
        </p:blipFill>
        <p:spPr>
          <a:xfrm>
            <a:off x="7026839" y="943234"/>
            <a:ext cx="4191000" cy="4976812"/>
          </a:xfrm>
          <a:prstGeom prst="rect">
            <a:avLst/>
          </a:prstGeom>
          <a:solidFill>
            <a:schemeClr val="tx2">
              <a:lumMod val="20000"/>
              <a:lumOff val="80000"/>
            </a:schemeClr>
          </a:solidFill>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bwMode="gray">
          <a:xfrm>
            <a:off x="6858001" y="744434"/>
            <a:ext cx="4190998" cy="4976446"/>
          </a:xfrm>
          <a:solidFill>
            <a:schemeClr val="bg1">
              <a:lumMod val="95000"/>
            </a:schemeClr>
          </a:solidFill>
          <a:effectLst/>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 54pt</a:t>
            </a:r>
          </a:p>
        </p:txBody>
      </p:sp>
      <p:sp>
        <p:nvSpPr>
          <p:cNvPr id="7" name="Footer Placeholder 3">
            <a:extLst>
              <a:ext uri="{FF2B5EF4-FFF2-40B4-BE49-F238E27FC236}">
                <a16:creationId xmlns:a16="http://schemas.microsoft.com/office/drawing/2014/main" id="{2D868995-C37B-451B-AE1C-89DE71F21353}"/>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4" name="Slide Number Placeholder 3">
            <a:extLst>
              <a:ext uri="{FF2B5EF4-FFF2-40B4-BE49-F238E27FC236}">
                <a16:creationId xmlns:a16="http://schemas.microsoft.com/office/drawing/2014/main" id="{39A06E6C-6576-4BA5-948F-BD9FE24FA052}"/>
              </a:ext>
            </a:extLst>
          </p:cNvPr>
          <p:cNvSpPr>
            <a:spLocks noGrp="1"/>
          </p:cNvSpPr>
          <p:nvPr>
            <p:ph type="sldNum" sz="quarter" idx="14"/>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397695045"/>
      </p:ext>
    </p:extLst>
  </p:cSld>
  <p:clrMapOvr>
    <a:masterClrMapping/>
  </p:clrMapOvr>
  <p:hf hdr="0" dt="0"/>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 image (alternative)">
    <p:spTree>
      <p:nvGrpSpPr>
        <p:cNvPr id="1" name=""/>
        <p:cNvGrpSpPr/>
        <p:nvPr/>
      </p:nvGrpSpPr>
      <p:grpSpPr>
        <a:xfrm>
          <a:off x="0" y="0"/>
          <a:ext cx="0" cy="0"/>
          <a:chOff x="0" y="0"/>
          <a:chExt cx="0" cy="0"/>
        </a:xfrm>
      </p:grpSpPr>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bwMode="gray">
          <a:xfrm>
            <a:off x="6858001" y="744434"/>
            <a:ext cx="4190998" cy="4976446"/>
          </a:xfrm>
          <a:solidFill>
            <a:schemeClr val="bg1">
              <a:lumMod val="95000"/>
            </a:schemeClr>
          </a:solidFill>
          <a:effectLst>
            <a:outerShdw dist="215900" dir="2700000" algn="tl" rotWithShape="0">
              <a:schemeClr val="accent1"/>
            </a:outerShdw>
          </a:effectLst>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 54pt</a:t>
            </a:r>
          </a:p>
        </p:txBody>
      </p:sp>
      <p:sp>
        <p:nvSpPr>
          <p:cNvPr id="7" name="Footer Placeholder 3">
            <a:extLst>
              <a:ext uri="{FF2B5EF4-FFF2-40B4-BE49-F238E27FC236}">
                <a16:creationId xmlns:a16="http://schemas.microsoft.com/office/drawing/2014/main" id="{2D868995-C37B-451B-AE1C-89DE71F21353}"/>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FD217B10-543D-46E3-A5E7-CA1C578F6F62}"/>
              </a:ext>
            </a:extLst>
          </p:cNvPr>
          <p:cNvSpPr>
            <a:spLocks noGrp="1"/>
          </p:cNvSpPr>
          <p:nvPr>
            <p:ph type="sldNum" sz="quarter" idx="14"/>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01116094"/>
      </p:ext>
    </p:extLst>
  </p:cSld>
  <p:clrMapOvr>
    <a:masterClrMapping/>
  </p:clrMapOvr>
  <p:hf hdr="0" dt="0"/>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Statistics 1">
    <p:bg>
      <p:bgRef idx="1001">
        <a:schemeClr val="bg1"/>
      </p:bgRef>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FF1C6BE-E6FE-4BD6-8477-A09403EEE56E}"/>
              </a:ext>
            </a:extLst>
          </p:cNvPr>
          <p:cNvSpPr/>
          <p:nvPr/>
        </p:nvSpPr>
        <p:spPr bwMode="white">
          <a:xfrm>
            <a:off x="-10" y="-3"/>
            <a:ext cx="6096008" cy="63119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2" name="Text Placeholder 32">
            <a:extLst>
              <a:ext uri="{FF2B5EF4-FFF2-40B4-BE49-F238E27FC236}">
                <a16:creationId xmlns:a16="http://schemas.microsoft.com/office/drawing/2014/main" id="{AC315915-FC9E-0942-980E-6C0E99FEA8DD}"/>
              </a:ext>
            </a:extLst>
          </p:cNvPr>
          <p:cNvSpPr>
            <a:spLocks noGrp="1"/>
          </p:cNvSpPr>
          <p:nvPr>
            <p:ph type="body" sz="quarter" idx="18" hasCustomPrompt="1"/>
          </p:nvPr>
        </p:nvSpPr>
        <p:spPr>
          <a:xfrm>
            <a:off x="380986" y="1490071"/>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92" y="0"/>
            <a:ext cx="6096008" cy="6311900"/>
          </a:xfrm>
          <a:solidFill>
            <a:schemeClr val="bg1">
              <a:lumMod val="95000"/>
            </a:schemeClr>
          </a:solidFill>
        </p:spPr>
        <p:txBody>
          <a:bodyPr tIns="457200" anchor="t"/>
          <a:lstStyle>
            <a:lvl1pPr marL="0" indent="0" algn="ctr">
              <a:buNone/>
              <a:defRPr sz="1400" b="0">
                <a:solidFill>
                  <a:schemeClr val="tx1"/>
                </a:solidFill>
              </a:defRPr>
            </a:lvl1pPr>
          </a:lstStyle>
          <a:p>
            <a:r>
              <a:rPr lang="en-GB"/>
              <a:t>Drag picture to placeholder or click icon to add</a:t>
            </a:r>
            <a:endParaRPr lang="en-US"/>
          </a:p>
        </p:txBody>
      </p:sp>
      <p:sp>
        <p:nvSpPr>
          <p:cNvPr id="27" name="Text Placeholder 26">
            <a:extLst>
              <a:ext uri="{FF2B5EF4-FFF2-40B4-BE49-F238E27FC236}">
                <a16:creationId xmlns:a16="http://schemas.microsoft.com/office/drawing/2014/main" id="{8D7539E0-EC97-4984-8CDD-85CC949BB7FB}"/>
              </a:ext>
            </a:extLst>
          </p:cNvPr>
          <p:cNvSpPr>
            <a:spLocks noGrp="1"/>
          </p:cNvSpPr>
          <p:nvPr>
            <p:ph type="body" sz="quarter" idx="13" hasCustomPrompt="1"/>
          </p:nvPr>
        </p:nvSpPr>
        <p:spPr>
          <a:xfrm>
            <a:off x="381001"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42" name="Straight Connector 41">
            <a:extLst>
              <a:ext uri="{FF2B5EF4-FFF2-40B4-BE49-F238E27FC236}">
                <a16:creationId xmlns:a16="http://schemas.microsoft.com/office/drawing/2014/main" id="{149C8D0A-C37D-4D9A-9703-8A0AFB18570C}"/>
              </a:ext>
            </a:extLst>
          </p:cNvPr>
          <p:cNvCxnSpPr>
            <a:cxnSpLocks/>
          </p:cNvCxnSpPr>
          <p:nvPr/>
        </p:nvCxnSpPr>
        <p:spPr>
          <a:xfrm>
            <a:off x="0" y="3155950"/>
            <a:ext cx="6096008"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2"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81001" y="3536948"/>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2" y="3536948"/>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53" name="Straight Connector 52">
            <a:extLst>
              <a:ext uri="{FF2B5EF4-FFF2-40B4-BE49-F238E27FC236}">
                <a16:creationId xmlns:a16="http://schemas.microsoft.com/office/drawing/2014/main" id="{1BE5BBCC-C957-48B6-99B6-EF1F3E80F622}"/>
              </a:ext>
            </a:extLst>
          </p:cNvPr>
          <p:cNvCxnSpPr>
            <a:cxnSpLocks/>
          </p:cNvCxnSpPr>
          <p:nvPr/>
        </p:nvCxnSpPr>
        <p:spPr>
          <a:xfrm>
            <a:off x="3047998" y="-2"/>
            <a:ext cx="0" cy="6311902"/>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94EF33C-E010-4503-AC38-BB48E62572E9}"/>
              </a:ext>
            </a:extLst>
          </p:cNvPr>
          <p:cNvSpPr/>
          <p:nvPr/>
        </p:nvSpPr>
        <p:spPr bwMode="white">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Placeholder 32">
            <a:extLst>
              <a:ext uri="{FF2B5EF4-FFF2-40B4-BE49-F238E27FC236}">
                <a16:creationId xmlns:a16="http://schemas.microsoft.com/office/drawing/2014/main" id="{15FC8104-48E6-B248-8FB6-974B5ABAE65B}"/>
              </a:ext>
            </a:extLst>
          </p:cNvPr>
          <p:cNvSpPr>
            <a:spLocks noGrp="1"/>
          </p:cNvSpPr>
          <p:nvPr>
            <p:ph type="body" sz="quarter" idx="22" hasCustomPrompt="1"/>
          </p:nvPr>
        </p:nvSpPr>
        <p:spPr>
          <a:xfrm>
            <a:off x="3428992" y="1490071"/>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 </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24" name="Text Placeholder 32">
            <a:extLst>
              <a:ext uri="{FF2B5EF4-FFF2-40B4-BE49-F238E27FC236}">
                <a16:creationId xmlns:a16="http://schemas.microsoft.com/office/drawing/2014/main" id="{27C860B3-C7A0-E840-9D83-305F7392029A}"/>
              </a:ext>
            </a:extLst>
          </p:cNvPr>
          <p:cNvSpPr>
            <a:spLocks noGrp="1"/>
          </p:cNvSpPr>
          <p:nvPr>
            <p:ph type="body" sz="quarter" idx="23" hasCustomPrompt="1"/>
          </p:nvPr>
        </p:nvSpPr>
        <p:spPr>
          <a:xfrm>
            <a:off x="380986" y="4646021"/>
            <a:ext cx="2285996" cy="1665879"/>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25" name="Text Placeholder 32">
            <a:extLst>
              <a:ext uri="{FF2B5EF4-FFF2-40B4-BE49-F238E27FC236}">
                <a16:creationId xmlns:a16="http://schemas.microsoft.com/office/drawing/2014/main" id="{0559DD1F-A98C-F14E-95DC-32EC947751EA}"/>
              </a:ext>
            </a:extLst>
          </p:cNvPr>
          <p:cNvSpPr>
            <a:spLocks noGrp="1"/>
          </p:cNvSpPr>
          <p:nvPr>
            <p:ph type="body" sz="quarter" idx="24" hasCustomPrompt="1"/>
          </p:nvPr>
        </p:nvSpPr>
        <p:spPr>
          <a:xfrm>
            <a:off x="3428992" y="4646020"/>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21" name="Footer Placeholder 3">
            <a:extLst>
              <a:ext uri="{FF2B5EF4-FFF2-40B4-BE49-F238E27FC236}">
                <a16:creationId xmlns:a16="http://schemas.microsoft.com/office/drawing/2014/main" id="{3B3ABE64-A2B2-4267-83DE-C2D349057BCF}"/>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bg1">
                    <a:alpha val="75000"/>
                  </a:schemeClr>
                </a:solidFill>
                <a:latin typeface="+mn-lt"/>
                <a:ea typeface="+mn-ea"/>
                <a:cs typeface="+mn-cs"/>
              </a:defRPr>
            </a:lvl1pPr>
          </a:lstStyle>
          <a:p>
            <a:r>
              <a:rPr lang="es-ES"/>
              <a:t>Copyright © 2020 Accenture. All rights reserved.</a:t>
            </a:r>
          </a:p>
        </p:txBody>
      </p:sp>
      <p:pic>
        <p:nvPicPr>
          <p:cNvPr id="19" name="Picture 18" descr="Accenture Greater Than symbol in white">
            <a:extLst>
              <a:ext uri="{FF2B5EF4-FFF2-40B4-BE49-F238E27FC236}">
                <a16:creationId xmlns:a16="http://schemas.microsoft.com/office/drawing/2014/main" id="{E8781F80-F3D9-42F9-B6EE-F6DC303E05F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black">
          <a:xfrm>
            <a:off x="381468" y="6482516"/>
            <a:ext cx="191087" cy="202328"/>
          </a:xfrm>
          <a:prstGeom prst="rect">
            <a:avLst/>
          </a:prstGeom>
        </p:spPr>
      </p:pic>
      <p:sp>
        <p:nvSpPr>
          <p:cNvPr id="2" name="Slide Number Placeholder 1">
            <a:extLst>
              <a:ext uri="{FF2B5EF4-FFF2-40B4-BE49-F238E27FC236}">
                <a16:creationId xmlns:a16="http://schemas.microsoft.com/office/drawing/2014/main" id="{32A306F6-3D4B-4153-AFB5-695424B80AC9}"/>
              </a:ext>
            </a:extLst>
          </p:cNvPr>
          <p:cNvSpPr>
            <a:spLocks noGrp="1"/>
          </p:cNvSpPr>
          <p:nvPr>
            <p:ph type="sldNum" sz="quarter" idx="25"/>
          </p:nvPr>
        </p:nvSpPr>
        <p:spPr/>
        <p:txBody>
          <a:bodyPr/>
          <a:lstStyle>
            <a:lvl1pPr>
              <a:defRPr>
                <a:solidFill>
                  <a:schemeClr val="bg1"/>
                </a:solidFill>
              </a:defRPr>
            </a:lvl1pPr>
          </a:lstStyle>
          <a:p>
            <a:fld id="{804BFBA5-6622-4657-A915-630FEC1BA0AA}" type="slidenum">
              <a:rPr lang="es-ES" smtClean="0"/>
              <a:pPr/>
              <a:t>‹#›</a:t>
            </a:fld>
            <a:endParaRPr lang="es-ES"/>
          </a:p>
        </p:txBody>
      </p:sp>
    </p:spTree>
    <p:extLst>
      <p:ext uri="{BB962C8B-B14F-4D97-AF65-F5344CB8AC3E}">
        <p14:creationId xmlns:p14="http://schemas.microsoft.com/office/powerpoint/2010/main" val="768465904"/>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istics 2">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8DBAF1-DC97-4CAB-B174-0AAA55CCB2E8}"/>
              </a:ext>
            </a:extLst>
          </p:cNvPr>
          <p:cNvSpPr/>
          <p:nvPr/>
        </p:nvSpPr>
        <p:spPr bwMode="white">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2E53630-789F-425F-8AB1-96EFF4EA1E46}"/>
              </a:ext>
            </a:extLst>
          </p:cNvPr>
          <p:cNvSpPr/>
          <p:nvPr/>
        </p:nvSpPr>
        <p:spPr bwMode="white">
          <a:xfrm>
            <a:off x="9144056" y="3155948"/>
            <a:ext cx="3047944" cy="315595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D16F949-3472-4EBC-9DC1-05EC807C9FC0}"/>
              </a:ext>
            </a:extLst>
          </p:cNvPr>
          <p:cNvSpPr/>
          <p:nvPr/>
        </p:nvSpPr>
        <p:spPr bwMode="white">
          <a:xfrm>
            <a:off x="3048000" y="3155948"/>
            <a:ext cx="3047968" cy="3155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76" y="-1"/>
            <a:ext cx="3048024" cy="3151189"/>
          </a:xfrm>
          <a:solidFill>
            <a:schemeClr val="bg1">
              <a:lumMod val="95000"/>
            </a:schemeClr>
          </a:solidFill>
        </p:spPr>
        <p:txBody>
          <a:bodyPr tIns="274320" anchor="t"/>
          <a:lstStyle>
            <a:lvl1pPr marL="0" indent="0" algn="ctr">
              <a:buNone/>
              <a:defRPr sz="1400" b="0">
                <a:solidFill>
                  <a:schemeClr val="tx1"/>
                </a:solidFill>
              </a:defRPr>
            </a:lvl1pPr>
          </a:lstStyle>
          <a:p>
            <a:r>
              <a:rPr lang="en-GB"/>
              <a:t>Drag picture to placeholder </a:t>
            </a:r>
          </a:p>
          <a:p>
            <a:r>
              <a:rPr lang="en-GB"/>
              <a:t>or click icon to add</a:t>
            </a:r>
            <a:endParaRPr lang="en-US"/>
          </a:p>
        </p:txBody>
      </p: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7"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7" name="Text Placeholder 32">
            <a:extLst>
              <a:ext uri="{FF2B5EF4-FFF2-40B4-BE49-F238E27FC236}">
                <a16:creationId xmlns:a16="http://schemas.microsoft.com/office/drawing/2014/main" id="{705CC01D-6D66-4B27-8D0E-E2205E002C2F}"/>
              </a:ext>
            </a:extLst>
          </p:cNvPr>
          <p:cNvSpPr>
            <a:spLocks noGrp="1"/>
          </p:cNvSpPr>
          <p:nvPr>
            <p:ph type="body" sz="quarter" idx="18" hasCustomPrompt="1"/>
          </p:nvPr>
        </p:nvSpPr>
        <p:spPr>
          <a:xfrm>
            <a:off x="9525005" y="1490071"/>
            <a:ext cx="2285995"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8" y="3538763"/>
            <a:ext cx="2285996" cy="912223"/>
          </a:xfrm>
        </p:spPr>
        <p:txBody>
          <a:bodyPr anchor="ctr"/>
          <a:lstStyle>
            <a:lvl1pPr marL="0" indent="0">
              <a:buNone/>
              <a:defRPr lang="en-US" sz="4800" b="1" kern="1200" dirty="0">
                <a:solidFill>
                  <a:schemeClr val="bg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9" name="Text Placeholder 32">
            <a:extLst>
              <a:ext uri="{FF2B5EF4-FFF2-40B4-BE49-F238E27FC236}">
                <a16:creationId xmlns:a16="http://schemas.microsoft.com/office/drawing/2014/main" id="{D36C84D9-D180-4ECA-9C39-AB74A8A3E6B1}"/>
              </a:ext>
            </a:extLst>
          </p:cNvPr>
          <p:cNvSpPr>
            <a:spLocks noGrp="1"/>
          </p:cNvSpPr>
          <p:nvPr>
            <p:ph type="body" sz="quarter" idx="20" hasCustomPrompt="1"/>
          </p:nvPr>
        </p:nvSpPr>
        <p:spPr>
          <a:xfrm>
            <a:off x="3428986" y="4647836"/>
            <a:ext cx="2285995" cy="1284879"/>
          </a:xfrm>
        </p:spPr>
        <p:txBody>
          <a:bodyPr/>
          <a:lstStyle>
            <a:lvl1pPr marL="0" indent="0">
              <a:spcAft>
                <a:spcPts val="600"/>
              </a:spcAft>
              <a:buNone/>
              <a:defRPr lang="en-US" sz="2000" b="1" kern="1200" dirty="0" smtClean="0">
                <a:solidFill>
                  <a:schemeClr val="bg1"/>
                </a:solidFill>
                <a:latin typeface="+mj-lt"/>
                <a:ea typeface="+mn-ea"/>
                <a:cs typeface="+mn-cs"/>
              </a:defRPr>
            </a:lvl1pPr>
            <a:lvl2pPr marL="0" indent="0">
              <a:spcAft>
                <a:spcPts val="600"/>
              </a:spcAft>
              <a:buNone/>
              <a:defRPr lang="en-US" sz="1600" kern="1200" dirty="0">
                <a:solidFill>
                  <a:schemeClr val="bg1"/>
                </a:solidFill>
                <a:latin typeface="+mn-lt"/>
                <a:ea typeface="+mn-ea"/>
                <a:cs typeface="+mn-cs"/>
              </a:defRPr>
            </a:lvl2pPr>
            <a:lvl3pPr marL="285750" indent="-285750">
              <a:spcAft>
                <a:spcPts val="600"/>
              </a:spcAft>
              <a:defRPr lang="en-US" sz="1600" kern="1200" dirty="0">
                <a:solidFill>
                  <a:schemeClr val="bg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6" y="3538763"/>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1" name="Text Placeholder 32">
            <a:extLst>
              <a:ext uri="{FF2B5EF4-FFF2-40B4-BE49-F238E27FC236}">
                <a16:creationId xmlns:a16="http://schemas.microsoft.com/office/drawing/2014/main" id="{2ACA6616-E51D-4660-96C1-738E6693FAD3}"/>
              </a:ext>
            </a:extLst>
          </p:cNvPr>
          <p:cNvSpPr>
            <a:spLocks noGrp="1"/>
          </p:cNvSpPr>
          <p:nvPr>
            <p:ph type="body" sz="quarter" idx="22" hasCustomPrompt="1"/>
          </p:nvPr>
        </p:nvSpPr>
        <p:spPr>
          <a:xfrm>
            <a:off x="6476994" y="4647835"/>
            <a:ext cx="2285995"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21" name="Picture Placeholder 35">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155942"/>
            <a:ext cx="3048000" cy="3155958"/>
          </a:xfrm>
          <a:solidFill>
            <a:schemeClr val="bg1">
              <a:lumMod val="95000"/>
            </a:schemeClr>
          </a:solidFill>
        </p:spPr>
        <p:txBody>
          <a:bodyPr vert="horz" lIns="0" tIns="274320" rIns="0" bIns="0" rtlCol="0" anchor="t">
            <a:noAutofit/>
          </a:bodyPr>
          <a:lstStyle>
            <a:lvl1pPr marL="0" indent="0" algn="ctr">
              <a:buNone/>
              <a:defRPr lang="en-US" sz="1400" dirty="0"/>
            </a:lvl1pPr>
          </a:lstStyle>
          <a:p>
            <a:pPr marL="228600" lvl="0" indent="-228600" algn="ctr"/>
            <a:r>
              <a:rPr lang="en-GB"/>
              <a:t>Drag picture to placeholder </a:t>
            </a:r>
          </a:p>
          <a:p>
            <a:pPr marL="228600" lvl="0" indent="-228600" algn="ctr"/>
            <a:r>
              <a:rPr lang="en-GB"/>
              <a:t>or click icon to add</a:t>
            </a:r>
            <a:endParaRPr lang="en-US"/>
          </a:p>
        </p:txBody>
      </p:sp>
      <p:sp>
        <p:nvSpPr>
          <p:cNvPr id="24" name="Text Placeholder 26">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1" y="3538763"/>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25" name="Text Placeholder 32">
            <a:extLst>
              <a:ext uri="{FF2B5EF4-FFF2-40B4-BE49-F238E27FC236}">
                <a16:creationId xmlns:a16="http://schemas.microsoft.com/office/drawing/2014/main" id="{07ADCD97-A8C0-487C-9E6C-6CD77C3BE053}"/>
              </a:ext>
            </a:extLst>
          </p:cNvPr>
          <p:cNvSpPr>
            <a:spLocks noGrp="1"/>
          </p:cNvSpPr>
          <p:nvPr>
            <p:ph type="body" sz="quarter" idx="25" hasCustomPrompt="1"/>
          </p:nvPr>
        </p:nvSpPr>
        <p:spPr>
          <a:xfrm>
            <a:off x="9524999" y="4647836"/>
            <a:ext cx="2285995" cy="1662794"/>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 16pt</a:t>
            </a:r>
          </a:p>
        </p:txBody>
      </p:sp>
      <p:sp>
        <p:nvSpPr>
          <p:cNvPr id="22" name="Footer Placeholder 3">
            <a:extLst>
              <a:ext uri="{FF2B5EF4-FFF2-40B4-BE49-F238E27FC236}">
                <a16:creationId xmlns:a16="http://schemas.microsoft.com/office/drawing/2014/main" id="{272DDB3A-459D-40AA-A5E7-DDCDD2DEA3B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bg1">
                    <a:alpha val="75000"/>
                  </a:schemeClr>
                </a:solidFill>
                <a:latin typeface="+mn-lt"/>
                <a:ea typeface="+mn-ea"/>
                <a:cs typeface="+mn-cs"/>
              </a:defRPr>
            </a:lvl1pPr>
          </a:lstStyle>
          <a:p>
            <a:r>
              <a:rPr lang="es-ES"/>
              <a:t>Copyright © 2020 Accenture. All rights reserved.</a:t>
            </a:r>
          </a:p>
        </p:txBody>
      </p:sp>
      <p:pic>
        <p:nvPicPr>
          <p:cNvPr id="23" name="Picture 22" descr="Accenture Greater Than symbol in white">
            <a:extLst>
              <a:ext uri="{FF2B5EF4-FFF2-40B4-BE49-F238E27FC236}">
                <a16:creationId xmlns:a16="http://schemas.microsoft.com/office/drawing/2014/main" id="{78774BCE-242F-4FF9-9C01-D01B97743A9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black">
          <a:xfrm>
            <a:off x="381468" y="6482516"/>
            <a:ext cx="191087" cy="202328"/>
          </a:xfrm>
          <a:prstGeom prst="rect">
            <a:avLst/>
          </a:prstGeom>
        </p:spPr>
      </p:pic>
      <p:sp>
        <p:nvSpPr>
          <p:cNvPr id="2" name="Slide Number Placeholder 1">
            <a:extLst>
              <a:ext uri="{FF2B5EF4-FFF2-40B4-BE49-F238E27FC236}">
                <a16:creationId xmlns:a16="http://schemas.microsoft.com/office/drawing/2014/main" id="{911B33BA-8B14-4BE4-8987-4DD490763486}"/>
              </a:ext>
            </a:extLst>
          </p:cNvPr>
          <p:cNvSpPr>
            <a:spLocks noGrp="1"/>
          </p:cNvSpPr>
          <p:nvPr>
            <p:ph type="sldNum" sz="quarter" idx="27"/>
          </p:nvPr>
        </p:nvSpPr>
        <p:spPr/>
        <p:txBody>
          <a:bodyPr/>
          <a:lstStyle>
            <a:lvl1pPr>
              <a:defRPr>
                <a:solidFill>
                  <a:schemeClr val="bg1"/>
                </a:solidFill>
              </a:defRPr>
            </a:lvl1pPr>
          </a:lstStyle>
          <a:p>
            <a:fld id="{804BFBA5-6622-4657-A915-630FEC1BA0AA}" type="slidenum">
              <a:rPr lang="es-ES" smtClean="0"/>
              <a:pPr/>
              <a:t>‹#›</a:t>
            </a:fld>
            <a:endParaRPr lang="es-ES"/>
          </a:p>
        </p:txBody>
      </p:sp>
      <p:sp>
        <p:nvSpPr>
          <p:cNvPr id="3" name="Title 2">
            <a:extLst>
              <a:ext uri="{FF2B5EF4-FFF2-40B4-BE49-F238E27FC236}">
                <a16:creationId xmlns:a16="http://schemas.microsoft.com/office/drawing/2014/main" id="{1B14DCF5-5ED0-4270-8AF9-09AB7E3D7EE3}"/>
              </a:ext>
            </a:extLst>
          </p:cNvPr>
          <p:cNvSpPr>
            <a:spLocks noGrp="1"/>
          </p:cNvSpPr>
          <p:nvPr>
            <p:ph type="title" hasCustomPrompt="1"/>
          </p:nvPr>
        </p:nvSpPr>
        <p:spPr>
          <a:xfrm>
            <a:off x="381000" y="380998"/>
            <a:ext cx="5330952" cy="2395728"/>
          </a:xfrm>
        </p:spPr>
        <p:txBody>
          <a:bodyPr anchor="ctr"/>
          <a:lstStyle/>
          <a:p>
            <a:r>
              <a:rPr lang="en-GB"/>
              <a:t>Place headline here 36pt, min 30pt)</a:t>
            </a:r>
          </a:p>
        </p:txBody>
      </p:sp>
    </p:spTree>
    <p:extLst>
      <p:ext uri="{BB962C8B-B14F-4D97-AF65-F5344CB8AC3E}">
        <p14:creationId xmlns:p14="http://schemas.microsoft.com/office/powerpoint/2010/main" val="3037428541"/>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descr="Accenture Gradient Dark">
            <a:extLst>
              <a:ext uri="{FF2B5EF4-FFF2-40B4-BE49-F238E27FC236}">
                <a16:creationId xmlns:a16="http://schemas.microsoft.com/office/drawing/2014/main" id="{AB47B586-CFEE-4C32-8227-001B5A89C37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10" name="Footer Placeholder 3">
            <a:extLst>
              <a:ext uri="{FF2B5EF4-FFF2-40B4-BE49-F238E27FC236}">
                <a16:creationId xmlns:a16="http://schemas.microsoft.com/office/drawing/2014/main" id="{9310B6FD-F7E2-4120-A2CE-22852AAA9F5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2FF57A0A-C5DD-42B6-8DD3-E5EA041C72D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CF31A683-09B8-4B7C-917B-D192D06BBAE0}"/>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074833095"/>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Key Message Mid Pur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7" name="TextBox 6">
            <a:extLst>
              <a:ext uri="{FF2B5EF4-FFF2-40B4-BE49-F238E27FC236}">
                <a16:creationId xmlns:a16="http://schemas.microsoft.com/office/drawing/2014/main" id="{A5CECBE8-C9DE-46DF-9582-7DB75BEDF4F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sp>
        <p:nvSpPr>
          <p:cNvPr id="10" name="Footer Placeholder 3">
            <a:extLst>
              <a:ext uri="{FF2B5EF4-FFF2-40B4-BE49-F238E27FC236}">
                <a16:creationId xmlns:a16="http://schemas.microsoft.com/office/drawing/2014/main" id="{8D9D8DCD-E7C3-4F1A-8A48-31319650AC3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B0B0C095-6C73-4899-AD8E-8F75768CF51A}"/>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52AFE70C-67B2-45BA-88F7-45C14692FC25}"/>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43071643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Full Bleed Image">
    <p:bg>
      <p:bgPr>
        <a:solidFill>
          <a:schemeClr val="accent3"/>
        </a:solidFill>
        <a:effectLst/>
      </p:bgPr>
    </p:bg>
    <p:spTree>
      <p:nvGrpSpPr>
        <p:cNvPr id="1" name=""/>
        <p:cNvGrpSpPr/>
        <p:nvPr/>
      </p:nvGrpSpPr>
      <p:grpSpPr>
        <a:xfrm>
          <a:off x="0" y="0"/>
          <a:ext cx="0" cy="0"/>
          <a:chOff x="0" y="0"/>
          <a:chExt cx="0" cy="0"/>
        </a:xfrm>
      </p:grpSpPr>
      <p:sp>
        <p:nvSpPr>
          <p:cNvPr id="14" name="Picture Placeholder 8">
            <a:extLst>
              <a:ext uri="{FF2B5EF4-FFF2-40B4-BE49-F238E27FC236}">
                <a16:creationId xmlns:a16="http://schemas.microsoft.com/office/drawing/2014/main" id="{5AD31DD4-2506-4E03-897C-F4C8C020F09C}"/>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39" y="2015925"/>
            <a:ext cx="8656320" cy="2826150"/>
          </a:xfrm>
        </p:spPr>
        <p:txBody>
          <a:bodyPr anchor="ctr"/>
          <a:lstStyle>
            <a:lvl1pPr algn="ctr">
              <a:defRPr sz="5400">
                <a:solidFill>
                  <a:schemeClr val="tx1"/>
                </a:solidFill>
              </a:defRPr>
            </a:lvl1pPr>
          </a:lstStyle>
          <a:p>
            <a:r>
              <a:rPr lang="en-US"/>
              <a:t>Place headline here 54pt</a:t>
            </a:r>
          </a:p>
        </p:txBody>
      </p:sp>
      <p:sp>
        <p:nvSpPr>
          <p:cNvPr id="12" name="Footer Placeholder 3">
            <a:extLst>
              <a:ext uri="{FF2B5EF4-FFF2-40B4-BE49-F238E27FC236}">
                <a16:creationId xmlns:a16="http://schemas.microsoft.com/office/drawing/2014/main" id="{2A2CFACC-0767-48E1-9FD9-763E5025E7AD}"/>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7" name="GTS_WH" descr="Accenture Greater Than symbol in white">
            <a:extLst>
              <a:ext uri="{FF2B5EF4-FFF2-40B4-BE49-F238E27FC236}">
                <a16:creationId xmlns:a16="http://schemas.microsoft.com/office/drawing/2014/main" id="{AE479463-B4C9-4B9A-BE8B-62B5B9CF007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945BAA91-4288-4230-8881-E1D51DEBFFC3}"/>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59794159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Long Headlin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8546ADE-103C-4652-A344-9C0C8C49EC1E}"/>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7" name="Footer Placeholder 3">
            <a:extLst>
              <a:ext uri="{FF2B5EF4-FFF2-40B4-BE49-F238E27FC236}">
                <a16:creationId xmlns:a16="http://schemas.microsoft.com/office/drawing/2014/main" id="{480EAEA1-D575-4107-8AFC-0CAE2D4FB3D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 name="Slide Number Placeholder 1">
            <a:extLst>
              <a:ext uri="{FF2B5EF4-FFF2-40B4-BE49-F238E27FC236}">
                <a16:creationId xmlns:a16="http://schemas.microsoft.com/office/drawing/2014/main" id="{D20A237C-DB73-401B-BD5B-B8B91332335E}"/>
              </a:ext>
            </a:extLst>
          </p:cNvPr>
          <p:cNvSpPr>
            <a:spLocks noGrp="1"/>
          </p:cNvSpPr>
          <p:nvPr>
            <p:ph type="sldNum" sz="quarter" idx="1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685558837"/>
      </p:ext>
    </p:extLst>
  </p:cSld>
  <p:clrMapOvr>
    <a:masterClrMapping/>
  </p:clrMapOvr>
  <p:hf hdr="0" dt="0"/>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Long Headline-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Palatino Linotype" panose="02040502050505030304" pitchFamily="18" charset="0"/>
              </a:defRPr>
            </a:lvl1pPr>
          </a:lstStyle>
          <a:p>
            <a:pPr lvl="0"/>
            <a:r>
              <a:rPr lang="en-GB"/>
              <a:t>Place subtitle here in Palatino Linotype 20pt</a:t>
            </a:r>
          </a:p>
        </p:txBody>
      </p:sp>
      <p:sp>
        <p:nvSpPr>
          <p:cNvPr id="7" name="Footer Placeholder 3">
            <a:extLst>
              <a:ext uri="{FF2B5EF4-FFF2-40B4-BE49-F238E27FC236}">
                <a16:creationId xmlns:a16="http://schemas.microsoft.com/office/drawing/2014/main" id="{D81D62B4-50F4-4143-BFCC-F5508365C8BA}"/>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9F7CFBA7-F1B1-4FF3-932C-7525FBDA5B5C}"/>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120815285"/>
      </p:ext>
    </p:extLst>
  </p:cSld>
  <p:clrMapOvr>
    <a:masterClrMapping/>
  </p:clrMapOvr>
  <p:hf hdr="0" dt="0"/>
  <p:extLst>
    <p:ext uri="{DCECCB84-F9BA-43D5-87BE-67443E8EF086}">
      <p15:sldGuideLst xmlns:p15="http://schemas.microsoft.com/office/powerpoint/2012/main">
        <p15:guide id="1" orient="horz" pos="932">
          <p15:clr>
            <a:srgbClr val="547EBF"/>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16BF2C1-BAA9-4BAD-9934-C110D730322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 name="Slide Number Placeholder 1">
            <a:extLst>
              <a:ext uri="{FF2B5EF4-FFF2-40B4-BE49-F238E27FC236}">
                <a16:creationId xmlns:a16="http://schemas.microsoft.com/office/drawing/2014/main" id="{7F030600-A2B3-4AAD-808D-56DA9B773301}"/>
              </a:ext>
            </a:extLst>
          </p:cNvPr>
          <p:cNvSpPr>
            <a:spLocks noGrp="1"/>
          </p:cNvSpPr>
          <p:nvPr>
            <p:ph type="sldNum" sz="quarter" idx="1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597021285"/>
      </p:ext>
    </p:extLst>
  </p:cSld>
  <p:clrMapOvr>
    <a:masterClrMapping/>
  </p:clrMapOvr>
  <p:hf hdr="0" dt="0"/>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cSld name="Icons Library Layout">
    <p:bg>
      <p:bgPr>
        <a:solidFill>
          <a:schemeClr val="tx2">
            <a:lumMod val="40000"/>
            <a:lumOff val="60000"/>
            <a:alpha val="80000"/>
          </a:schemeClr>
        </a:solidFill>
        <a:effectLst/>
      </p:bgPr>
    </p:bg>
    <p:spTree>
      <p:nvGrpSpPr>
        <p:cNvPr id="1" name=""/>
        <p:cNvGrpSpPr/>
        <p:nvPr/>
      </p:nvGrpSpPr>
      <p:grpSpPr>
        <a:xfrm>
          <a:off x="0" y="0"/>
          <a:ext cx="0" cy="0"/>
          <a:chOff x="0" y="0"/>
          <a:chExt cx="0" cy="0"/>
        </a:xfrm>
      </p:grpSpPr>
      <p:sp>
        <p:nvSpPr>
          <p:cNvPr id="11" name="Link">
            <a:hlinkClick r:id="" action="ppaction://noaction"/>
          </p:cNvPr>
          <p:cNvSpPr/>
          <p:nvPr/>
        </p:nvSpPr>
        <p:spPr>
          <a:xfrm>
            <a:off x="10882946" y="105450"/>
            <a:ext cx="1188720" cy="274320"/>
          </a:xfrm>
          <a:prstGeom prst="rect">
            <a:avLst/>
          </a:prstGeom>
          <a:solidFill>
            <a:schemeClr val="bg1">
              <a:alpha val="0"/>
            </a:schemeClr>
          </a:solidFill>
          <a:ln w="12700" cmpd="sng">
            <a:noFill/>
            <a:tailEnd type="none" w="med" len="med"/>
          </a:ln>
        </p:spPr>
        <p:style>
          <a:lnRef idx="1">
            <a:schemeClr val="accent1"/>
          </a:lnRef>
          <a:fillRef idx="0">
            <a:schemeClr val="accent1"/>
          </a:fillRef>
          <a:effectRef idx="0">
            <a:schemeClr val="accent1"/>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0">
                <a:solidFill>
                  <a:schemeClr val="tx2"/>
                </a:solidFill>
                <a:latin typeface="+mn-lt"/>
                <a:ea typeface="Roboto Medium" panose="02000000000000000000" pitchFamily="2" charset="0"/>
                <a:cs typeface="Arial" panose="020B0604020202020204" pitchFamily="34" charset="0"/>
              </a:rPr>
              <a:t>△ </a:t>
            </a:r>
            <a:r>
              <a:rPr lang="en-US" sz="1050" b="0" u="sng">
                <a:solidFill>
                  <a:schemeClr val="tx2"/>
                </a:solidFill>
                <a:latin typeface="+mn-lt"/>
                <a:ea typeface="Roboto Medium" panose="02000000000000000000" pitchFamily="2" charset="0"/>
                <a:cs typeface="Arial" panose="020B0604020202020204" pitchFamily="34" charset="0"/>
              </a:rPr>
              <a:t>Back to index</a:t>
            </a:r>
          </a:p>
        </p:txBody>
      </p:sp>
      <p:cxnSp>
        <p:nvCxnSpPr>
          <p:cNvPr id="14" name="Straight Connector 13"/>
          <p:cNvCxnSpPr/>
          <p:nvPr/>
        </p:nvCxnSpPr>
        <p:spPr>
          <a:xfrm>
            <a:off x="3635411" y="105450"/>
            <a:ext cx="6400800" cy="0"/>
          </a:xfrm>
          <a:prstGeom prst="line">
            <a:avLst/>
          </a:prstGeom>
          <a:ln w="12700">
            <a:solidFill>
              <a:schemeClr val="tx2"/>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3635411" y="379770"/>
            <a:ext cx="6400800" cy="0"/>
          </a:xfrm>
          <a:prstGeom prst="line">
            <a:avLst/>
          </a:prstGeom>
          <a:ln w="12700">
            <a:solidFill>
              <a:schemeClr val="tx2"/>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3" name="Content Placeholder 9"/>
          <p:cNvSpPr txBox="1">
            <a:spLocks/>
          </p:cNvSpPr>
          <p:nvPr/>
        </p:nvSpPr>
        <p:spPr>
          <a:xfrm>
            <a:off x="3635411" y="174557"/>
            <a:ext cx="6400800" cy="136107"/>
          </a:xfrm>
          <a:prstGeom prst="rect">
            <a:avLst/>
          </a:prstGeom>
          <a:ln w="12700">
            <a:no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square" lIns="0" tIns="0" rIns="0" bIns="0" anchor="ctr">
            <a:spAutoFit/>
          </a:bodyPr>
          <a:lstStyle>
            <a:lvl1pPr marL="0" indent="0" algn="l" rtl="0" eaLnBrk="1" fontAlgn="base" hangingPunct="1">
              <a:lnSpc>
                <a:spcPct val="110000"/>
              </a:lnSpc>
              <a:spcBef>
                <a:spcPts val="800"/>
              </a:spcBef>
              <a:spcAft>
                <a:spcPct val="0"/>
              </a:spcAft>
              <a:buFont typeface="Arial" pitchFamily="34" charset="0"/>
              <a:buNone/>
              <a:defRPr sz="1400" kern="1200">
                <a:solidFill>
                  <a:schemeClr val="tx1"/>
                </a:solidFill>
                <a:latin typeface="Arial" panose="020B0604020202020204" pitchFamily="34" charset="0"/>
                <a:ea typeface="Roboto" panose="02000000000000000000" pitchFamily="2" charset="0"/>
                <a:cs typeface="Arial" panose="020B0604020202020204" pitchFamily="34" charset="0"/>
              </a:defRPr>
            </a:lvl1pPr>
            <a:lvl2pPr marL="179388" indent="-179388" algn="l" rtl="0" eaLnBrk="1" fontAlgn="base" hangingPunct="1">
              <a:lnSpc>
                <a:spcPct val="110000"/>
              </a:lnSpc>
              <a:spcBef>
                <a:spcPts val="800"/>
              </a:spcBef>
              <a:spcAft>
                <a:spcPct val="0"/>
              </a:spcAft>
              <a:buFont typeface="Arial" pitchFamily="34" charset="0"/>
              <a:buChar char="•"/>
              <a:defRPr sz="1400" kern="1200">
                <a:solidFill>
                  <a:schemeClr val="tx1"/>
                </a:solidFill>
                <a:latin typeface="Arial" panose="020B0604020202020204" pitchFamily="34" charset="0"/>
                <a:ea typeface="Roboto" panose="02000000000000000000" pitchFamily="2" charset="0"/>
                <a:cs typeface="Arial" panose="020B0604020202020204" pitchFamily="34" charset="0"/>
              </a:defRPr>
            </a:lvl2pPr>
            <a:lvl3pPr marL="358775" indent="-179388" algn="l" rtl="0" eaLnBrk="1" fontAlgn="base" hangingPunct="1">
              <a:lnSpc>
                <a:spcPct val="110000"/>
              </a:lnSpc>
              <a:spcBef>
                <a:spcPts val="800"/>
              </a:spcBef>
              <a:spcAft>
                <a:spcPct val="0"/>
              </a:spcAft>
              <a:buFont typeface="Arial" pitchFamily="34" charset="0"/>
              <a:buChar char="‒"/>
              <a:tabLst/>
              <a:defRPr sz="1400" kern="1200">
                <a:solidFill>
                  <a:schemeClr val="tx1"/>
                </a:solidFill>
                <a:latin typeface="Arial" panose="020B0604020202020204" pitchFamily="34" charset="0"/>
                <a:ea typeface="Roboto" panose="02000000000000000000" pitchFamily="2" charset="0"/>
                <a:cs typeface="Arial" panose="020B0604020202020204" pitchFamily="34" charset="0"/>
              </a:defRPr>
            </a:lvl3pPr>
            <a:lvl4pPr marL="538163" indent="-179388" algn="l" rtl="0" eaLnBrk="1" fontAlgn="base" hangingPunct="1">
              <a:lnSpc>
                <a:spcPct val="110000"/>
              </a:lnSpc>
              <a:spcBef>
                <a:spcPts val="800"/>
              </a:spcBef>
              <a:spcAft>
                <a:spcPct val="0"/>
              </a:spcAft>
              <a:buFont typeface="Arial" pitchFamily="34" charset="0"/>
              <a:buChar char="•"/>
              <a:defRPr sz="1400" kern="1200">
                <a:solidFill>
                  <a:schemeClr val="tx1"/>
                </a:solidFill>
                <a:latin typeface="Arial" panose="020B0604020202020204" pitchFamily="34" charset="0"/>
                <a:ea typeface="Roboto" panose="02000000000000000000" pitchFamily="2" charset="0"/>
                <a:cs typeface="Arial" panose="020B0604020202020204" pitchFamily="34" charset="0"/>
              </a:defRPr>
            </a:lvl4pPr>
            <a:lvl5pPr marL="717550" indent="-179388" algn="l" rtl="0" eaLnBrk="1" fontAlgn="base" hangingPunct="1">
              <a:lnSpc>
                <a:spcPct val="110000"/>
              </a:lnSpc>
              <a:spcBef>
                <a:spcPts val="800"/>
              </a:spcBef>
              <a:spcAft>
                <a:spcPct val="0"/>
              </a:spcAft>
              <a:buFont typeface="Arial" pitchFamily="34" charset="0"/>
              <a:buChar char="‒"/>
              <a:defRPr sz="1400" kern="1200">
                <a:solidFill>
                  <a:schemeClr val="tx1"/>
                </a:solidFill>
                <a:latin typeface="Arial" panose="020B0604020202020204" pitchFamily="34" charset="0"/>
                <a:ea typeface="Roboto" panose="02000000000000000000" pitchFamily="2" charset="0"/>
                <a:cs typeface="Arial" panose="020B0604020202020204" pitchFamily="34" charset="0"/>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algn="ctr"/>
            <a:r>
              <a:rPr lang="en-AU" sz="1000" b="1">
                <a:solidFill>
                  <a:schemeClr val="tx2"/>
                </a:solidFill>
                <a:latin typeface="+mj-lt"/>
              </a:rPr>
              <a:t>ONLY CHOOSE AN ICON THAT VERY CLEARLY MATCHES THE TEXT IT WILL ACCOMPANY</a:t>
            </a:r>
            <a:endParaRPr lang="en-AU" sz="900">
              <a:solidFill>
                <a:schemeClr val="tx2"/>
              </a:solidFill>
              <a:latin typeface="+mj-lt"/>
            </a:endParaRPr>
          </a:p>
        </p:txBody>
      </p:sp>
      <p:cxnSp>
        <p:nvCxnSpPr>
          <p:cNvPr id="17" name="Straight Connector 16"/>
          <p:cNvCxnSpPr/>
          <p:nvPr/>
        </p:nvCxnSpPr>
        <p:spPr>
          <a:xfrm>
            <a:off x="357328" y="4627141"/>
            <a:ext cx="11473293" cy="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357328" y="2597056"/>
            <a:ext cx="11473293" cy="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1996370"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10191581"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8552539"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5274454"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6913497"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3635412"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25" name="Group 24"/>
          <p:cNvGrpSpPr/>
          <p:nvPr/>
        </p:nvGrpSpPr>
        <p:grpSpPr>
          <a:xfrm>
            <a:off x="1996370" y="2712307"/>
            <a:ext cx="8195211" cy="1799583"/>
            <a:chOff x="1995590" y="682378"/>
            <a:chExt cx="8192010" cy="1800000"/>
          </a:xfrm>
        </p:grpSpPr>
        <p:cxnSp>
          <p:nvCxnSpPr>
            <p:cNvPr id="33" name="Straight Connector 32"/>
            <p:cNvCxnSpPr/>
            <p:nvPr/>
          </p:nvCxnSpPr>
          <p:spPr>
            <a:xfrm>
              <a:off x="199559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1018760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8549198"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5272394"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a:off x="6910796"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a:off x="3633992"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grpSp>
        <p:nvGrpSpPr>
          <p:cNvPr id="26" name="Group 25"/>
          <p:cNvGrpSpPr/>
          <p:nvPr/>
        </p:nvGrpSpPr>
        <p:grpSpPr>
          <a:xfrm>
            <a:off x="1996370" y="4742394"/>
            <a:ext cx="8195211" cy="1799583"/>
            <a:chOff x="1995590" y="682378"/>
            <a:chExt cx="8192010" cy="1800000"/>
          </a:xfrm>
        </p:grpSpPr>
        <p:cxnSp>
          <p:nvCxnSpPr>
            <p:cNvPr id="27" name="Straight Connector 26"/>
            <p:cNvCxnSpPr/>
            <p:nvPr/>
          </p:nvCxnSpPr>
          <p:spPr>
            <a:xfrm>
              <a:off x="199559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a:off x="1018760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8549198"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a:off x="5272394"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a:off x="6910796"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3633992"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sp>
        <p:nvSpPr>
          <p:cNvPr id="39" name="Text Placeholder 4">
            <a:extLst>
              <a:ext uri="{FF2B5EF4-FFF2-40B4-BE49-F238E27FC236}">
                <a16:creationId xmlns:a16="http://schemas.microsoft.com/office/drawing/2014/main" id="{E4BC60B0-B1D6-4061-83BA-885AC97C4B09}"/>
              </a:ext>
            </a:extLst>
          </p:cNvPr>
          <p:cNvSpPr>
            <a:spLocks noGrp="1"/>
          </p:cNvSpPr>
          <p:nvPr>
            <p:ph type="body" sz="quarter" idx="34" hasCustomPrompt="1"/>
          </p:nvPr>
        </p:nvSpPr>
        <p:spPr>
          <a:xfrm>
            <a:off x="357328" y="105451"/>
            <a:ext cx="3278082" cy="314608"/>
          </a:xfrm>
          <a:ln>
            <a:noFill/>
          </a:ln>
        </p:spPr>
        <p:txBody>
          <a:bodyPr wrap="square" lIns="0" tIns="0" rIns="0" bIns="0" anchor="ctr">
            <a:noAutofit/>
          </a:bodyPr>
          <a:lstStyle>
            <a:lvl1pPr>
              <a:lnSpc>
                <a:spcPct val="100000"/>
              </a:lnSpc>
              <a:spcBef>
                <a:spcPts val="0"/>
              </a:spcBef>
              <a:defRPr lang="en-AU" sz="2000" b="1" i="0" kern="1200" cap="all" baseline="0" dirty="0">
                <a:solidFill>
                  <a:schemeClr val="tx2"/>
                </a:solidFill>
                <a:latin typeface="+mj-lt"/>
                <a:ea typeface="Roboto" panose="02000000000000000000" pitchFamily="2"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lgn="l" rtl="0" eaLnBrk="1" fontAlgn="base" hangingPunct="1">
              <a:lnSpc>
                <a:spcPct val="80000"/>
              </a:lnSpc>
              <a:spcBef>
                <a:spcPts val="1200"/>
              </a:spcBef>
              <a:spcAft>
                <a:spcPct val="0"/>
              </a:spcAft>
              <a:buFont typeface="Arial" pitchFamily="34" charset="0"/>
              <a:buNone/>
            </a:pPr>
            <a:r>
              <a:rPr lang="en-US"/>
              <a:t>CATEGORY</a:t>
            </a:r>
            <a:endParaRPr lang="en-AU"/>
          </a:p>
        </p:txBody>
      </p:sp>
    </p:spTree>
    <p:extLst>
      <p:ext uri="{BB962C8B-B14F-4D97-AF65-F5344CB8AC3E}">
        <p14:creationId xmlns:p14="http://schemas.microsoft.com/office/powerpoint/2010/main" val="22781135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3838">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pic>
        <p:nvPicPr>
          <p:cNvPr id="5" name="Picture 4" descr="Shape, background pattern&#10;&#10;Description automatically generated">
            <a:extLst>
              <a:ext uri="{FF2B5EF4-FFF2-40B4-BE49-F238E27FC236}">
                <a16:creationId xmlns:a16="http://schemas.microsoft.com/office/drawing/2014/main" id="{79E0B481-9E2B-407E-9ADA-E67AAEFC289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524184" y="1253518"/>
            <a:ext cx="4165600" cy="4572000"/>
          </a:xfrm>
          <a:prstGeom prst="rect">
            <a:avLst/>
          </a:prstGeom>
        </p:spPr>
      </p:pic>
      <p:pic>
        <p:nvPicPr>
          <p:cNvPr id="6" name="Graphic 7">
            <a:extLst>
              <a:ext uri="{FF2B5EF4-FFF2-40B4-BE49-F238E27FC236}">
                <a16:creationId xmlns:a16="http://schemas.microsoft.com/office/drawing/2014/main" id="{2DD3BE25-2391-4F9A-B346-0A143EB60B52}"/>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502216" y="556663"/>
            <a:ext cx="1686444" cy="445738"/>
          </a:xfrm>
          <a:prstGeom prst="rect">
            <a:avLst/>
          </a:prstGeom>
        </p:spPr>
      </p:pic>
      <p:sp>
        <p:nvSpPr>
          <p:cNvPr id="7" name="Rectangle 6">
            <a:extLst>
              <a:ext uri="{FF2B5EF4-FFF2-40B4-BE49-F238E27FC236}">
                <a16:creationId xmlns:a16="http://schemas.microsoft.com/office/drawing/2014/main" id="{A0007D88-2012-4019-9DA3-C6BF5D140B74}"/>
              </a:ext>
            </a:extLst>
          </p:cNvPr>
          <p:cNvSpPr/>
          <p:nvPr userDrawn="1"/>
        </p:nvSpPr>
        <p:spPr>
          <a:xfrm>
            <a:off x="7873034" y="6074817"/>
            <a:ext cx="3816750" cy="307777"/>
          </a:xfrm>
          <a:prstGeom prst="rect">
            <a:avLst/>
          </a:prstGeom>
        </p:spPr>
        <p:txBody>
          <a:bodyPr wrap="none" lIns="0" tIns="0" rIns="0" bIns="0">
            <a:spAutoFit/>
          </a:bodyPr>
          <a:lstStyle/>
          <a:p>
            <a:r>
              <a:rPr lang="en-US" sz="2000" b="0" i="0">
                <a:latin typeface="Graphik" panose="020B0503030202060203" pitchFamily="34" charset="77"/>
              </a:rPr>
              <a:t>Accenture Applied Intelligence</a:t>
            </a:r>
          </a:p>
        </p:txBody>
      </p:sp>
      <p:sp>
        <p:nvSpPr>
          <p:cNvPr id="8" name="Footer Placeholder 7">
            <a:extLst>
              <a:ext uri="{FF2B5EF4-FFF2-40B4-BE49-F238E27FC236}">
                <a16:creationId xmlns:a16="http://schemas.microsoft.com/office/drawing/2014/main" id="{D0FE8FC5-AA00-4A5A-99FA-F9A41C0D094A}"/>
              </a:ext>
            </a:extLst>
          </p:cNvPr>
          <p:cNvSpPr txBox="1">
            <a:spLocks/>
          </p:cNvSpPr>
          <p:nvPr userDrawn="1"/>
        </p:nvSpPr>
        <p:spPr>
          <a:xfrm>
            <a:off x="145063" y="6589084"/>
            <a:ext cx="3164896" cy="211912"/>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2022 Accenture. All rights reserved.</a:t>
            </a:r>
          </a:p>
        </p:txBody>
      </p:sp>
    </p:spTree>
    <p:extLst>
      <p:ext uri="{BB962C8B-B14F-4D97-AF65-F5344CB8AC3E}">
        <p14:creationId xmlns:p14="http://schemas.microsoft.com/office/powerpoint/2010/main" val="380237541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Template_English">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DBE22B4-94C9-441A-996E-23DF1FFB52FB}"/>
              </a:ext>
            </a:extLst>
          </p:cNvPr>
          <p:cNvSpPr/>
          <p:nvPr userDrawn="1"/>
        </p:nvSpPr>
        <p:spPr>
          <a:xfrm>
            <a:off x="1" y="-1"/>
            <a:ext cx="6392222" cy="20594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en-US" sz="1599" b="0" i="0" u="none" strike="noStrike" kern="1200" cap="none" spc="0" normalizeH="0" baseline="0" noProof="0">
              <a:ln>
                <a:noFill/>
              </a:ln>
              <a:solidFill>
                <a:prstClr val="white"/>
              </a:solidFill>
              <a:effectLst/>
              <a:uLnTx/>
              <a:uFillTx/>
              <a:latin typeface="Arial"/>
              <a:ea typeface="+mn-ea"/>
              <a:cs typeface="+mn-cs"/>
            </a:endParaRPr>
          </a:p>
        </p:txBody>
      </p:sp>
      <p:sp>
        <p:nvSpPr>
          <p:cNvPr id="3" name="Picture Placeholder 2">
            <a:extLst>
              <a:ext uri="{FF2B5EF4-FFF2-40B4-BE49-F238E27FC236}">
                <a16:creationId xmlns:a16="http://schemas.microsoft.com/office/drawing/2014/main" id="{181CC0BF-8C69-48FA-9821-905B5B8FAEBB}"/>
              </a:ext>
            </a:extLst>
          </p:cNvPr>
          <p:cNvSpPr>
            <a:spLocks noGrp="1"/>
          </p:cNvSpPr>
          <p:nvPr>
            <p:ph type="pic" sz="quarter" idx="15"/>
          </p:nvPr>
        </p:nvSpPr>
        <p:spPr>
          <a:xfrm>
            <a:off x="273617" y="626110"/>
            <a:ext cx="1442719" cy="1335411"/>
          </a:xfrm>
        </p:spPr>
        <p:txBody>
          <a:bodyPr/>
          <a:lstStyle/>
          <a:p>
            <a:endParaRPr lang="en-US"/>
          </a:p>
        </p:txBody>
      </p:sp>
      <p:sp>
        <p:nvSpPr>
          <p:cNvPr id="15" name="Footer Placeholder 7">
            <a:extLst>
              <a:ext uri="{FF2B5EF4-FFF2-40B4-BE49-F238E27FC236}">
                <a16:creationId xmlns:a16="http://schemas.microsoft.com/office/drawing/2014/main" id="{B8AF3E59-7034-4140-8A44-78141E815021}"/>
              </a:ext>
            </a:extLst>
          </p:cNvPr>
          <p:cNvSpPr txBox="1">
            <a:spLocks/>
          </p:cNvSpPr>
          <p:nvPr userDrawn="1"/>
        </p:nvSpPr>
        <p:spPr>
          <a:xfrm>
            <a:off x="145063" y="6589084"/>
            <a:ext cx="3164896" cy="211912"/>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2022 Accenture. All rights reserved.</a:t>
            </a:r>
          </a:p>
        </p:txBody>
      </p:sp>
      <p:sp>
        <p:nvSpPr>
          <p:cNvPr id="31" name="Freeform: Shape 30">
            <a:extLst>
              <a:ext uri="{FF2B5EF4-FFF2-40B4-BE49-F238E27FC236}">
                <a16:creationId xmlns:a16="http://schemas.microsoft.com/office/drawing/2014/main" id="{0D66BAD1-5A09-4097-906B-2A706FC0E505}"/>
              </a:ext>
            </a:extLst>
          </p:cNvPr>
          <p:cNvSpPr>
            <a:spLocks noChangeAspect="1"/>
          </p:cNvSpPr>
          <p:nvPr userDrawn="1"/>
        </p:nvSpPr>
        <p:spPr bwMode="auto">
          <a:xfrm>
            <a:off x="4569965" y="-2228"/>
            <a:ext cx="1946341" cy="1673225"/>
          </a:xfrm>
          <a:custGeom>
            <a:avLst/>
            <a:gdLst>
              <a:gd name="connsiteX0" fmla="*/ 0 w 2211700"/>
              <a:gd name="connsiteY0" fmla="*/ 0 h 1901348"/>
              <a:gd name="connsiteX1" fmla="*/ 960881 w 2211700"/>
              <a:gd name="connsiteY1" fmla="*/ 0 h 1901348"/>
              <a:gd name="connsiteX2" fmla="*/ 2211700 w 2211700"/>
              <a:gd name="connsiteY2" fmla="*/ 506353 h 1901348"/>
              <a:gd name="connsiteX3" fmla="*/ 2211700 w 2211700"/>
              <a:gd name="connsiteY3" fmla="*/ 1006015 h 1901348"/>
              <a:gd name="connsiteX4" fmla="*/ 0 w 2211700"/>
              <a:gd name="connsiteY4" fmla="*/ 1901348 h 1901348"/>
              <a:gd name="connsiteX5" fmla="*/ 0 w 2211700"/>
              <a:gd name="connsiteY5" fmla="*/ 1401686 h 1901348"/>
              <a:gd name="connsiteX6" fmla="*/ 1595366 w 2211700"/>
              <a:gd name="connsiteY6" fmla="*/ 754915 h 1901348"/>
              <a:gd name="connsiteX7" fmla="*/ 0 w 2211700"/>
              <a:gd name="connsiteY7" fmla="*/ 110681 h 190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1700" h="1901348">
                <a:moveTo>
                  <a:pt x="0" y="0"/>
                </a:moveTo>
                <a:lnTo>
                  <a:pt x="960881" y="0"/>
                </a:lnTo>
                <a:lnTo>
                  <a:pt x="2211700" y="506353"/>
                </a:lnTo>
                <a:lnTo>
                  <a:pt x="2211700" y="1006015"/>
                </a:lnTo>
                <a:lnTo>
                  <a:pt x="0" y="1901348"/>
                </a:lnTo>
                <a:lnTo>
                  <a:pt x="0" y="1401686"/>
                </a:lnTo>
                <a:lnTo>
                  <a:pt x="1595366" y="754915"/>
                </a:lnTo>
                <a:lnTo>
                  <a:pt x="0" y="110681"/>
                </a:lnTo>
                <a:close/>
              </a:path>
            </a:pathLst>
          </a:custGeom>
          <a:solidFill>
            <a:srgbClr val="CC99FF"/>
          </a:solidFill>
          <a:ln>
            <a:noFill/>
          </a:ln>
        </p:spPr>
        <p:txBody>
          <a:bodyPr vert="horz" wrap="square" lIns="91383" tIns="45691" rIns="91383" bIns="45691" numCol="1" anchor="t" anchorCtr="0" compatLnSpc="1">
            <a:prstTxWarp prst="textNoShape">
              <a:avLst/>
            </a:prstTxWarp>
            <a:noAutofit/>
          </a:bodyPr>
          <a:lstStyle/>
          <a:p>
            <a:pPr marL="0" marR="0" lvl="0" indent="0" algn="l" defTabSz="913851"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Rectangle 12">
            <a:extLst>
              <a:ext uri="{FF2B5EF4-FFF2-40B4-BE49-F238E27FC236}">
                <a16:creationId xmlns:a16="http://schemas.microsoft.com/office/drawing/2014/main" id="{1418F404-19B5-4B57-A040-19AD40173BF7}"/>
              </a:ext>
            </a:extLst>
          </p:cNvPr>
          <p:cNvSpPr>
            <a:spLocks noChangeArrowheads="1"/>
          </p:cNvSpPr>
          <p:nvPr userDrawn="1"/>
        </p:nvSpPr>
        <p:spPr bwMode="auto">
          <a:xfrm>
            <a:off x="3098529" y="2018682"/>
            <a:ext cx="2679306" cy="331501"/>
          </a:xfrm>
          <a:prstGeom prst="rect">
            <a:avLst/>
          </a:prstGeom>
          <a:noFill/>
          <a:ln w="25400" algn="ctr">
            <a:noFill/>
            <a:miter lim="800000"/>
            <a:headEnd/>
            <a:tailEnd/>
          </a:ln>
        </p:spPr>
        <p:txBody>
          <a:bodyPr wrap="square" lIns="91440" tIns="45720" rIns="91440" bIns="45720" anchor="t">
            <a:spAutoFit/>
          </a:bodyPr>
          <a:lstStyle/>
          <a:p>
            <a:pPr marL="0" marR="0" lvl="0" indent="0"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AREAS OF EXPERTISE</a:t>
            </a:r>
          </a:p>
        </p:txBody>
      </p:sp>
      <p:sp>
        <p:nvSpPr>
          <p:cNvPr id="38" name="Rectangle 12">
            <a:extLst>
              <a:ext uri="{FF2B5EF4-FFF2-40B4-BE49-F238E27FC236}">
                <a16:creationId xmlns:a16="http://schemas.microsoft.com/office/drawing/2014/main" id="{13DDC02B-51EE-44E0-BEDD-AE88AE5888A3}"/>
              </a:ext>
            </a:extLst>
          </p:cNvPr>
          <p:cNvSpPr>
            <a:spLocks noChangeArrowheads="1"/>
          </p:cNvSpPr>
          <p:nvPr userDrawn="1"/>
        </p:nvSpPr>
        <p:spPr bwMode="auto">
          <a:xfrm>
            <a:off x="6392222" y="10184"/>
            <a:ext cx="2364246"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SELECTED EXPERIENCE</a:t>
            </a:r>
            <a:endParaRPr kumimoji="0" lang="en-US" sz="1800" b="0" i="0" u="none" strike="noStrike" kern="1200" cap="none" spc="0" normalizeH="0" baseline="0" noProof="0">
              <a:ln>
                <a:noFill/>
              </a:ln>
              <a:solidFill>
                <a:srgbClr val="7030A0"/>
              </a:solidFill>
              <a:effectLst/>
              <a:uLnTx/>
              <a:uFillTx/>
              <a:latin typeface="Graphik Super" panose="020B0B03030202060203" pitchFamily="34" charset="0"/>
              <a:ea typeface="+mn-ea"/>
              <a:cs typeface="+mn-cs"/>
            </a:endParaRPr>
          </a:p>
        </p:txBody>
      </p:sp>
      <p:sp>
        <p:nvSpPr>
          <p:cNvPr id="39" name="Rectangle 38">
            <a:extLst>
              <a:ext uri="{FF2B5EF4-FFF2-40B4-BE49-F238E27FC236}">
                <a16:creationId xmlns:a16="http://schemas.microsoft.com/office/drawing/2014/main" id="{6891B2A9-4B3C-4A70-9C20-306568572CF4}"/>
              </a:ext>
            </a:extLst>
          </p:cNvPr>
          <p:cNvSpPr/>
          <p:nvPr userDrawn="1"/>
        </p:nvSpPr>
        <p:spPr>
          <a:xfrm>
            <a:off x="165383" y="2059463"/>
            <a:ext cx="2667718" cy="276999"/>
          </a:xfrm>
          <a:prstGeom prst="rect">
            <a:avLst/>
          </a:prstGeom>
        </p:spPr>
        <p:txBody>
          <a:bodyPr wrap="none">
            <a:spAutoFit/>
          </a:bodyPr>
          <a:lstStyle/>
          <a:p>
            <a:r>
              <a:rPr kumimoji="0" lang="en-US" sz="1200" b="1" i="0" u="none" strike="noStrike" kern="1200" cap="none" spc="0" normalizeH="0" baseline="0">
                <a:ln>
                  <a:noFill/>
                </a:ln>
                <a:solidFill>
                  <a:srgbClr val="7030A0"/>
                </a:solidFill>
                <a:effectLst/>
                <a:uLnTx/>
                <a:uFillTx/>
                <a:latin typeface="Graphik Super" panose="020B0B03030202060203" pitchFamily="34" charset="0"/>
                <a:ea typeface="+mn-ea"/>
                <a:cs typeface="+mn-cs"/>
              </a:rPr>
              <a:t>PROFESSIONAL BACKGROUND</a:t>
            </a:r>
          </a:p>
        </p:txBody>
      </p:sp>
      <p:cxnSp>
        <p:nvCxnSpPr>
          <p:cNvPr id="42" name="Straight Connector 41">
            <a:extLst>
              <a:ext uri="{FF2B5EF4-FFF2-40B4-BE49-F238E27FC236}">
                <a16:creationId xmlns:a16="http://schemas.microsoft.com/office/drawing/2014/main" id="{67A9885D-A32A-4F6C-952D-566AFC7BC7BC}"/>
              </a:ext>
            </a:extLst>
          </p:cNvPr>
          <p:cNvCxnSpPr>
            <a:cxnSpLocks/>
          </p:cNvCxnSpPr>
          <p:nvPr userDrawn="1"/>
        </p:nvCxnSpPr>
        <p:spPr>
          <a:xfrm>
            <a:off x="122196" y="2132513"/>
            <a:ext cx="13251" cy="4358228"/>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5" name="Text Placeholder 31">
            <a:extLst>
              <a:ext uri="{FF2B5EF4-FFF2-40B4-BE49-F238E27FC236}">
                <a16:creationId xmlns:a16="http://schemas.microsoft.com/office/drawing/2014/main" id="{F3D691ED-AD26-4C5B-A0B8-F0E39B64E481}"/>
              </a:ext>
            </a:extLst>
          </p:cNvPr>
          <p:cNvSpPr>
            <a:spLocks noGrp="1"/>
          </p:cNvSpPr>
          <p:nvPr userDrawn="1">
            <p:ph type="body" sz="quarter" idx="11" hasCustomPrompt="1"/>
          </p:nvPr>
        </p:nvSpPr>
        <p:spPr>
          <a:xfrm>
            <a:off x="168187" y="57004"/>
            <a:ext cx="6392222" cy="471774"/>
          </a:xfrm>
        </p:spPr>
        <p:txBody>
          <a:bodyPr/>
          <a:lstStyle>
            <a:lvl1pPr marL="0" indent="0">
              <a:buNone/>
              <a:defRPr sz="3600" b="1">
                <a:solidFill>
                  <a:srgbClr val="7030A0"/>
                </a:solidFill>
                <a:latin typeface="Graphik" panose="020B0503030202060203" pitchFamily="34" charset="0"/>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Name Last Name</a:t>
            </a:r>
          </a:p>
        </p:txBody>
      </p:sp>
      <p:sp>
        <p:nvSpPr>
          <p:cNvPr id="46" name="Text Placeholder 31">
            <a:extLst>
              <a:ext uri="{FF2B5EF4-FFF2-40B4-BE49-F238E27FC236}">
                <a16:creationId xmlns:a16="http://schemas.microsoft.com/office/drawing/2014/main" id="{0DC117CF-F328-48B8-9236-47C84E0A3FAA}"/>
              </a:ext>
            </a:extLst>
          </p:cNvPr>
          <p:cNvSpPr>
            <a:spLocks noGrp="1"/>
          </p:cNvSpPr>
          <p:nvPr userDrawn="1">
            <p:ph type="body" sz="quarter" idx="12" hasCustomPrompt="1"/>
          </p:nvPr>
        </p:nvSpPr>
        <p:spPr>
          <a:xfrm>
            <a:off x="1952042" y="557359"/>
            <a:ext cx="4589689" cy="365871"/>
          </a:xfrm>
        </p:spPr>
        <p:txBody>
          <a:bodyPr>
            <a:normAutofit/>
          </a:bodyPr>
          <a:lstStyle>
            <a:lvl1pPr marL="0" indent="0">
              <a:buNone/>
              <a:defRPr kumimoji="0" lang="en-US" sz="2400"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Role</a:t>
            </a:r>
          </a:p>
        </p:txBody>
      </p:sp>
      <p:sp>
        <p:nvSpPr>
          <p:cNvPr id="47" name="Text Placeholder 31">
            <a:extLst>
              <a:ext uri="{FF2B5EF4-FFF2-40B4-BE49-F238E27FC236}">
                <a16:creationId xmlns:a16="http://schemas.microsoft.com/office/drawing/2014/main" id="{FC7E85F2-52A4-4511-88B0-F2C73442A444}"/>
              </a:ext>
            </a:extLst>
          </p:cNvPr>
          <p:cNvSpPr>
            <a:spLocks noGrp="1"/>
          </p:cNvSpPr>
          <p:nvPr userDrawn="1">
            <p:ph type="body" sz="quarter" idx="13" hasCustomPrompt="1"/>
          </p:nvPr>
        </p:nvSpPr>
        <p:spPr>
          <a:xfrm>
            <a:off x="1968147" y="1327893"/>
            <a:ext cx="4573583" cy="277493"/>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Email address</a:t>
            </a:r>
          </a:p>
        </p:txBody>
      </p:sp>
      <p:sp>
        <p:nvSpPr>
          <p:cNvPr id="48" name="Text Placeholder 31">
            <a:extLst>
              <a:ext uri="{FF2B5EF4-FFF2-40B4-BE49-F238E27FC236}">
                <a16:creationId xmlns:a16="http://schemas.microsoft.com/office/drawing/2014/main" id="{FC8802FF-03E3-4495-BE0C-83F054507732}"/>
              </a:ext>
            </a:extLst>
          </p:cNvPr>
          <p:cNvSpPr>
            <a:spLocks noGrp="1"/>
          </p:cNvSpPr>
          <p:nvPr userDrawn="1">
            <p:ph type="body" sz="quarter" idx="14" hasCustomPrompt="1"/>
          </p:nvPr>
        </p:nvSpPr>
        <p:spPr>
          <a:xfrm>
            <a:off x="1952042" y="1654042"/>
            <a:ext cx="4573583" cy="307480"/>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Home location: City, Country</a:t>
            </a:r>
          </a:p>
        </p:txBody>
      </p:sp>
      <p:sp>
        <p:nvSpPr>
          <p:cNvPr id="13" name="Text Placeholder 12">
            <a:extLst>
              <a:ext uri="{FF2B5EF4-FFF2-40B4-BE49-F238E27FC236}">
                <a16:creationId xmlns:a16="http://schemas.microsoft.com/office/drawing/2014/main" id="{27D6F9E4-2287-45A1-9D25-09DDA8C090D7}"/>
              </a:ext>
            </a:extLst>
          </p:cNvPr>
          <p:cNvSpPr>
            <a:spLocks noGrp="1"/>
          </p:cNvSpPr>
          <p:nvPr userDrawn="1">
            <p:ph type="body" sz="quarter" idx="18"/>
          </p:nvPr>
        </p:nvSpPr>
        <p:spPr>
          <a:xfrm>
            <a:off x="6565375" y="406400"/>
            <a:ext cx="5504429" cy="6050539"/>
          </a:xfrm>
        </p:spPr>
        <p:txBody>
          <a:bodyPr/>
          <a:lstStyle>
            <a:lvl1pPr>
              <a:defRPr sz="1200" b="1"/>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9" name="Text Placeholder 56">
            <a:extLst>
              <a:ext uri="{FF2B5EF4-FFF2-40B4-BE49-F238E27FC236}">
                <a16:creationId xmlns:a16="http://schemas.microsoft.com/office/drawing/2014/main" id="{908FC9C2-4A4A-4293-B184-158C9D2DD04B}"/>
              </a:ext>
            </a:extLst>
          </p:cNvPr>
          <p:cNvSpPr>
            <a:spLocks noGrp="1"/>
          </p:cNvSpPr>
          <p:nvPr userDrawn="1">
            <p:ph type="body" sz="quarter" idx="19" hasCustomPrompt="1"/>
          </p:nvPr>
        </p:nvSpPr>
        <p:spPr>
          <a:xfrm>
            <a:off x="1952041" y="974294"/>
            <a:ext cx="4589689" cy="302535"/>
          </a:xfrm>
        </p:spPr>
        <p:txBody>
          <a:bodyPr anchor="ctr"/>
          <a:lstStyle>
            <a:lvl1pPr>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stStyle>
          <a:p>
            <a:r>
              <a:rPr lang="es-ES" err="1"/>
              <a:t>Major</a:t>
            </a:r>
            <a:r>
              <a:rPr lang="es-ES"/>
              <a:t> </a:t>
            </a:r>
            <a:endParaRPr lang="en-US"/>
          </a:p>
        </p:txBody>
      </p:sp>
      <p:sp>
        <p:nvSpPr>
          <p:cNvPr id="51" name="Rectangle 12">
            <a:extLst>
              <a:ext uri="{FF2B5EF4-FFF2-40B4-BE49-F238E27FC236}">
                <a16:creationId xmlns:a16="http://schemas.microsoft.com/office/drawing/2014/main" id="{DF81F04B-AB69-4A8B-A7F9-39A43C1B7AE1}"/>
              </a:ext>
            </a:extLst>
          </p:cNvPr>
          <p:cNvSpPr>
            <a:spLocks noChangeArrowheads="1"/>
          </p:cNvSpPr>
          <p:nvPr userDrawn="1"/>
        </p:nvSpPr>
        <p:spPr bwMode="auto">
          <a:xfrm>
            <a:off x="82490" y="4586627"/>
            <a:ext cx="2176694" cy="211912"/>
          </a:xfrm>
          <a:prstGeom prst="rect">
            <a:avLst/>
          </a:prstGeom>
          <a:noFill/>
          <a:ln w="25400" algn="ctr">
            <a:noFill/>
            <a:miter lim="800000"/>
            <a:headEnd/>
            <a:tailEnd/>
          </a:ln>
        </p:spPr>
        <p:txBody>
          <a:bodyPr wrap="square" lIns="179888" tIns="0" rIns="26983" bIns="26983" anchor="t">
            <a:spAutoFit/>
          </a:bodyPr>
          <a:lstStyle/>
          <a:p>
            <a:pPr marL="146021" marR="0" lvl="0" indent="-146021" algn="l" defTabSz="913851" rtl="0" eaLnBrk="0" fontAlgn="auto" latinLnBrk="0" hangingPunct="0">
              <a:lnSpc>
                <a:spcPct val="100000"/>
              </a:lnSpc>
              <a:spcBef>
                <a:spcPts val="0"/>
              </a:spcBef>
              <a:spcAft>
                <a:spcPts val="0"/>
              </a:spcAft>
              <a:buClrTx/>
              <a:buSzTx/>
              <a:buFontTx/>
              <a:buNone/>
              <a:tabLst/>
              <a:defRPr/>
            </a:pPr>
            <a:r>
              <a:rPr kumimoji="0" lang="es-AR"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SPECIALIZATIONS</a:t>
            </a:r>
            <a:endPar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endParaRPr>
          </a:p>
        </p:txBody>
      </p:sp>
      <p:sp>
        <p:nvSpPr>
          <p:cNvPr id="54" name="Rectangle 12">
            <a:extLst>
              <a:ext uri="{FF2B5EF4-FFF2-40B4-BE49-F238E27FC236}">
                <a16:creationId xmlns:a16="http://schemas.microsoft.com/office/drawing/2014/main" id="{6C494296-126C-42D3-943D-AC2F5E54E594}"/>
              </a:ext>
            </a:extLst>
          </p:cNvPr>
          <p:cNvSpPr>
            <a:spLocks noChangeArrowheads="1"/>
          </p:cNvSpPr>
          <p:nvPr userDrawn="1"/>
        </p:nvSpPr>
        <p:spPr bwMode="auto">
          <a:xfrm>
            <a:off x="3009620" y="5530107"/>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INDUSTRY</a:t>
            </a:r>
          </a:p>
        </p:txBody>
      </p:sp>
      <p:cxnSp>
        <p:nvCxnSpPr>
          <p:cNvPr id="26" name="Straight Connector 25">
            <a:extLst>
              <a:ext uri="{FF2B5EF4-FFF2-40B4-BE49-F238E27FC236}">
                <a16:creationId xmlns:a16="http://schemas.microsoft.com/office/drawing/2014/main" id="{8D7924A8-2A02-43C8-85AF-AC1F770B25F9}"/>
              </a:ext>
            </a:extLst>
          </p:cNvPr>
          <p:cNvCxnSpPr>
            <a:cxnSpLocks/>
          </p:cNvCxnSpPr>
          <p:nvPr userDrawn="1"/>
        </p:nvCxnSpPr>
        <p:spPr>
          <a:xfrm>
            <a:off x="3047449" y="2138280"/>
            <a:ext cx="13251" cy="4358228"/>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DAE5B2F-A695-4635-BE85-22746FB8F6C3}"/>
              </a:ext>
            </a:extLst>
          </p:cNvPr>
          <p:cNvCxnSpPr>
            <a:cxnSpLocks/>
          </p:cNvCxnSpPr>
          <p:nvPr userDrawn="1"/>
        </p:nvCxnSpPr>
        <p:spPr>
          <a:xfrm>
            <a:off x="6359445" y="2129629"/>
            <a:ext cx="13251" cy="4358228"/>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9" name="Rectangle 12">
            <a:extLst>
              <a:ext uri="{FF2B5EF4-FFF2-40B4-BE49-F238E27FC236}">
                <a16:creationId xmlns:a16="http://schemas.microsoft.com/office/drawing/2014/main" id="{E06497E9-679F-430D-9081-1240D8516FFE}"/>
              </a:ext>
            </a:extLst>
          </p:cNvPr>
          <p:cNvSpPr>
            <a:spLocks noChangeArrowheads="1"/>
          </p:cNvSpPr>
          <p:nvPr userDrawn="1"/>
        </p:nvSpPr>
        <p:spPr bwMode="auto">
          <a:xfrm>
            <a:off x="3009620" y="2321774"/>
            <a:ext cx="3238780" cy="266415"/>
          </a:xfrm>
          <a:prstGeom prst="rect">
            <a:avLst/>
          </a:prstGeom>
          <a:noFill/>
          <a:ln w="25400" algn="ctr">
            <a:noFill/>
            <a:miter lim="800000"/>
            <a:headEnd/>
            <a:tailEnd/>
          </a:ln>
        </p:spPr>
        <p:txBody>
          <a:bodyPr wrap="square" lIns="179888" tIns="0"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s-AR"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HARD/SOFT SKILLS &amp; TOOLS</a:t>
            </a:r>
            <a:endPar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endParaRPr>
          </a:p>
        </p:txBody>
      </p:sp>
      <p:sp>
        <p:nvSpPr>
          <p:cNvPr id="34" name="Rectangle 12">
            <a:extLst>
              <a:ext uri="{FF2B5EF4-FFF2-40B4-BE49-F238E27FC236}">
                <a16:creationId xmlns:a16="http://schemas.microsoft.com/office/drawing/2014/main" id="{F31576D1-FEDB-405C-8BC0-6F0C36D9A618}"/>
              </a:ext>
            </a:extLst>
          </p:cNvPr>
          <p:cNvSpPr>
            <a:spLocks noChangeArrowheads="1"/>
          </p:cNvSpPr>
          <p:nvPr userDrawn="1"/>
        </p:nvSpPr>
        <p:spPr bwMode="auto">
          <a:xfrm>
            <a:off x="82490" y="3429729"/>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s-AR"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EDUCATION</a:t>
            </a:r>
            <a:endPar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endParaRPr>
          </a:p>
        </p:txBody>
      </p:sp>
      <p:sp>
        <p:nvSpPr>
          <p:cNvPr id="23" name="Picture Placeholder 2">
            <a:extLst>
              <a:ext uri="{FF2B5EF4-FFF2-40B4-BE49-F238E27FC236}">
                <a16:creationId xmlns:a16="http://schemas.microsoft.com/office/drawing/2014/main" id="{5DBFF989-E3B8-4558-88C8-758F498BE429}"/>
              </a:ext>
            </a:extLst>
          </p:cNvPr>
          <p:cNvSpPr>
            <a:spLocks noGrp="1"/>
          </p:cNvSpPr>
          <p:nvPr>
            <p:ph type="pic" sz="quarter" idx="20"/>
          </p:nvPr>
        </p:nvSpPr>
        <p:spPr>
          <a:xfrm>
            <a:off x="5670863" y="5963920"/>
            <a:ext cx="979538" cy="837076"/>
          </a:xfrm>
        </p:spPr>
        <p:txBody>
          <a:bodyPr/>
          <a:lstStyle/>
          <a:p>
            <a:endParaRPr lang="en-US"/>
          </a:p>
        </p:txBody>
      </p:sp>
    </p:spTree>
    <p:extLst>
      <p:ext uri="{BB962C8B-B14F-4D97-AF65-F5344CB8AC3E}">
        <p14:creationId xmlns:p14="http://schemas.microsoft.com/office/powerpoint/2010/main" val="258929637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Salutation-GTS cente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Insert Salutation</a:t>
            </a:r>
            <a:endParaRPr lang="en-US"/>
          </a:p>
        </p:txBody>
      </p:sp>
      <p:sp>
        <p:nvSpPr>
          <p:cNvPr id="7" name="TextBox 6">
            <a:extLst>
              <a:ext uri="{FF2B5EF4-FFF2-40B4-BE49-F238E27FC236}">
                <a16:creationId xmlns:a16="http://schemas.microsoft.com/office/drawing/2014/main" id="{35F21F7E-CEFA-4A8F-862E-8631C40CEA2C}"/>
              </a:ext>
            </a:extLst>
          </p:cNvPr>
          <p:cNvSpPr txBox="1"/>
          <p:nvPr/>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sp>
        <p:nvSpPr>
          <p:cNvPr id="10" name="GTS_WH" descr="Accenture Greater Than symbol in white">
            <a:extLst>
              <a:ext uri="{FF2B5EF4-FFF2-40B4-BE49-F238E27FC236}">
                <a16:creationId xmlns:a16="http://schemas.microsoft.com/office/drawing/2014/main" id="{494AA491-F1F8-4D38-B722-DB2F38B198B8}"/>
              </a:ext>
            </a:extLst>
          </p:cNvPr>
          <p:cNvSpPr>
            <a:spLocks noChangeAspect="1"/>
          </p:cNvSpPr>
          <p:nvPr/>
        </p:nvSpPr>
        <p:spPr bwMode="black">
          <a:xfrm>
            <a:off x="5779386" y="5382386"/>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342447454"/>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guide id="2" pos="3840">
          <p15:clr>
            <a:srgbClr val="C35EA4"/>
          </p15:clr>
        </p15:guide>
        <p15:guide id="3" orient="horz" pos="3608">
          <p15:clr>
            <a:srgbClr val="C35EA4"/>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Salutation-Logo cente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Insert Salutation</a:t>
            </a:r>
            <a:endParaRPr lang="en-US"/>
          </a:p>
        </p:txBody>
      </p:sp>
      <p:sp>
        <p:nvSpPr>
          <p:cNvPr id="11" name="TextBox 10">
            <a:extLst>
              <a:ext uri="{FF2B5EF4-FFF2-40B4-BE49-F238E27FC236}">
                <a16:creationId xmlns:a16="http://schemas.microsoft.com/office/drawing/2014/main" id="{0B104FBB-E799-42A8-A4FA-483DC489523D}"/>
              </a:ext>
            </a:extLst>
          </p:cNvPr>
          <p:cNvSpPr txBox="1"/>
          <p:nvPr/>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grpSp>
        <p:nvGrpSpPr>
          <p:cNvPr id="12" name="Logo_WH" descr="Accenture logo in white">
            <a:extLst>
              <a:ext uri="{FF2B5EF4-FFF2-40B4-BE49-F238E27FC236}">
                <a16:creationId xmlns:a16="http://schemas.microsoft.com/office/drawing/2014/main" id="{0D82E30B-4E95-4B73-9014-71990AE21DBE}"/>
              </a:ext>
            </a:extLst>
          </p:cNvPr>
          <p:cNvGrpSpPr>
            <a:grpSpLocks noChangeAspect="1"/>
          </p:cNvGrpSpPr>
          <p:nvPr/>
        </p:nvGrpSpPr>
        <p:grpSpPr bwMode="black">
          <a:xfrm>
            <a:off x="5154167" y="5374201"/>
            <a:ext cx="1883664" cy="496247"/>
            <a:chOff x="1561" y="187"/>
            <a:chExt cx="4536" cy="1195"/>
          </a:xfrm>
        </p:grpSpPr>
        <p:sp>
          <p:nvSpPr>
            <p:cNvPr id="13" name="Freeform 5">
              <a:extLst>
                <a:ext uri="{FF2B5EF4-FFF2-40B4-BE49-F238E27FC236}">
                  <a16:creationId xmlns:a16="http://schemas.microsoft.com/office/drawing/2014/main" id="{008CD909-AC78-4980-BB04-8608F18CDC22}"/>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6">
              <a:extLst>
                <a:ext uri="{FF2B5EF4-FFF2-40B4-BE49-F238E27FC236}">
                  <a16:creationId xmlns:a16="http://schemas.microsoft.com/office/drawing/2014/main" id="{8B5D8E88-5919-40A0-A4A4-2E6587AD6874}"/>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687203285"/>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98">
          <p15:clr>
            <a:srgbClr val="C35EA4"/>
          </p15:clr>
        </p15:guide>
        <p15:guide id="2" pos="3840">
          <p15:clr>
            <a:srgbClr val="C35EA4"/>
          </p15:clr>
        </p15:guide>
        <p15:guide id="3" orient="horz" pos="2160">
          <p15:clr>
            <a:srgbClr val="C35EA4"/>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Salutation-GTS Keyline">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7882D0-879F-974F-B35F-EE91948B7FE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bwMode="black">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245418469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Salutation-GTS left-image bkgnd">
    <p:bg>
      <p:bgPr>
        <a:solidFill>
          <a:schemeClr val="accent3"/>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3E7551B-7F86-46D2-A90B-DF5CC30BDFD8}"/>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Insert Salutation 72pt</a:t>
            </a:r>
            <a:endParaRPr lang="en-US"/>
          </a:p>
        </p:txBody>
      </p:sp>
      <p:sp>
        <p:nvSpPr>
          <p:cNvPr id="3" name="TextBox 2">
            <a:extLst>
              <a:ext uri="{FF2B5EF4-FFF2-40B4-BE49-F238E27FC236}">
                <a16:creationId xmlns:a16="http://schemas.microsoft.com/office/drawing/2014/main" id="{B87AD433-4B77-E741-930C-11F17D433B19}"/>
              </a:ext>
            </a:extLst>
          </p:cNvPr>
          <p:cNvSpPr txBox="1"/>
          <p:nvPr/>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
        <p:nvSpPr>
          <p:cNvPr id="6" name="GTS_WH" descr="Accenture Greater Than symbol in white">
            <a:extLst>
              <a:ext uri="{FF2B5EF4-FFF2-40B4-BE49-F238E27FC236}">
                <a16:creationId xmlns:a16="http://schemas.microsoft.com/office/drawing/2014/main" id="{5820492B-C4D2-42F2-B2B8-CB1CE70F894B}"/>
              </a:ext>
            </a:extLst>
          </p:cNvPr>
          <p:cNvSpPr>
            <a:spLocks noChangeAspect="1"/>
          </p:cNvSpPr>
          <p:nvPr/>
        </p:nvSpPr>
        <p:spPr bwMode="black">
          <a:xfrm>
            <a:off x="380999" y="5607812"/>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86913175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2160">
          <p15:clr>
            <a:srgbClr val="C35EA4"/>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Title: Black1">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67CB869-86C7-4B5D-B21D-C7104400ECFC}"/>
              </a:ext>
            </a:extLst>
          </p:cNvPr>
          <p:cNvSpPr/>
          <p:nvPr/>
        </p:nvSpPr>
        <p:spPr bwMode="blackGray">
          <a:xfrm>
            <a:off x="0" y="0"/>
            <a:ext cx="12192000" cy="6858000"/>
          </a:xfrm>
          <a:prstGeom prst="rect">
            <a:avLst/>
          </a:prstGeom>
          <a:gradFill flip="none" rotWithShape="1">
            <a:gsLst>
              <a:gs pos="0">
                <a:schemeClr val="bg1">
                  <a:alpha val="55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97101C55-360F-4A30-88C9-2A386C411EE3}"/>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black">
          <a:xfrm>
            <a:off x="4622800" y="0"/>
            <a:ext cx="7188200" cy="6858000"/>
          </a:xfrm>
          <a:prstGeom prst="rect">
            <a:avLst/>
          </a:prstGeom>
        </p:spPr>
      </p:pic>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0" y="5282245"/>
            <a:ext cx="3102015"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0" y="5527522"/>
            <a:ext cx="3102015" cy="784378"/>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4" name="Title 1">
            <a:extLst>
              <a:ext uri="{FF2B5EF4-FFF2-40B4-BE49-F238E27FC236}">
                <a16:creationId xmlns:a16="http://schemas.microsoft.com/office/drawing/2014/main" id="{F0772B66-01D8-4BE7-AE8E-C64CA1CF2666}"/>
              </a:ext>
            </a:extLst>
          </p:cNvPr>
          <p:cNvSpPr>
            <a:spLocks noGrp="1"/>
          </p:cNvSpPr>
          <p:nvPr>
            <p:ph type="ctrTitle" hasCustomPrompt="1"/>
          </p:nvPr>
        </p:nvSpPr>
        <p:spPr>
          <a:xfrm>
            <a:off x="381001" y="1429154"/>
            <a:ext cx="5152292" cy="2255710"/>
          </a:xfrm>
        </p:spPr>
        <p:txBody>
          <a:bodyPr anchor="b"/>
          <a:lstStyle>
            <a:lvl1pPr algn="l">
              <a:lnSpc>
                <a:spcPct val="90000"/>
              </a:lnSpc>
              <a:defRPr sz="4800">
                <a:solidFill>
                  <a:schemeClr val="tx1"/>
                </a:solidFill>
              </a:defRPr>
            </a:lvl1pPr>
          </a:lstStyle>
          <a:p>
            <a:r>
              <a:rPr lang="en-US"/>
              <a:t>Place presentation title here 48pt</a:t>
            </a:r>
          </a:p>
        </p:txBody>
      </p:sp>
      <p:sp>
        <p:nvSpPr>
          <p:cNvPr id="19" name="Text Placeholder 15">
            <a:extLst>
              <a:ext uri="{FF2B5EF4-FFF2-40B4-BE49-F238E27FC236}">
                <a16:creationId xmlns:a16="http://schemas.microsoft.com/office/drawing/2014/main" id="{BC9F1450-A172-44DF-9DE8-E6487649728B}"/>
              </a:ext>
            </a:extLst>
          </p:cNvPr>
          <p:cNvSpPr>
            <a:spLocks noGrp="1"/>
          </p:cNvSpPr>
          <p:nvPr>
            <p:ph type="body" sz="quarter" idx="13" hasCustomPrompt="1"/>
          </p:nvPr>
        </p:nvSpPr>
        <p:spPr>
          <a:xfrm>
            <a:off x="381001" y="3871190"/>
            <a:ext cx="5152292" cy="1092846"/>
          </a:xfrm>
        </p:spPr>
        <p:txBody>
          <a:bodyPr vert="horz" lIns="0" tIns="0" rIns="0" bIns="0" rtlCol="0">
            <a:noAutofit/>
          </a:bodyPr>
          <a:lstStyle>
            <a:lvl1pPr marL="0" indent="0" algn="l">
              <a:lnSpc>
                <a:spcPct val="90000"/>
              </a:lnSpc>
              <a:buNone/>
              <a:defRPr lang="en-US" sz="2400" b="0" i="0" kern="1200" spc="0" dirty="0">
                <a:solidFill>
                  <a:schemeClr val="tx1"/>
                </a:solidFill>
                <a:latin typeface="GT Sectra Fine Rg" panose="00000500000000000000" pitchFamily="50" charset="0"/>
                <a:ea typeface="+mn-ea"/>
                <a:cs typeface="+mn-cs"/>
              </a:defRPr>
            </a:lvl1pPr>
            <a:lvl2pPr marL="0" algn="ctr">
              <a:lnSpc>
                <a:spcPct val="90000"/>
              </a:lnSpc>
              <a:spcAft>
                <a:spcPts val="600"/>
              </a:spcAft>
              <a:defRPr lang="en-US" sz="2400" dirty="0" smtClean="0">
                <a:solidFill>
                  <a:srgbClr val="E6DCFF"/>
                </a:solidFill>
                <a:latin typeface="GT Sectra Fine Rg" panose="00000500000000000000" pitchFamily="50" charset="0"/>
              </a:defRPr>
            </a:lvl2pPr>
            <a:lvl3pPr marL="0" algn="ctr">
              <a:lnSpc>
                <a:spcPct val="90000"/>
              </a:lnSpc>
              <a:spcAft>
                <a:spcPts val="600"/>
              </a:spcAft>
              <a:defRPr lang="en-US" sz="2400" dirty="0" smtClean="0">
                <a:solidFill>
                  <a:srgbClr val="E6DCFF"/>
                </a:solidFill>
                <a:latin typeface="GT Sectra Fine Rg" panose="00000500000000000000" pitchFamily="50" charset="0"/>
              </a:defRPr>
            </a:lvl3pPr>
            <a:lvl4pPr marL="0" algn="ctr">
              <a:lnSpc>
                <a:spcPct val="90000"/>
              </a:lnSpc>
              <a:spcAft>
                <a:spcPts val="600"/>
              </a:spcAft>
              <a:defRPr lang="en-US" sz="2400" dirty="0" smtClean="0">
                <a:solidFill>
                  <a:srgbClr val="E6DCFF"/>
                </a:solidFill>
                <a:latin typeface="GT Sectra Fine Rg" panose="00000500000000000000" pitchFamily="50" charset="0"/>
              </a:defRPr>
            </a:lvl4pPr>
            <a:lvl5pPr marL="0" algn="ctr">
              <a:lnSpc>
                <a:spcPct val="90000"/>
              </a:lnSpc>
              <a:spcAft>
                <a:spcPts val="600"/>
              </a:spcAft>
              <a:defRPr lang="en-US" sz="2400" dirty="0">
                <a:solidFill>
                  <a:srgbClr val="E6DCFF"/>
                </a:solidFill>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 name="TextBox 2">
            <a:extLst>
              <a:ext uri="{FF2B5EF4-FFF2-40B4-BE49-F238E27FC236}">
                <a16:creationId xmlns:a16="http://schemas.microsoft.com/office/drawing/2014/main" id="{201D1C16-1E67-46BA-A7F0-31738E52069F}"/>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Tree>
    <p:extLst>
      <p:ext uri="{BB962C8B-B14F-4D97-AF65-F5344CB8AC3E}">
        <p14:creationId xmlns:p14="http://schemas.microsoft.com/office/powerpoint/2010/main" val="3457558605"/>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Title: Black2">
    <p:bg>
      <p:bgPr>
        <a:solidFill>
          <a:schemeClr val="accent3"/>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A764EB37-3299-4AEF-9398-9D9C84AB73F2}"/>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15" name="Date Placeholder 10">
            <a:extLst>
              <a:ext uri="{FF2B5EF4-FFF2-40B4-BE49-F238E27FC236}">
                <a16:creationId xmlns:a16="http://schemas.microsoft.com/office/drawing/2014/main" id="{C1D8BA10-E028-4E4B-A19C-12B864B01021}"/>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7" name="Text Placeholder 16">
            <a:extLst>
              <a:ext uri="{FF2B5EF4-FFF2-40B4-BE49-F238E27FC236}">
                <a16:creationId xmlns:a16="http://schemas.microsoft.com/office/drawing/2014/main" id="{A09D55F2-CAE5-4C0F-8D54-A28CECDB9398}"/>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9" name="Text Placeholder 15">
            <a:extLst>
              <a:ext uri="{FF2B5EF4-FFF2-40B4-BE49-F238E27FC236}">
                <a16:creationId xmlns:a16="http://schemas.microsoft.com/office/drawing/2014/main" id="{3AA97401-81EE-4280-A94C-955E96B00594}"/>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GT Sectra Fine Rg" panose="00000500000000000000" pitchFamily="50" charset="0"/>
              </a:defRPr>
            </a:lvl1pPr>
            <a:lvl2pPr marL="0" algn="ctr">
              <a:lnSpc>
                <a:spcPct val="90000"/>
              </a:lnSpc>
              <a:spcAft>
                <a:spcPts val="600"/>
              </a:spcAft>
              <a:defRPr lang="en-US" sz="2400" dirty="0" smtClean="0">
                <a:solidFill>
                  <a:srgbClr val="E6DCFF"/>
                </a:solidFill>
                <a:latin typeface="GT Sectra Fine Rg" panose="00000500000000000000" pitchFamily="50" charset="0"/>
              </a:defRPr>
            </a:lvl2pPr>
            <a:lvl3pPr marL="0" algn="ctr">
              <a:lnSpc>
                <a:spcPct val="90000"/>
              </a:lnSpc>
              <a:spcAft>
                <a:spcPts val="600"/>
              </a:spcAft>
              <a:defRPr lang="en-US" sz="2400" dirty="0" smtClean="0">
                <a:solidFill>
                  <a:srgbClr val="E6DCFF"/>
                </a:solidFill>
                <a:latin typeface="GT Sectra Fine Rg" panose="00000500000000000000" pitchFamily="50" charset="0"/>
              </a:defRPr>
            </a:lvl3pPr>
            <a:lvl4pPr marL="0" algn="ctr">
              <a:lnSpc>
                <a:spcPct val="90000"/>
              </a:lnSpc>
              <a:spcAft>
                <a:spcPts val="600"/>
              </a:spcAft>
              <a:defRPr lang="en-US" sz="2400" dirty="0" smtClean="0">
                <a:solidFill>
                  <a:srgbClr val="E6DCFF"/>
                </a:solidFill>
                <a:latin typeface="GT Sectra Fine Rg" panose="00000500000000000000" pitchFamily="50" charset="0"/>
              </a:defRPr>
            </a:lvl4pPr>
            <a:lvl5pPr marL="0" algn="ctr">
              <a:lnSpc>
                <a:spcPct val="90000"/>
              </a:lnSpc>
              <a:spcAft>
                <a:spcPts val="600"/>
              </a:spcAft>
              <a:defRPr lang="en-US" sz="2400" dirty="0">
                <a:solidFill>
                  <a:srgbClr val="E6DCFF"/>
                </a:solidFill>
                <a:latin typeface="GT Sectra Fine Rg" panose="00000500000000000000" pitchFamily="50" charset="0"/>
              </a:defRPr>
            </a:lvl5pPr>
          </a:lstStyle>
          <a:p>
            <a:pPr marL="228600" lvl="0" indent="-228600" defTabSz="914400">
              <a:spcAft>
                <a:spcPts val="0"/>
              </a:spcAft>
            </a:pPr>
            <a:r>
              <a:rPr lang="en-GB"/>
              <a:t>Place subtitle here in GT Sectra Fine </a:t>
            </a:r>
            <a:r>
              <a:rPr lang="en-GB" err="1"/>
              <a:t>Rg</a:t>
            </a:r>
            <a:r>
              <a:rPr lang="en-GB"/>
              <a:t> 24pt</a:t>
            </a:r>
          </a:p>
        </p:txBody>
      </p:sp>
      <p:sp>
        <p:nvSpPr>
          <p:cNvPr id="4" name="TextBox 3">
            <a:extLst>
              <a:ext uri="{FF2B5EF4-FFF2-40B4-BE49-F238E27FC236}">
                <a16:creationId xmlns:a16="http://schemas.microsoft.com/office/drawing/2014/main" id="{8DDC0C86-80A9-481C-A2D5-6F509B89192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8" name="GTS_WH" descr="Accenture Greater Than symbol in white">
            <a:extLst>
              <a:ext uri="{FF2B5EF4-FFF2-40B4-BE49-F238E27FC236}">
                <a16:creationId xmlns:a16="http://schemas.microsoft.com/office/drawing/2014/main" id="{C703F910-26EC-4B07-B522-B28DEB82C3EA}"/>
              </a:ext>
            </a:extLst>
          </p:cNvPr>
          <p:cNvSpPr>
            <a:spLocks noChangeAspect="1"/>
          </p:cNvSpPr>
          <p:nvPr/>
        </p:nvSpPr>
        <p:spPr bwMode="black">
          <a:xfrm>
            <a:off x="5779386" y="5382386"/>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5548961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05">
          <p15:clr>
            <a:srgbClr val="C35EA4"/>
          </p15:clr>
        </p15:guide>
        <p15:guide id="2" pos="3840">
          <p15:clr>
            <a:srgbClr val="C35EA4"/>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Title: Black3">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55EA4F-E473-41EF-9E00-3D69D5F1AE67}"/>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6" name="Date Placeholder 10">
            <a:extLst>
              <a:ext uri="{FF2B5EF4-FFF2-40B4-BE49-F238E27FC236}">
                <a16:creationId xmlns:a16="http://schemas.microsoft.com/office/drawing/2014/main" id="{0AF5D71E-5FA3-4080-B28F-B3110AB34D48}"/>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7" name="Text Placeholder 16">
            <a:extLst>
              <a:ext uri="{FF2B5EF4-FFF2-40B4-BE49-F238E27FC236}">
                <a16:creationId xmlns:a16="http://schemas.microsoft.com/office/drawing/2014/main" id="{51481AAC-1471-4278-A104-D559B82B527A}"/>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6" name="Text Placeholder 15">
            <a:extLst>
              <a:ext uri="{FF2B5EF4-FFF2-40B4-BE49-F238E27FC236}">
                <a16:creationId xmlns:a16="http://schemas.microsoft.com/office/drawing/2014/main" id="{0BEB3B30-172A-47BC-8F00-43F601E1F872}"/>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GT Sectra Fine Rg" panose="00000500000000000000" pitchFamily="50" charset="0"/>
              </a:defRPr>
            </a:lvl1pPr>
            <a:lvl2pPr marL="0" algn="ctr">
              <a:lnSpc>
                <a:spcPct val="90000"/>
              </a:lnSpc>
              <a:spcAft>
                <a:spcPts val="600"/>
              </a:spcAft>
              <a:defRPr lang="en-US" sz="2400" dirty="0" smtClean="0">
                <a:solidFill>
                  <a:srgbClr val="E6DCFF"/>
                </a:solidFill>
                <a:latin typeface="GT Sectra Fine Rg" panose="00000500000000000000" pitchFamily="50" charset="0"/>
              </a:defRPr>
            </a:lvl2pPr>
            <a:lvl3pPr marL="0" algn="ctr">
              <a:lnSpc>
                <a:spcPct val="90000"/>
              </a:lnSpc>
              <a:spcAft>
                <a:spcPts val="600"/>
              </a:spcAft>
              <a:defRPr lang="en-US" sz="2400" dirty="0" smtClean="0">
                <a:solidFill>
                  <a:srgbClr val="E6DCFF"/>
                </a:solidFill>
                <a:latin typeface="GT Sectra Fine Rg" panose="00000500000000000000" pitchFamily="50" charset="0"/>
              </a:defRPr>
            </a:lvl3pPr>
            <a:lvl4pPr marL="0" algn="ctr">
              <a:lnSpc>
                <a:spcPct val="90000"/>
              </a:lnSpc>
              <a:spcAft>
                <a:spcPts val="600"/>
              </a:spcAft>
              <a:defRPr lang="en-US" sz="2400" dirty="0" smtClean="0">
                <a:solidFill>
                  <a:srgbClr val="E6DCFF"/>
                </a:solidFill>
                <a:latin typeface="GT Sectra Fine Rg" panose="00000500000000000000" pitchFamily="50" charset="0"/>
              </a:defRPr>
            </a:lvl4pPr>
            <a:lvl5pPr marL="0" algn="ctr">
              <a:lnSpc>
                <a:spcPct val="90000"/>
              </a:lnSpc>
              <a:spcAft>
                <a:spcPts val="600"/>
              </a:spcAft>
              <a:defRPr lang="en-US" sz="2400" dirty="0">
                <a:solidFill>
                  <a:srgbClr val="E6DCFF"/>
                </a:solidFill>
                <a:latin typeface="GT Sectra Fine Rg" panose="00000500000000000000" pitchFamily="50" charset="0"/>
              </a:defRPr>
            </a:lvl5pPr>
          </a:lstStyle>
          <a:p>
            <a:pPr marL="228600" lvl="0" indent="-228600" defTabSz="914400">
              <a:spcAft>
                <a:spcPts val="0"/>
              </a:spcAft>
            </a:pPr>
            <a:r>
              <a:rPr lang="en-GB"/>
              <a:t>Place subtitle here in GT Sectra Fine </a:t>
            </a:r>
            <a:r>
              <a:rPr lang="en-GB" err="1"/>
              <a:t>Rg</a:t>
            </a:r>
            <a:r>
              <a:rPr lang="en-GB"/>
              <a:t> 24pt</a:t>
            </a:r>
          </a:p>
        </p:txBody>
      </p:sp>
      <p:sp>
        <p:nvSpPr>
          <p:cNvPr id="2" name="TextBox 1">
            <a:extLst>
              <a:ext uri="{FF2B5EF4-FFF2-40B4-BE49-F238E27FC236}">
                <a16:creationId xmlns:a16="http://schemas.microsoft.com/office/drawing/2014/main" id="{E0481612-058D-4A52-B93E-53E75F305C81}"/>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8" name="Logo_WH" descr="Accenture logo in white">
            <a:extLst>
              <a:ext uri="{FF2B5EF4-FFF2-40B4-BE49-F238E27FC236}">
                <a16:creationId xmlns:a16="http://schemas.microsoft.com/office/drawing/2014/main" id="{C6212C50-BB96-4C0C-BC89-2B3C8082149D}"/>
              </a:ext>
            </a:extLst>
          </p:cNvPr>
          <p:cNvGrpSpPr>
            <a:grpSpLocks noChangeAspect="1"/>
          </p:cNvGrpSpPr>
          <p:nvPr/>
        </p:nvGrpSpPr>
        <p:grpSpPr bwMode="black">
          <a:xfrm>
            <a:off x="5154167" y="5374201"/>
            <a:ext cx="1883664" cy="496247"/>
            <a:chOff x="1561" y="187"/>
            <a:chExt cx="4536" cy="1195"/>
          </a:xfrm>
        </p:grpSpPr>
        <p:sp>
          <p:nvSpPr>
            <p:cNvPr id="10" name="Freeform 5">
              <a:extLst>
                <a:ext uri="{FF2B5EF4-FFF2-40B4-BE49-F238E27FC236}">
                  <a16:creationId xmlns:a16="http://schemas.microsoft.com/office/drawing/2014/main" id="{5A65B91D-87CB-4DC8-B4B1-CE82A8E5C6F8}"/>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6">
              <a:extLst>
                <a:ext uri="{FF2B5EF4-FFF2-40B4-BE49-F238E27FC236}">
                  <a16:creationId xmlns:a16="http://schemas.microsoft.com/office/drawing/2014/main" id="{E102C68A-98DA-4EBB-AAFF-D0C6E56ADE14}"/>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97055460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696">
          <p15:clr>
            <a:srgbClr val="C35EA4"/>
          </p15:clr>
        </p15:guide>
        <p15:guide id="2" pos="3840">
          <p15:clr>
            <a:srgbClr val="C35EA4"/>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Title: Black4">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rgbClr val="E6DCFF"/>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6"/>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4" name="TextBox 3">
            <a:extLst>
              <a:ext uri="{FF2B5EF4-FFF2-40B4-BE49-F238E27FC236}">
                <a16:creationId xmlns:a16="http://schemas.microsoft.com/office/drawing/2014/main" id="{EEDFBD97-7A23-4453-9DFC-F825350AF9B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8" name="Logo_WH" descr="Accenture logo in white">
            <a:extLst>
              <a:ext uri="{FF2B5EF4-FFF2-40B4-BE49-F238E27FC236}">
                <a16:creationId xmlns:a16="http://schemas.microsoft.com/office/drawing/2014/main" id="{1A7501AC-E717-4CB3-89D9-DEE7B06E1876}"/>
              </a:ext>
            </a:extLst>
          </p:cNvPr>
          <p:cNvGrpSpPr>
            <a:grpSpLocks noChangeAspect="1"/>
          </p:cNvGrpSpPr>
          <p:nvPr/>
        </p:nvGrpSpPr>
        <p:grpSpPr bwMode="black">
          <a:xfrm>
            <a:off x="9153213" y="5815652"/>
            <a:ext cx="1883664" cy="496247"/>
            <a:chOff x="1561" y="187"/>
            <a:chExt cx="4536" cy="1195"/>
          </a:xfrm>
        </p:grpSpPr>
        <p:sp>
          <p:nvSpPr>
            <p:cNvPr id="10" name="Freeform 5">
              <a:extLst>
                <a:ext uri="{FF2B5EF4-FFF2-40B4-BE49-F238E27FC236}">
                  <a16:creationId xmlns:a16="http://schemas.microsoft.com/office/drawing/2014/main" id="{E84F1646-52FE-4716-AED1-FE252A8E05E4}"/>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5FBA828-A6EE-4CDC-A2F1-52C5DC0E3C3F}"/>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528107866"/>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Title: Black5 Image">
    <p:bg>
      <p:bgPr>
        <a:solidFill>
          <a:schemeClr val="accent3"/>
        </a:solidFill>
        <a:effectLst/>
      </p:bgPr>
    </p:bg>
    <p:spTree>
      <p:nvGrpSpPr>
        <p:cNvPr id="1" name=""/>
        <p:cNvGrpSpPr/>
        <p:nvPr/>
      </p:nvGrpSpPr>
      <p:grpSpPr>
        <a:xfrm>
          <a:off x="0" y="0"/>
          <a:ext cx="0" cy="0"/>
          <a:chOff x="0" y="0"/>
          <a:chExt cx="0" cy="0"/>
        </a:xfrm>
      </p:grpSpPr>
      <p:sp>
        <p:nvSpPr>
          <p:cNvPr id="15" name="Picture Placeholder 8">
            <a:extLst>
              <a:ext uri="{FF2B5EF4-FFF2-40B4-BE49-F238E27FC236}">
                <a16:creationId xmlns:a16="http://schemas.microsoft.com/office/drawing/2014/main" id="{0449E654-6B6A-44E6-852C-967C3EDDCA21}"/>
              </a:ext>
            </a:extLst>
          </p:cNvPr>
          <p:cNvSpPr>
            <a:spLocks noGrp="1"/>
          </p:cNvSpPr>
          <p:nvPr>
            <p:ph type="pic" sz="quarter" idx="10" hasCustomPrompt="1"/>
          </p:nvPr>
        </p:nvSpPr>
        <p:spPr>
          <a:xfrm>
            <a:off x="-7620" y="-18288"/>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white">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white">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white">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white">
          <a:xfrm>
            <a:off x="381001" y="4190668"/>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9" name="GTS_WH" descr="Accenture Greater Than symbol in white">
            <a:extLst>
              <a:ext uri="{FF2B5EF4-FFF2-40B4-BE49-F238E27FC236}">
                <a16:creationId xmlns:a16="http://schemas.microsoft.com/office/drawing/2014/main" id="{08C622A3-6AC3-418E-A8AE-75B117754CFC}"/>
              </a:ext>
            </a:extLst>
          </p:cNvPr>
          <p:cNvSpPr>
            <a:spLocks noChangeAspect="1"/>
          </p:cNvSpPr>
          <p:nvPr/>
        </p:nvSpPr>
        <p:spPr bwMode="white">
          <a:xfrm>
            <a:off x="381001" y="560781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8003234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Title: Black6 Image">
    <p:bg>
      <p:bgPr>
        <a:solidFill>
          <a:schemeClr val="accent3"/>
        </a:solidFill>
        <a:effectLst/>
      </p:bgPr>
    </p:bg>
    <p:spTree>
      <p:nvGrpSpPr>
        <p:cNvPr id="1" name=""/>
        <p:cNvGrpSpPr/>
        <p:nvPr/>
      </p:nvGrpSpPr>
      <p:grpSpPr>
        <a:xfrm>
          <a:off x="0" y="0"/>
          <a:ext cx="0" cy="0"/>
          <a:chOff x="0" y="0"/>
          <a:chExt cx="0" cy="0"/>
        </a:xfrm>
      </p:grpSpPr>
      <p:sp>
        <p:nvSpPr>
          <p:cNvPr id="14" name="Picture Placeholder 8">
            <a:extLst>
              <a:ext uri="{FF2B5EF4-FFF2-40B4-BE49-F238E27FC236}">
                <a16:creationId xmlns:a16="http://schemas.microsoft.com/office/drawing/2014/main" id="{12688DA9-25EC-4AC3-AD0E-0CC139E11679}"/>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8" name="Subtitle 2">
            <a:extLst>
              <a:ext uri="{FF2B5EF4-FFF2-40B4-BE49-F238E27FC236}">
                <a16:creationId xmlns:a16="http://schemas.microsoft.com/office/drawing/2014/main" id="{9279EB0A-2DCA-4410-A834-F9A425FF964B}"/>
              </a:ext>
            </a:extLst>
          </p:cNvPr>
          <p:cNvSpPr>
            <a:spLocks noGrp="1"/>
          </p:cNvSpPr>
          <p:nvPr>
            <p:ph type="subTitle" idx="1" hasCustomPrompt="1"/>
          </p:nvPr>
        </p:nvSpPr>
        <p:spPr>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 name="TextBox 2">
            <a:extLst>
              <a:ext uri="{FF2B5EF4-FFF2-40B4-BE49-F238E27FC236}">
                <a16:creationId xmlns:a16="http://schemas.microsoft.com/office/drawing/2014/main" id="{E9464481-354D-44BF-B8B2-E0AFA2830FDC}"/>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grpSp>
        <p:nvGrpSpPr>
          <p:cNvPr id="9" name="Logo_WH" descr="Accenture logo in white">
            <a:extLst>
              <a:ext uri="{FF2B5EF4-FFF2-40B4-BE49-F238E27FC236}">
                <a16:creationId xmlns:a16="http://schemas.microsoft.com/office/drawing/2014/main" id="{BA79480B-BE6F-49EC-829D-D8AF858ABFD8}"/>
              </a:ext>
            </a:extLst>
          </p:cNvPr>
          <p:cNvGrpSpPr>
            <a:grpSpLocks noChangeAspect="1"/>
          </p:cNvGrpSpPr>
          <p:nvPr/>
        </p:nvGrpSpPr>
        <p:grpSpPr bwMode="black">
          <a:xfrm>
            <a:off x="381001" y="5815652"/>
            <a:ext cx="1883664" cy="496247"/>
            <a:chOff x="1561" y="187"/>
            <a:chExt cx="4536" cy="1195"/>
          </a:xfrm>
        </p:grpSpPr>
        <p:sp>
          <p:nvSpPr>
            <p:cNvPr id="10" name="Freeform 5">
              <a:extLst>
                <a:ext uri="{FF2B5EF4-FFF2-40B4-BE49-F238E27FC236}">
                  <a16:creationId xmlns:a16="http://schemas.microsoft.com/office/drawing/2014/main" id="{80D6DAB6-FE72-4647-9B94-83468BA6B4AE}"/>
                </a:ext>
              </a:extLst>
            </p:cNvPr>
            <p:cNvSpPr>
              <a:spLocks/>
            </p:cNvSpPr>
            <p:nvPr/>
          </p:nvSpPr>
          <p:spPr bwMode="black">
            <a:xfrm>
              <a:off x="4205" y="187"/>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6961114-35B1-4F8E-96CC-0CA3D18133FD}"/>
                </a:ext>
              </a:extLst>
            </p:cNvPr>
            <p:cNvSpPr>
              <a:spLocks noEditPoints="1"/>
            </p:cNvSpPr>
            <p:nvPr/>
          </p:nvSpPr>
          <p:spPr bwMode="black">
            <a:xfrm>
              <a:off x="1561" y="690"/>
              <a:ext cx="4536"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60365481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Title: Black7 Acquisition+Image">
    <p:bg>
      <p:bgPr>
        <a:solidFill>
          <a:schemeClr val="accent3"/>
        </a:solidFill>
        <a:effectLst/>
      </p:bgPr>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84A5767-82AC-46A2-88DD-C31D51E1CB9C}"/>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sp>
        <p:nvSpPr>
          <p:cNvPr id="13" name="Picture Placeholder 11" descr="Image placeholder for client logo">
            <a:extLst>
              <a:ext uri="{FF2B5EF4-FFF2-40B4-BE49-F238E27FC236}">
                <a16:creationId xmlns:a16="http://schemas.microsoft.com/office/drawing/2014/main" id="{9B6BF12D-A981-4F4E-B8F1-FF12DC840F22}"/>
              </a:ext>
            </a:extLst>
          </p:cNvPr>
          <p:cNvSpPr>
            <a:spLocks noGrp="1"/>
          </p:cNvSpPr>
          <p:nvPr>
            <p:ph type="pic" sz="quarter" idx="13" hasCustomPrompt="1"/>
          </p:nvPr>
        </p:nvSpPr>
        <p:spPr>
          <a:xfrm>
            <a:off x="381001" y="5326815"/>
            <a:ext cx="1884233" cy="985085"/>
          </a:xfrm>
        </p:spPr>
        <p:txBody>
          <a:bodyPr anchor="ctr"/>
          <a:lstStyle>
            <a:lvl1pPr algn="ctr">
              <a:buFont typeface="Graphik" panose="020B0604020202020204" pitchFamily="34" charset="0"/>
              <a:buNone/>
              <a:defRPr sz="1400"/>
            </a:lvl1pPr>
          </a:lstStyle>
          <a:p>
            <a:r>
              <a:rPr lang="en-GB"/>
              <a:t>Add client logo</a:t>
            </a:r>
            <a:endParaRPr lang="en-US"/>
          </a:p>
        </p:txBody>
      </p:sp>
      <p:sp>
        <p:nvSpPr>
          <p:cNvPr id="10" name="GTS_WH" descr="Accenture Greater Than symbol in white">
            <a:extLst>
              <a:ext uri="{FF2B5EF4-FFF2-40B4-BE49-F238E27FC236}">
                <a16:creationId xmlns:a16="http://schemas.microsoft.com/office/drawing/2014/main" id="{659D61A8-47A5-47C2-A85A-BCCCBE83C91F}"/>
              </a:ext>
            </a:extLst>
          </p:cNvPr>
          <p:cNvSpPr>
            <a:spLocks noChangeAspect="1"/>
          </p:cNvSpPr>
          <p:nvPr/>
        </p:nvSpPr>
        <p:spPr bwMode="auto">
          <a:xfrm>
            <a:off x="381001" y="381001"/>
            <a:ext cx="641531" cy="70408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09129283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Title: White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6" name="TextBox 5">
            <a:extLst>
              <a:ext uri="{FF2B5EF4-FFF2-40B4-BE49-F238E27FC236}">
                <a16:creationId xmlns:a16="http://schemas.microsoft.com/office/drawing/2014/main" id="{AB818ECE-32D7-4F71-A6CA-1144DA38ED6C}"/>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grpSp>
        <p:nvGrpSpPr>
          <p:cNvPr id="8" name="Logo_BL" descr="Accenture logo in black and purple">
            <a:extLst>
              <a:ext uri="{FF2B5EF4-FFF2-40B4-BE49-F238E27FC236}">
                <a16:creationId xmlns:a16="http://schemas.microsoft.com/office/drawing/2014/main" id="{35D3F8C8-B2E5-431B-9639-9F05530860EC}"/>
              </a:ext>
            </a:extLst>
          </p:cNvPr>
          <p:cNvGrpSpPr>
            <a:grpSpLocks noChangeAspect="1"/>
          </p:cNvGrpSpPr>
          <p:nvPr/>
        </p:nvGrpSpPr>
        <p:grpSpPr bwMode="auto">
          <a:xfrm>
            <a:off x="9147183" y="5815542"/>
            <a:ext cx="1883664" cy="496357"/>
            <a:chOff x="2387" y="1701"/>
            <a:chExt cx="4535" cy="1195"/>
          </a:xfrm>
        </p:grpSpPr>
        <p:sp>
          <p:nvSpPr>
            <p:cNvPr id="10" name="Freeform 5">
              <a:extLst>
                <a:ext uri="{FF2B5EF4-FFF2-40B4-BE49-F238E27FC236}">
                  <a16:creationId xmlns:a16="http://schemas.microsoft.com/office/drawing/2014/main" id="{9AD7BAC9-11D9-4846-95CD-5C2B82714750}"/>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
              <a:extLst>
                <a:ext uri="{FF2B5EF4-FFF2-40B4-BE49-F238E27FC236}">
                  <a16:creationId xmlns:a16="http://schemas.microsoft.com/office/drawing/2014/main" id="{1CAEDE4E-DAF3-4FBC-BAEB-E0C26C20EB9D}"/>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412376332"/>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Title: White2 Image">
    <p:bg>
      <p:bgPr>
        <a:solidFill>
          <a:schemeClr val="tx1"/>
        </a:solidFill>
        <a:effectLst/>
      </p:bgPr>
    </p:bg>
    <p:spTree>
      <p:nvGrpSpPr>
        <p:cNvPr id="1" name=""/>
        <p:cNvGrpSpPr/>
        <p:nvPr/>
      </p:nvGrpSpPr>
      <p:grpSpPr>
        <a:xfrm>
          <a:off x="0" y="0"/>
          <a:ext cx="0" cy="0"/>
          <a:chOff x="0" y="0"/>
          <a:chExt cx="0" cy="0"/>
        </a:xfrm>
      </p:grpSpPr>
      <p:sp>
        <p:nvSpPr>
          <p:cNvPr id="15" name="Picture Placeholder 8">
            <a:extLst>
              <a:ext uri="{FF2B5EF4-FFF2-40B4-BE49-F238E27FC236}">
                <a16:creationId xmlns:a16="http://schemas.microsoft.com/office/drawing/2014/main" id="{0449E654-6B6A-44E6-852C-967C3EDDCA21}"/>
              </a:ext>
            </a:extLst>
          </p:cNvPr>
          <p:cNvSpPr>
            <a:spLocks noGrp="1"/>
          </p:cNvSpPr>
          <p:nvPr>
            <p:ph type="pic" sz="quarter" idx="10" hasCustomPrompt="1"/>
          </p:nvPr>
        </p:nvSpPr>
        <p:spPr>
          <a:xfrm>
            <a:off x="-7620" y="-9144"/>
            <a:ext cx="12207240" cy="6876288"/>
          </a:xfrm>
        </p:spPr>
        <p:txBody>
          <a:bodyPr lIns="0" tIns="182880"/>
          <a:lstStyle>
            <a:lvl1pPr algn="ctr">
              <a:buNone/>
              <a:defRPr>
                <a:solidFill>
                  <a:schemeClr val="bg1"/>
                </a:solidFill>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bwMode="white">
          <a:xfrm>
            <a:off x="381001" y="381001"/>
            <a:ext cx="5715000" cy="2476499"/>
          </a:xfrm>
        </p:spPr>
        <p:txBody>
          <a:bodyPr anchor="b"/>
          <a:lstStyle>
            <a:lvl1pPr algn="l">
              <a:lnSpc>
                <a:spcPct val="90000"/>
              </a:lnSpc>
              <a:defRPr sz="4800">
                <a:solidFill>
                  <a:schemeClr val="bg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bwMode="white">
          <a:xfrm>
            <a:off x="381001" y="3108960"/>
            <a:ext cx="4301168" cy="1092845"/>
          </a:xfrm>
        </p:spPr>
        <p:txBody>
          <a:bodyPr/>
          <a:lstStyle>
            <a:lvl1pPr marL="0" indent="0" algn="l">
              <a:lnSpc>
                <a:spcPct val="90000"/>
              </a:lnSpc>
              <a:spcAft>
                <a:spcPts val="0"/>
              </a:spcAft>
              <a:buNone/>
              <a:defRPr sz="2400" b="0" i="0" spc="0">
                <a:solidFill>
                  <a:schemeClr val="bg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bwMode="white">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bg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12" name="Date Placeholder 10">
            <a:extLst>
              <a:ext uri="{FF2B5EF4-FFF2-40B4-BE49-F238E27FC236}">
                <a16:creationId xmlns:a16="http://schemas.microsoft.com/office/drawing/2014/main" id="{1E34DA31-8586-4EF2-9474-E9CBCF31314E}"/>
              </a:ext>
            </a:extLst>
          </p:cNvPr>
          <p:cNvSpPr>
            <a:spLocks noGrp="1"/>
          </p:cNvSpPr>
          <p:nvPr>
            <p:ph type="dt" sz="half" idx="2"/>
          </p:nvPr>
        </p:nvSpPr>
        <p:spPr bwMode="white">
          <a:xfrm>
            <a:off x="381001" y="420473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bg1"/>
                </a:solidFill>
                <a:latin typeface="+mj-lt"/>
                <a:ea typeface="+mn-ea"/>
                <a:cs typeface="+mn-cs"/>
              </a:defRPr>
            </a:lvl1pPr>
          </a:lstStyle>
          <a:p>
            <a:endParaRPr lang="en-US">
              <a:latin typeface="+mj-lt"/>
            </a:endParaRPr>
          </a:p>
        </p:txBody>
      </p:sp>
      <p:sp>
        <p:nvSpPr>
          <p:cNvPr id="5" name="TextBox 4">
            <a:extLst>
              <a:ext uri="{FF2B5EF4-FFF2-40B4-BE49-F238E27FC236}">
                <a16:creationId xmlns:a16="http://schemas.microsoft.com/office/drawing/2014/main" id="{D8EFDB83-09AD-4E52-93C8-E24DAC9705FB}"/>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Go to Brand Space for more cover options</a:t>
            </a:r>
            <a:endParaRPr kumimoji="0" lang="en-US" sz="800" b="0" i="0" u="none" strike="noStrike" kern="0" cap="none" spc="0" normalizeH="0" baseline="0" noProof="0">
              <a:ln>
                <a:noFill/>
              </a:ln>
              <a:solidFill>
                <a:schemeClr val="bg2"/>
              </a:solidFill>
              <a:effectLst/>
              <a:uLnTx/>
              <a:uFillTx/>
            </a:endParaRPr>
          </a:p>
        </p:txBody>
      </p:sp>
      <p:pic>
        <p:nvPicPr>
          <p:cNvPr id="10" name="Graphic 9" descr="Accenture Greater Than symbol in purple">
            <a:extLst>
              <a:ext uri="{FF2B5EF4-FFF2-40B4-BE49-F238E27FC236}">
                <a16:creationId xmlns:a16="http://schemas.microsoft.com/office/drawing/2014/main" id="{299A6723-3F53-4981-840E-D1D62874F69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2636" y="5607811"/>
            <a:ext cx="641502" cy="704088"/>
          </a:xfrm>
          <a:prstGeom prst="rect">
            <a:avLst/>
          </a:prstGeom>
        </p:spPr>
      </p:pic>
    </p:spTree>
    <p:extLst>
      <p:ext uri="{BB962C8B-B14F-4D97-AF65-F5344CB8AC3E}">
        <p14:creationId xmlns:p14="http://schemas.microsoft.com/office/powerpoint/2010/main" val="196052405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p:cSld name="Title: White3 Image">
    <p:bg>
      <p:bgRef idx="1001">
        <a:schemeClr val="bg1"/>
      </p:bgRef>
    </p:bg>
    <p:spTree>
      <p:nvGrpSpPr>
        <p:cNvPr id="1" name=""/>
        <p:cNvGrpSpPr/>
        <p:nvPr/>
      </p:nvGrpSpPr>
      <p:grpSpPr>
        <a:xfrm>
          <a:off x="0" y="0"/>
          <a:ext cx="0" cy="0"/>
          <a:chOff x="0" y="0"/>
          <a:chExt cx="0" cy="0"/>
        </a:xfrm>
      </p:grpSpPr>
      <p:sp>
        <p:nvSpPr>
          <p:cNvPr id="13" name="Picture Placeholder 8">
            <a:extLst>
              <a:ext uri="{FF2B5EF4-FFF2-40B4-BE49-F238E27FC236}">
                <a16:creationId xmlns:a16="http://schemas.microsoft.com/office/drawing/2014/main" id="{38B557E5-FD3E-49D7-8F2D-F2CFBA8CA182}"/>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384048"/>
            <a:ext cx="5715000" cy="2478024"/>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434840"/>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grpSp>
        <p:nvGrpSpPr>
          <p:cNvPr id="10" name="Logo_BL" descr="Accenture logo in black and purple">
            <a:extLst>
              <a:ext uri="{FF2B5EF4-FFF2-40B4-BE49-F238E27FC236}">
                <a16:creationId xmlns:a16="http://schemas.microsoft.com/office/drawing/2014/main" id="{854C139D-5D17-4D1A-87BD-07B345E2E515}"/>
              </a:ext>
            </a:extLst>
          </p:cNvPr>
          <p:cNvGrpSpPr>
            <a:grpSpLocks noChangeAspect="1"/>
          </p:cNvGrpSpPr>
          <p:nvPr/>
        </p:nvGrpSpPr>
        <p:grpSpPr bwMode="auto">
          <a:xfrm>
            <a:off x="381001" y="5815543"/>
            <a:ext cx="1883664" cy="496357"/>
            <a:chOff x="2387" y="1701"/>
            <a:chExt cx="4535" cy="1195"/>
          </a:xfrm>
        </p:grpSpPr>
        <p:sp>
          <p:nvSpPr>
            <p:cNvPr id="14" name="Freeform 5">
              <a:extLst>
                <a:ext uri="{FF2B5EF4-FFF2-40B4-BE49-F238E27FC236}">
                  <a16:creationId xmlns:a16="http://schemas.microsoft.com/office/drawing/2014/main" id="{6073E091-2A74-4D4D-8C42-D39E8FD65A08}"/>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DB984E3-DACF-4D7C-B5E4-08F21BF13867}"/>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87031604"/>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Title: White4 Acquisi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4"/>
            <a:ext cx="4114799" cy="959315"/>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5" name="TextBox 4">
            <a:extLst>
              <a:ext uri="{FF2B5EF4-FFF2-40B4-BE49-F238E27FC236}">
                <a16:creationId xmlns:a16="http://schemas.microsoft.com/office/drawing/2014/main" id="{E0631B51-29F3-4C51-AE6C-41E7796F9933}"/>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12" name="Picture Placeholder 11" descr="Image placeholder for client logo">
            <a:extLst>
              <a:ext uri="{FF2B5EF4-FFF2-40B4-BE49-F238E27FC236}">
                <a16:creationId xmlns:a16="http://schemas.microsoft.com/office/drawing/2014/main" id="{75547ED6-CAEB-47AC-A74D-49C552BD6F64}"/>
              </a:ext>
            </a:extLst>
          </p:cNvPr>
          <p:cNvSpPr>
            <a:spLocks noGrp="1"/>
          </p:cNvSpPr>
          <p:nvPr>
            <p:ph type="pic" sz="quarter" idx="13" hasCustomPrompt="1"/>
          </p:nvPr>
        </p:nvSpPr>
        <p:spPr>
          <a:xfrm>
            <a:off x="9158417" y="771526"/>
            <a:ext cx="1884233" cy="985085"/>
          </a:xfrm>
        </p:spPr>
        <p:txBody>
          <a:bodyPr anchor="ctr"/>
          <a:lstStyle>
            <a:lvl1pPr algn="ctr">
              <a:buNone/>
              <a:defRPr sz="1400"/>
            </a:lvl1pPr>
          </a:lstStyle>
          <a:p>
            <a:r>
              <a:rPr lang="en-GB"/>
              <a:t>Add client logo</a:t>
            </a:r>
            <a:endParaRPr lang="en-US"/>
          </a:p>
        </p:txBody>
      </p:sp>
      <p:grpSp>
        <p:nvGrpSpPr>
          <p:cNvPr id="9" name="Logo_BL" descr="Accenture logo in black and purple">
            <a:extLst>
              <a:ext uri="{FF2B5EF4-FFF2-40B4-BE49-F238E27FC236}">
                <a16:creationId xmlns:a16="http://schemas.microsoft.com/office/drawing/2014/main" id="{1C5BF709-3623-4620-9FF0-B8F8076A8BE3}"/>
              </a:ext>
            </a:extLst>
          </p:cNvPr>
          <p:cNvGrpSpPr>
            <a:grpSpLocks noChangeAspect="1"/>
          </p:cNvGrpSpPr>
          <p:nvPr/>
        </p:nvGrpSpPr>
        <p:grpSpPr bwMode="auto">
          <a:xfrm>
            <a:off x="9147183" y="5815542"/>
            <a:ext cx="1883664" cy="496357"/>
            <a:chOff x="2387" y="1701"/>
            <a:chExt cx="4535" cy="1195"/>
          </a:xfrm>
        </p:grpSpPr>
        <p:sp>
          <p:nvSpPr>
            <p:cNvPr id="14" name="Freeform 5">
              <a:extLst>
                <a:ext uri="{FF2B5EF4-FFF2-40B4-BE49-F238E27FC236}">
                  <a16:creationId xmlns:a16="http://schemas.microsoft.com/office/drawing/2014/main" id="{C7B64CB8-485B-4A84-AF6D-C9EF29551409}"/>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74AE1E9A-205A-4C25-A6CD-8452DDD29904}"/>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602499071"/>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Title: White5 Acquisi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Presentation title 60pt, long title 48pt, max 3 lines</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733891"/>
          </a:xfrm>
        </p:spPr>
        <p:txBody>
          <a:bodyPr/>
          <a:lstStyle>
            <a:lvl1pPr marL="0" indent="0" algn="l">
              <a:lnSpc>
                <a:spcPct val="90000"/>
              </a:lnSpc>
              <a:spcAft>
                <a:spcPts val="0"/>
              </a:spcAft>
              <a:buNone/>
              <a:defRPr sz="2400" b="0" i="0" spc="0">
                <a:solidFill>
                  <a:schemeClr val="accent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4734391"/>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j-lt"/>
                <a:ea typeface="+mn-ea"/>
                <a:cs typeface="+mn-cs"/>
              </a:defRPr>
            </a:lvl1pPr>
          </a:lstStyle>
          <a:p>
            <a:endParaRPr lang="en-US">
              <a:latin typeface="+mj-lt"/>
            </a:endParaRPr>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4979668"/>
            <a:ext cx="4114799" cy="548640"/>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5" name="TextBox 4">
            <a:extLst>
              <a:ext uri="{FF2B5EF4-FFF2-40B4-BE49-F238E27FC236}">
                <a16:creationId xmlns:a16="http://schemas.microsoft.com/office/drawing/2014/main" id="{E0631B51-29F3-4C51-AE6C-41E7796F9933}"/>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12" name="Picture Placeholder 11" descr="Image placeholder for client logo">
            <a:extLst>
              <a:ext uri="{FF2B5EF4-FFF2-40B4-BE49-F238E27FC236}">
                <a16:creationId xmlns:a16="http://schemas.microsoft.com/office/drawing/2014/main" id="{75547ED6-CAEB-47AC-A74D-49C552BD6F64}"/>
              </a:ext>
            </a:extLst>
          </p:cNvPr>
          <p:cNvSpPr>
            <a:spLocks noGrp="1"/>
          </p:cNvSpPr>
          <p:nvPr>
            <p:ph type="pic" sz="quarter" idx="13" hasCustomPrompt="1"/>
          </p:nvPr>
        </p:nvSpPr>
        <p:spPr>
          <a:xfrm>
            <a:off x="9158417" y="5326815"/>
            <a:ext cx="1884233" cy="985085"/>
          </a:xfrm>
        </p:spPr>
        <p:txBody>
          <a:bodyPr anchor="ctr"/>
          <a:lstStyle>
            <a:lvl1pPr algn="ctr">
              <a:buNone/>
              <a:defRPr sz="1400"/>
            </a:lvl1pPr>
          </a:lstStyle>
          <a:p>
            <a:r>
              <a:rPr lang="en-GB"/>
              <a:t>Add client logo</a:t>
            </a:r>
            <a:endParaRPr lang="en-US"/>
          </a:p>
        </p:txBody>
      </p:sp>
      <p:grpSp>
        <p:nvGrpSpPr>
          <p:cNvPr id="9" name="Logo_BL" descr="Accenture logo in black and purple">
            <a:extLst>
              <a:ext uri="{FF2B5EF4-FFF2-40B4-BE49-F238E27FC236}">
                <a16:creationId xmlns:a16="http://schemas.microsoft.com/office/drawing/2014/main" id="{8D3E8DD1-C700-46AC-AA94-9072B0F31752}"/>
              </a:ext>
            </a:extLst>
          </p:cNvPr>
          <p:cNvGrpSpPr>
            <a:grpSpLocks noChangeAspect="1"/>
          </p:cNvGrpSpPr>
          <p:nvPr/>
        </p:nvGrpSpPr>
        <p:grpSpPr bwMode="auto">
          <a:xfrm>
            <a:off x="1149093" y="5815543"/>
            <a:ext cx="1883664" cy="496357"/>
            <a:chOff x="2387" y="1701"/>
            <a:chExt cx="4535" cy="1195"/>
          </a:xfrm>
        </p:grpSpPr>
        <p:sp>
          <p:nvSpPr>
            <p:cNvPr id="14" name="Freeform 5">
              <a:extLst>
                <a:ext uri="{FF2B5EF4-FFF2-40B4-BE49-F238E27FC236}">
                  <a16:creationId xmlns:a16="http://schemas.microsoft.com/office/drawing/2014/main" id="{799A1684-BC33-4579-B840-616EB6D11E8E}"/>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A5AD5E73-6E1C-44F8-9F73-9F3D4F6DF76F}"/>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666532932"/>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p:cSld name="Title: White6 Acquisition+Image">
    <p:bg>
      <p:bgRef idx="1001">
        <a:schemeClr val="bg1"/>
      </p:bgRef>
    </p:bg>
    <p:spTree>
      <p:nvGrpSpPr>
        <p:cNvPr id="1" name=""/>
        <p:cNvGrpSpPr/>
        <p:nvPr/>
      </p:nvGrpSpPr>
      <p:grpSpPr>
        <a:xfrm>
          <a:off x="0" y="0"/>
          <a:ext cx="0" cy="0"/>
          <a:chOff x="0" y="0"/>
          <a:chExt cx="0" cy="0"/>
        </a:xfrm>
      </p:grpSpPr>
      <p:sp>
        <p:nvSpPr>
          <p:cNvPr id="13" name="Picture Placeholder 8">
            <a:extLst>
              <a:ext uri="{FF2B5EF4-FFF2-40B4-BE49-F238E27FC236}">
                <a16:creationId xmlns:a16="http://schemas.microsoft.com/office/drawing/2014/main" id="{38B557E5-FD3E-49D7-8F2D-F2CFBA8CA182}"/>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384048"/>
            <a:ext cx="5715000" cy="2478024"/>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10896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434840"/>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206240"/>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sp>
        <p:nvSpPr>
          <p:cNvPr id="11" name="Picture Placeholder 11" descr="Image placeholder for client logo">
            <a:extLst>
              <a:ext uri="{FF2B5EF4-FFF2-40B4-BE49-F238E27FC236}">
                <a16:creationId xmlns:a16="http://schemas.microsoft.com/office/drawing/2014/main" id="{FFB79963-9269-41F8-B968-34FCB68C87FA}"/>
              </a:ext>
            </a:extLst>
          </p:cNvPr>
          <p:cNvSpPr>
            <a:spLocks noGrp="1"/>
          </p:cNvSpPr>
          <p:nvPr>
            <p:ph type="pic" sz="quarter" idx="13" hasCustomPrompt="1"/>
          </p:nvPr>
        </p:nvSpPr>
        <p:spPr>
          <a:xfrm>
            <a:off x="9926766" y="5326815"/>
            <a:ext cx="1884233" cy="985085"/>
          </a:xfrm>
        </p:spPr>
        <p:txBody>
          <a:bodyPr anchor="ctr"/>
          <a:lstStyle>
            <a:lvl1pPr algn="ctr">
              <a:buNone/>
              <a:defRPr sz="1400"/>
            </a:lvl1pPr>
          </a:lstStyle>
          <a:p>
            <a:r>
              <a:rPr lang="en-GB"/>
              <a:t>Add client logo</a:t>
            </a:r>
            <a:endParaRPr lang="en-US"/>
          </a:p>
        </p:txBody>
      </p:sp>
      <p:grpSp>
        <p:nvGrpSpPr>
          <p:cNvPr id="10" name="Logo_BL" descr="Accenture logo in black and purple">
            <a:extLst>
              <a:ext uri="{FF2B5EF4-FFF2-40B4-BE49-F238E27FC236}">
                <a16:creationId xmlns:a16="http://schemas.microsoft.com/office/drawing/2014/main" id="{854C139D-5D17-4D1A-87BD-07B345E2E515}"/>
              </a:ext>
            </a:extLst>
          </p:cNvPr>
          <p:cNvGrpSpPr>
            <a:grpSpLocks noChangeAspect="1"/>
          </p:cNvGrpSpPr>
          <p:nvPr/>
        </p:nvGrpSpPr>
        <p:grpSpPr bwMode="auto">
          <a:xfrm>
            <a:off x="381001" y="5815543"/>
            <a:ext cx="1883664" cy="496357"/>
            <a:chOff x="2387" y="1701"/>
            <a:chExt cx="4535" cy="1195"/>
          </a:xfrm>
        </p:grpSpPr>
        <p:sp>
          <p:nvSpPr>
            <p:cNvPr id="14" name="Freeform 5">
              <a:extLst>
                <a:ext uri="{FF2B5EF4-FFF2-40B4-BE49-F238E27FC236}">
                  <a16:creationId xmlns:a16="http://schemas.microsoft.com/office/drawing/2014/main" id="{6073E091-2A74-4D4D-8C42-D39E8FD65A08}"/>
                </a:ext>
              </a:extLst>
            </p:cNvPr>
            <p:cNvSpPr>
              <a:spLocks/>
            </p:cNvSpPr>
            <p:nvPr/>
          </p:nvSpPr>
          <p:spPr bwMode="auto">
            <a:xfrm>
              <a:off x="5030" y="1701"/>
              <a:ext cx="447" cy="473"/>
            </a:xfrm>
            <a:custGeom>
              <a:avLst/>
              <a:gdLst>
                <a:gd name="T0" fmla="*/ 0 w 931"/>
                <a:gd name="T1" fmla="*/ 696 h 985"/>
                <a:gd name="T2" fmla="*/ 544 w 931"/>
                <a:gd name="T3" fmla="*/ 494 h 985"/>
                <a:gd name="T4" fmla="*/ 0 w 931"/>
                <a:gd name="T5" fmla="*/ 281 h 985"/>
                <a:gd name="T6" fmla="*/ 0 w 931"/>
                <a:gd name="T7" fmla="*/ 0 h 985"/>
                <a:gd name="T8" fmla="*/ 931 w 931"/>
                <a:gd name="T9" fmla="*/ 375 h 985"/>
                <a:gd name="T10" fmla="*/ 931 w 931"/>
                <a:gd name="T11" fmla="*/ 608 h 985"/>
                <a:gd name="T12" fmla="*/ 0 w 931"/>
                <a:gd name="T13" fmla="*/ 985 h 985"/>
                <a:gd name="T14" fmla="*/ 0 w 931"/>
                <a:gd name="T15" fmla="*/ 696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1" h="985">
                  <a:moveTo>
                    <a:pt x="0" y="696"/>
                  </a:moveTo>
                  <a:lnTo>
                    <a:pt x="544" y="494"/>
                  </a:lnTo>
                  <a:lnTo>
                    <a:pt x="0" y="281"/>
                  </a:lnTo>
                  <a:lnTo>
                    <a:pt x="0" y="0"/>
                  </a:lnTo>
                  <a:lnTo>
                    <a:pt x="931" y="375"/>
                  </a:lnTo>
                  <a:lnTo>
                    <a:pt x="931" y="608"/>
                  </a:lnTo>
                  <a:lnTo>
                    <a:pt x="0" y="985"/>
                  </a:lnTo>
                  <a:lnTo>
                    <a:pt x="0" y="696"/>
                  </a:lnTo>
                  <a:close/>
                </a:path>
              </a:pathLst>
            </a:custGeom>
            <a:solidFill>
              <a:srgbClr val="A100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4DB984E3-DACF-4D7C-B5E4-08F21BF13867}"/>
                </a:ext>
              </a:extLst>
            </p:cNvPr>
            <p:cNvSpPr>
              <a:spLocks noEditPoints="1"/>
            </p:cNvSpPr>
            <p:nvPr/>
          </p:nvSpPr>
          <p:spPr bwMode="auto">
            <a:xfrm>
              <a:off x="2387" y="2204"/>
              <a:ext cx="4535" cy="692"/>
            </a:xfrm>
            <a:custGeom>
              <a:avLst/>
              <a:gdLst>
                <a:gd name="T0" fmla="*/ 8952 w 9448"/>
                <a:gd name="T1" fmla="*/ 519 h 1442"/>
                <a:gd name="T2" fmla="*/ 8431 w 9448"/>
                <a:gd name="T3" fmla="*/ 892 h 1442"/>
                <a:gd name="T4" fmla="*/ 9448 w 9448"/>
                <a:gd name="T5" fmla="*/ 819 h 1442"/>
                <a:gd name="T6" fmla="*/ 8967 w 9448"/>
                <a:gd name="T7" fmla="*/ 1221 h 1442"/>
                <a:gd name="T8" fmla="*/ 8961 w 9448"/>
                <a:gd name="T9" fmla="*/ 1442 h 1442"/>
                <a:gd name="T10" fmla="*/ 8008 w 9448"/>
                <a:gd name="T11" fmla="*/ 529 h 1442"/>
                <a:gd name="T12" fmla="*/ 8008 w 9448"/>
                <a:gd name="T13" fmla="*/ 859 h 1442"/>
                <a:gd name="T14" fmla="*/ 7704 w 9448"/>
                <a:gd name="T15" fmla="*/ 329 h 1442"/>
                <a:gd name="T16" fmla="*/ 7178 w 9448"/>
                <a:gd name="T17" fmla="*/ 1259 h 1442"/>
                <a:gd name="T18" fmla="*/ 6522 w 9448"/>
                <a:gd name="T19" fmla="*/ 329 h 1442"/>
                <a:gd name="T20" fmla="*/ 6987 w 9448"/>
                <a:gd name="T21" fmla="*/ 1205 h 1442"/>
                <a:gd name="T22" fmla="*/ 7483 w 9448"/>
                <a:gd name="T23" fmla="*/ 329 h 1442"/>
                <a:gd name="T24" fmla="*/ 6128 w 9448"/>
                <a:gd name="T25" fmla="*/ 329 h 1442"/>
                <a:gd name="T26" fmla="*/ 6128 w 9448"/>
                <a:gd name="T27" fmla="*/ 556 h 1442"/>
                <a:gd name="T28" fmla="*/ 6343 w 9448"/>
                <a:gd name="T29" fmla="*/ 1174 h 1442"/>
                <a:gd name="T30" fmla="*/ 5822 w 9448"/>
                <a:gd name="T31" fmla="*/ 1105 h 1442"/>
                <a:gd name="T32" fmla="*/ 5694 w 9448"/>
                <a:gd name="T33" fmla="*/ 329 h 1442"/>
                <a:gd name="T34" fmla="*/ 6128 w 9448"/>
                <a:gd name="T35" fmla="*/ 0 h 1442"/>
                <a:gd name="T36" fmla="*/ 4900 w 9448"/>
                <a:gd name="T37" fmla="*/ 492 h 1442"/>
                <a:gd name="T38" fmla="*/ 5559 w 9448"/>
                <a:gd name="T39" fmla="*/ 1419 h 1442"/>
                <a:gd name="T40" fmla="*/ 5092 w 9448"/>
                <a:gd name="T41" fmla="*/ 552 h 1442"/>
                <a:gd name="T42" fmla="*/ 4596 w 9448"/>
                <a:gd name="T43" fmla="*/ 1419 h 1442"/>
                <a:gd name="T44" fmla="*/ 4112 w 9448"/>
                <a:gd name="T45" fmla="*/ 748 h 1442"/>
                <a:gd name="T46" fmla="*/ 3921 w 9448"/>
                <a:gd name="T47" fmla="*/ 1442 h 1442"/>
                <a:gd name="T48" fmla="*/ 3910 w 9448"/>
                <a:gd name="T49" fmla="*/ 306 h 1442"/>
                <a:gd name="T50" fmla="*/ 3700 w 9448"/>
                <a:gd name="T51" fmla="*/ 950 h 1442"/>
                <a:gd name="T52" fmla="*/ 4408 w 9448"/>
                <a:gd name="T53" fmla="*/ 1080 h 1442"/>
                <a:gd name="T54" fmla="*/ 2257 w 9448"/>
                <a:gd name="T55" fmla="*/ 886 h 1442"/>
                <a:gd name="T56" fmla="*/ 3258 w 9448"/>
                <a:gd name="T57" fmla="*/ 717 h 1442"/>
                <a:gd name="T58" fmla="*/ 2568 w 9448"/>
                <a:gd name="T59" fmla="*/ 859 h 1442"/>
                <a:gd name="T60" fmla="*/ 2987 w 9448"/>
                <a:gd name="T61" fmla="*/ 1017 h 1442"/>
                <a:gd name="T62" fmla="*/ 1644 w 9448"/>
                <a:gd name="T63" fmla="*/ 1442 h 1442"/>
                <a:gd name="T64" fmla="*/ 1646 w 9448"/>
                <a:gd name="T65" fmla="*/ 306 h 1442"/>
                <a:gd name="T66" fmla="*/ 1653 w 9448"/>
                <a:gd name="T67" fmla="*/ 542 h 1442"/>
                <a:gd name="T68" fmla="*/ 1655 w 9448"/>
                <a:gd name="T69" fmla="*/ 1213 h 1442"/>
                <a:gd name="T70" fmla="*/ 1644 w 9448"/>
                <a:gd name="T71" fmla="*/ 1442 h 1442"/>
                <a:gd name="T72" fmla="*/ 529 w 9448"/>
                <a:gd name="T73" fmla="*/ 953 h 1442"/>
                <a:gd name="T74" fmla="*/ 450 w 9448"/>
                <a:gd name="T75" fmla="*/ 1230 h 1442"/>
                <a:gd name="T76" fmla="*/ 0 w 9448"/>
                <a:gd name="T77" fmla="*/ 1121 h 1442"/>
                <a:gd name="T78" fmla="*/ 650 w 9448"/>
                <a:gd name="T79" fmla="*/ 752 h 1442"/>
                <a:gd name="T80" fmla="*/ 325 w 9448"/>
                <a:gd name="T81" fmla="*/ 667 h 1442"/>
                <a:gd name="T82" fmla="*/ 954 w 9448"/>
                <a:gd name="T83" fmla="*/ 690 h 1442"/>
                <a:gd name="T84" fmla="*/ 656 w 9448"/>
                <a:gd name="T85" fmla="*/ 1294 h 1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48" h="1442">
                  <a:moveTo>
                    <a:pt x="8744" y="748"/>
                  </a:moveTo>
                  <a:lnTo>
                    <a:pt x="9152" y="748"/>
                  </a:lnTo>
                  <a:cubicBezTo>
                    <a:pt x="9146" y="588"/>
                    <a:pt x="9073" y="519"/>
                    <a:pt x="8952" y="519"/>
                  </a:cubicBezTo>
                  <a:cubicBezTo>
                    <a:pt x="8857" y="519"/>
                    <a:pt x="8769" y="571"/>
                    <a:pt x="8744" y="748"/>
                  </a:cubicBezTo>
                  <a:close/>
                  <a:moveTo>
                    <a:pt x="8961" y="1442"/>
                  </a:moveTo>
                  <a:cubicBezTo>
                    <a:pt x="8646" y="1442"/>
                    <a:pt x="8431" y="1255"/>
                    <a:pt x="8431" y="892"/>
                  </a:cubicBezTo>
                  <a:lnTo>
                    <a:pt x="8431" y="871"/>
                  </a:lnTo>
                  <a:cubicBezTo>
                    <a:pt x="8431" y="507"/>
                    <a:pt x="8659" y="306"/>
                    <a:pt x="8950" y="306"/>
                  </a:cubicBezTo>
                  <a:cubicBezTo>
                    <a:pt x="9221" y="306"/>
                    <a:pt x="9448" y="459"/>
                    <a:pt x="9448" y="819"/>
                  </a:cubicBezTo>
                  <a:lnTo>
                    <a:pt x="9448" y="950"/>
                  </a:lnTo>
                  <a:lnTo>
                    <a:pt x="8740" y="950"/>
                  </a:lnTo>
                  <a:cubicBezTo>
                    <a:pt x="8752" y="1146"/>
                    <a:pt x="8836" y="1221"/>
                    <a:pt x="8967" y="1221"/>
                  </a:cubicBezTo>
                  <a:cubicBezTo>
                    <a:pt x="9084" y="1221"/>
                    <a:pt x="9146" y="1159"/>
                    <a:pt x="9167" y="1080"/>
                  </a:cubicBezTo>
                  <a:lnTo>
                    <a:pt x="9448" y="1080"/>
                  </a:lnTo>
                  <a:cubicBezTo>
                    <a:pt x="9415" y="1286"/>
                    <a:pt x="9246" y="1442"/>
                    <a:pt x="8961" y="1442"/>
                  </a:cubicBezTo>
                  <a:close/>
                  <a:moveTo>
                    <a:pt x="7704" y="329"/>
                  </a:moveTo>
                  <a:lnTo>
                    <a:pt x="8008" y="329"/>
                  </a:lnTo>
                  <a:lnTo>
                    <a:pt x="8008" y="529"/>
                  </a:lnTo>
                  <a:cubicBezTo>
                    <a:pt x="8073" y="383"/>
                    <a:pt x="8175" y="315"/>
                    <a:pt x="8335" y="315"/>
                  </a:cubicBezTo>
                  <a:lnTo>
                    <a:pt x="8335" y="615"/>
                  </a:lnTo>
                  <a:cubicBezTo>
                    <a:pt x="8129" y="615"/>
                    <a:pt x="8008" y="677"/>
                    <a:pt x="8008" y="859"/>
                  </a:cubicBezTo>
                  <a:lnTo>
                    <a:pt x="8008" y="1419"/>
                  </a:lnTo>
                  <a:lnTo>
                    <a:pt x="7704" y="1419"/>
                  </a:lnTo>
                  <a:lnTo>
                    <a:pt x="7704" y="329"/>
                  </a:lnTo>
                  <a:close/>
                  <a:moveTo>
                    <a:pt x="7483" y="1419"/>
                  </a:moveTo>
                  <a:lnTo>
                    <a:pt x="7178" y="1419"/>
                  </a:lnTo>
                  <a:lnTo>
                    <a:pt x="7178" y="1259"/>
                  </a:lnTo>
                  <a:cubicBezTo>
                    <a:pt x="7126" y="1363"/>
                    <a:pt x="7024" y="1442"/>
                    <a:pt x="6862" y="1442"/>
                  </a:cubicBezTo>
                  <a:cubicBezTo>
                    <a:pt x="6666" y="1442"/>
                    <a:pt x="6522" y="1323"/>
                    <a:pt x="6522" y="1067"/>
                  </a:cubicBezTo>
                  <a:lnTo>
                    <a:pt x="6522" y="329"/>
                  </a:lnTo>
                  <a:lnTo>
                    <a:pt x="6828" y="329"/>
                  </a:lnTo>
                  <a:lnTo>
                    <a:pt x="6828" y="1021"/>
                  </a:lnTo>
                  <a:cubicBezTo>
                    <a:pt x="6828" y="1146"/>
                    <a:pt x="6878" y="1205"/>
                    <a:pt x="6987" y="1205"/>
                  </a:cubicBezTo>
                  <a:cubicBezTo>
                    <a:pt x="7093" y="1205"/>
                    <a:pt x="7178" y="1138"/>
                    <a:pt x="7178" y="1003"/>
                  </a:cubicBezTo>
                  <a:lnTo>
                    <a:pt x="7178" y="329"/>
                  </a:lnTo>
                  <a:lnTo>
                    <a:pt x="7483" y="329"/>
                  </a:lnTo>
                  <a:lnTo>
                    <a:pt x="7483" y="1419"/>
                  </a:lnTo>
                  <a:close/>
                  <a:moveTo>
                    <a:pt x="6128" y="0"/>
                  </a:moveTo>
                  <a:lnTo>
                    <a:pt x="6128" y="329"/>
                  </a:lnTo>
                  <a:lnTo>
                    <a:pt x="6336" y="329"/>
                  </a:lnTo>
                  <a:lnTo>
                    <a:pt x="6336" y="556"/>
                  </a:lnTo>
                  <a:lnTo>
                    <a:pt x="6128" y="556"/>
                  </a:lnTo>
                  <a:lnTo>
                    <a:pt x="6128" y="1073"/>
                  </a:lnTo>
                  <a:cubicBezTo>
                    <a:pt x="6128" y="1155"/>
                    <a:pt x="6165" y="1192"/>
                    <a:pt x="6236" y="1192"/>
                  </a:cubicBezTo>
                  <a:cubicBezTo>
                    <a:pt x="6280" y="1192"/>
                    <a:pt x="6313" y="1186"/>
                    <a:pt x="6343" y="1174"/>
                  </a:cubicBezTo>
                  <a:lnTo>
                    <a:pt x="6343" y="1411"/>
                  </a:lnTo>
                  <a:cubicBezTo>
                    <a:pt x="6307" y="1422"/>
                    <a:pt x="6247" y="1434"/>
                    <a:pt x="6172" y="1434"/>
                  </a:cubicBezTo>
                  <a:cubicBezTo>
                    <a:pt x="5934" y="1434"/>
                    <a:pt x="5822" y="1326"/>
                    <a:pt x="5822" y="1105"/>
                  </a:cubicBezTo>
                  <a:lnTo>
                    <a:pt x="5822" y="556"/>
                  </a:lnTo>
                  <a:lnTo>
                    <a:pt x="5694" y="556"/>
                  </a:lnTo>
                  <a:lnTo>
                    <a:pt x="5694" y="329"/>
                  </a:lnTo>
                  <a:lnTo>
                    <a:pt x="5822" y="329"/>
                  </a:lnTo>
                  <a:lnTo>
                    <a:pt x="5822" y="125"/>
                  </a:lnTo>
                  <a:lnTo>
                    <a:pt x="6128" y="0"/>
                  </a:lnTo>
                  <a:close/>
                  <a:moveTo>
                    <a:pt x="4596" y="329"/>
                  </a:moveTo>
                  <a:lnTo>
                    <a:pt x="4900" y="329"/>
                  </a:lnTo>
                  <a:lnTo>
                    <a:pt x="4900" y="492"/>
                  </a:lnTo>
                  <a:cubicBezTo>
                    <a:pt x="4954" y="390"/>
                    <a:pt x="5063" y="306"/>
                    <a:pt x="5230" y="306"/>
                  </a:cubicBezTo>
                  <a:cubicBezTo>
                    <a:pt x="5428" y="306"/>
                    <a:pt x="5559" y="425"/>
                    <a:pt x="5559" y="690"/>
                  </a:cubicBezTo>
                  <a:lnTo>
                    <a:pt x="5559" y="1419"/>
                  </a:lnTo>
                  <a:lnTo>
                    <a:pt x="5255" y="1419"/>
                  </a:lnTo>
                  <a:lnTo>
                    <a:pt x="5255" y="736"/>
                  </a:lnTo>
                  <a:cubicBezTo>
                    <a:pt x="5255" y="609"/>
                    <a:pt x="5202" y="552"/>
                    <a:pt x="5092" y="552"/>
                  </a:cubicBezTo>
                  <a:cubicBezTo>
                    <a:pt x="4986" y="552"/>
                    <a:pt x="4900" y="617"/>
                    <a:pt x="4900" y="755"/>
                  </a:cubicBezTo>
                  <a:lnTo>
                    <a:pt x="4900" y="1419"/>
                  </a:lnTo>
                  <a:lnTo>
                    <a:pt x="4596" y="1419"/>
                  </a:lnTo>
                  <a:lnTo>
                    <a:pt x="4596" y="329"/>
                  </a:lnTo>
                  <a:close/>
                  <a:moveTo>
                    <a:pt x="3704" y="748"/>
                  </a:moveTo>
                  <a:lnTo>
                    <a:pt x="4112" y="748"/>
                  </a:lnTo>
                  <a:cubicBezTo>
                    <a:pt x="4106" y="588"/>
                    <a:pt x="4033" y="519"/>
                    <a:pt x="3912" y="519"/>
                  </a:cubicBezTo>
                  <a:cubicBezTo>
                    <a:pt x="3816" y="519"/>
                    <a:pt x="3729" y="571"/>
                    <a:pt x="3704" y="748"/>
                  </a:cubicBezTo>
                  <a:close/>
                  <a:moveTo>
                    <a:pt x="3921" y="1442"/>
                  </a:moveTo>
                  <a:cubicBezTo>
                    <a:pt x="3606" y="1442"/>
                    <a:pt x="3391" y="1255"/>
                    <a:pt x="3391" y="892"/>
                  </a:cubicBezTo>
                  <a:lnTo>
                    <a:pt x="3391" y="871"/>
                  </a:lnTo>
                  <a:cubicBezTo>
                    <a:pt x="3391" y="507"/>
                    <a:pt x="3618" y="306"/>
                    <a:pt x="3910" y="306"/>
                  </a:cubicBezTo>
                  <a:cubicBezTo>
                    <a:pt x="4181" y="306"/>
                    <a:pt x="4408" y="459"/>
                    <a:pt x="4408" y="819"/>
                  </a:cubicBezTo>
                  <a:lnTo>
                    <a:pt x="4408" y="950"/>
                  </a:lnTo>
                  <a:lnTo>
                    <a:pt x="3700" y="950"/>
                  </a:lnTo>
                  <a:cubicBezTo>
                    <a:pt x="3712" y="1146"/>
                    <a:pt x="3795" y="1221"/>
                    <a:pt x="3927" y="1221"/>
                  </a:cubicBezTo>
                  <a:cubicBezTo>
                    <a:pt x="4043" y="1221"/>
                    <a:pt x="4106" y="1159"/>
                    <a:pt x="4127" y="1080"/>
                  </a:cubicBezTo>
                  <a:lnTo>
                    <a:pt x="4408" y="1080"/>
                  </a:lnTo>
                  <a:cubicBezTo>
                    <a:pt x="4375" y="1286"/>
                    <a:pt x="4206" y="1442"/>
                    <a:pt x="3921" y="1442"/>
                  </a:cubicBezTo>
                  <a:close/>
                  <a:moveTo>
                    <a:pt x="2778" y="1442"/>
                  </a:moveTo>
                  <a:cubicBezTo>
                    <a:pt x="2476" y="1442"/>
                    <a:pt x="2257" y="1255"/>
                    <a:pt x="2257" y="886"/>
                  </a:cubicBezTo>
                  <a:lnTo>
                    <a:pt x="2257" y="871"/>
                  </a:lnTo>
                  <a:cubicBezTo>
                    <a:pt x="2257" y="502"/>
                    <a:pt x="2491" y="306"/>
                    <a:pt x="2780" y="306"/>
                  </a:cubicBezTo>
                  <a:cubicBezTo>
                    <a:pt x="3028" y="306"/>
                    <a:pt x="3233" y="432"/>
                    <a:pt x="3258" y="717"/>
                  </a:cubicBezTo>
                  <a:lnTo>
                    <a:pt x="2966" y="717"/>
                  </a:lnTo>
                  <a:cubicBezTo>
                    <a:pt x="2947" y="611"/>
                    <a:pt x="2893" y="542"/>
                    <a:pt x="2787" y="542"/>
                  </a:cubicBezTo>
                  <a:cubicBezTo>
                    <a:pt x="2657" y="542"/>
                    <a:pt x="2568" y="644"/>
                    <a:pt x="2568" y="859"/>
                  </a:cubicBezTo>
                  <a:lnTo>
                    <a:pt x="2568" y="892"/>
                  </a:lnTo>
                  <a:cubicBezTo>
                    <a:pt x="2568" y="1113"/>
                    <a:pt x="2647" y="1213"/>
                    <a:pt x="2789" y="1213"/>
                  </a:cubicBezTo>
                  <a:cubicBezTo>
                    <a:pt x="2893" y="1213"/>
                    <a:pt x="2970" y="1136"/>
                    <a:pt x="2987" y="1017"/>
                  </a:cubicBezTo>
                  <a:lnTo>
                    <a:pt x="3264" y="1017"/>
                  </a:lnTo>
                  <a:cubicBezTo>
                    <a:pt x="3243" y="1265"/>
                    <a:pt x="3074" y="1442"/>
                    <a:pt x="2778" y="1442"/>
                  </a:cubicBezTo>
                  <a:close/>
                  <a:moveTo>
                    <a:pt x="1644" y="1442"/>
                  </a:moveTo>
                  <a:cubicBezTo>
                    <a:pt x="1342" y="1442"/>
                    <a:pt x="1123" y="1255"/>
                    <a:pt x="1123" y="886"/>
                  </a:cubicBezTo>
                  <a:lnTo>
                    <a:pt x="1123" y="871"/>
                  </a:lnTo>
                  <a:cubicBezTo>
                    <a:pt x="1123" y="502"/>
                    <a:pt x="1357" y="306"/>
                    <a:pt x="1646" y="306"/>
                  </a:cubicBezTo>
                  <a:cubicBezTo>
                    <a:pt x="1894" y="306"/>
                    <a:pt x="2099" y="432"/>
                    <a:pt x="2124" y="717"/>
                  </a:cubicBezTo>
                  <a:lnTo>
                    <a:pt x="1832" y="717"/>
                  </a:lnTo>
                  <a:cubicBezTo>
                    <a:pt x="1813" y="611"/>
                    <a:pt x="1759" y="542"/>
                    <a:pt x="1653" y="542"/>
                  </a:cubicBezTo>
                  <a:cubicBezTo>
                    <a:pt x="1523" y="542"/>
                    <a:pt x="1434" y="644"/>
                    <a:pt x="1434" y="859"/>
                  </a:cubicBezTo>
                  <a:lnTo>
                    <a:pt x="1434" y="892"/>
                  </a:lnTo>
                  <a:cubicBezTo>
                    <a:pt x="1434" y="1113"/>
                    <a:pt x="1513" y="1213"/>
                    <a:pt x="1655" y="1213"/>
                  </a:cubicBezTo>
                  <a:cubicBezTo>
                    <a:pt x="1759" y="1213"/>
                    <a:pt x="1836" y="1136"/>
                    <a:pt x="1853" y="1017"/>
                  </a:cubicBezTo>
                  <a:lnTo>
                    <a:pt x="2130" y="1017"/>
                  </a:lnTo>
                  <a:cubicBezTo>
                    <a:pt x="2109" y="1265"/>
                    <a:pt x="1940" y="1442"/>
                    <a:pt x="1644" y="1442"/>
                  </a:cubicBezTo>
                  <a:close/>
                  <a:moveTo>
                    <a:pt x="650" y="1057"/>
                  </a:moveTo>
                  <a:lnTo>
                    <a:pt x="650" y="953"/>
                  </a:lnTo>
                  <a:lnTo>
                    <a:pt x="529" y="953"/>
                  </a:lnTo>
                  <a:cubicBezTo>
                    <a:pt x="379" y="953"/>
                    <a:pt x="302" y="994"/>
                    <a:pt x="302" y="1092"/>
                  </a:cubicBezTo>
                  <a:lnTo>
                    <a:pt x="302" y="1103"/>
                  </a:lnTo>
                  <a:cubicBezTo>
                    <a:pt x="302" y="1178"/>
                    <a:pt x="348" y="1230"/>
                    <a:pt x="450" y="1230"/>
                  </a:cubicBezTo>
                  <a:cubicBezTo>
                    <a:pt x="554" y="1230"/>
                    <a:pt x="650" y="1171"/>
                    <a:pt x="650" y="1057"/>
                  </a:cubicBezTo>
                  <a:close/>
                  <a:moveTo>
                    <a:pt x="358" y="1442"/>
                  </a:moveTo>
                  <a:cubicBezTo>
                    <a:pt x="162" y="1442"/>
                    <a:pt x="0" y="1342"/>
                    <a:pt x="0" y="1121"/>
                  </a:cubicBezTo>
                  <a:lnTo>
                    <a:pt x="0" y="1109"/>
                  </a:lnTo>
                  <a:cubicBezTo>
                    <a:pt x="0" y="840"/>
                    <a:pt x="233" y="752"/>
                    <a:pt x="514" y="752"/>
                  </a:cubicBezTo>
                  <a:lnTo>
                    <a:pt x="650" y="752"/>
                  </a:lnTo>
                  <a:lnTo>
                    <a:pt x="650" y="700"/>
                  </a:lnTo>
                  <a:cubicBezTo>
                    <a:pt x="650" y="592"/>
                    <a:pt x="602" y="525"/>
                    <a:pt x="489" y="525"/>
                  </a:cubicBezTo>
                  <a:cubicBezTo>
                    <a:pt x="387" y="525"/>
                    <a:pt x="333" y="584"/>
                    <a:pt x="325" y="667"/>
                  </a:cubicBezTo>
                  <a:lnTo>
                    <a:pt x="33" y="667"/>
                  </a:lnTo>
                  <a:cubicBezTo>
                    <a:pt x="54" y="425"/>
                    <a:pt x="246" y="306"/>
                    <a:pt x="504" y="306"/>
                  </a:cubicBezTo>
                  <a:cubicBezTo>
                    <a:pt x="767" y="306"/>
                    <a:pt x="954" y="419"/>
                    <a:pt x="954" y="690"/>
                  </a:cubicBezTo>
                  <a:lnTo>
                    <a:pt x="954" y="1419"/>
                  </a:lnTo>
                  <a:lnTo>
                    <a:pt x="656" y="1419"/>
                  </a:lnTo>
                  <a:lnTo>
                    <a:pt x="656" y="1294"/>
                  </a:lnTo>
                  <a:cubicBezTo>
                    <a:pt x="604" y="1374"/>
                    <a:pt x="504" y="1442"/>
                    <a:pt x="358" y="144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732124888"/>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Title: White7 Acquisition+Image">
    <p:bg>
      <p:bgRef idx="1001">
        <a:schemeClr val="bg1"/>
      </p:bgRef>
    </p:bg>
    <p:spTree>
      <p:nvGrpSpPr>
        <p:cNvPr id="1" name=""/>
        <p:cNvGrpSpPr/>
        <p:nvPr/>
      </p:nvGrpSpPr>
      <p:grpSpPr>
        <a:xfrm>
          <a:off x="0" y="0"/>
          <a:ext cx="0" cy="0"/>
          <a:chOff x="0" y="0"/>
          <a:chExt cx="0" cy="0"/>
        </a:xfrm>
      </p:grpSpPr>
      <p:sp>
        <p:nvSpPr>
          <p:cNvPr id="16" name="Picture Placeholder 8">
            <a:extLst>
              <a:ext uri="{FF2B5EF4-FFF2-40B4-BE49-F238E27FC236}">
                <a16:creationId xmlns:a16="http://schemas.microsoft.com/office/drawing/2014/main" id="{A715308A-2B7A-4485-A51C-F3F23FC4264D}"/>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19" name="TextBox 18">
            <a:extLst>
              <a:ext uri="{FF2B5EF4-FFF2-40B4-BE49-F238E27FC236}">
                <a16:creationId xmlns:a16="http://schemas.microsoft.com/office/drawing/2014/main" id="{827161CB-9748-47B4-8746-547E8A91529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tx2"/>
                </a:solidFill>
                <a:effectLst/>
                <a:uLnTx/>
                <a:uFillTx/>
              </a:rPr>
              <a:t>Go to Brand Space for more cover options</a:t>
            </a:r>
            <a:endParaRPr kumimoji="0" lang="en-US" sz="800" b="0" i="0" u="none" strike="noStrike" kern="0" cap="none" spc="0" normalizeH="0" baseline="0" noProof="0">
              <a:ln>
                <a:noFill/>
              </a:ln>
              <a:solidFill>
                <a:schemeClr val="tx2"/>
              </a:solidFill>
              <a:effectLst/>
              <a:uLnTx/>
              <a:uFillTx/>
            </a:endParaRPr>
          </a:p>
        </p:txBody>
      </p:sp>
      <p:sp>
        <p:nvSpPr>
          <p:cNvPr id="31" name="Title 1">
            <a:extLst>
              <a:ext uri="{FF2B5EF4-FFF2-40B4-BE49-F238E27FC236}">
                <a16:creationId xmlns:a16="http://schemas.microsoft.com/office/drawing/2014/main" id="{1C428014-9969-4841-B19D-25CB7221F2FF}"/>
              </a:ext>
            </a:extLst>
          </p:cNvPr>
          <p:cNvSpPr>
            <a:spLocks noGrp="1"/>
          </p:cNvSpPr>
          <p:nvPr>
            <p:ph type="ctrTitle" hasCustomPrompt="1"/>
          </p:nvPr>
        </p:nvSpPr>
        <p:spPr bwMode="black">
          <a:xfrm>
            <a:off x="381001" y="1322687"/>
            <a:ext cx="5715000" cy="1769720"/>
          </a:xfrm>
        </p:spPr>
        <p:txBody>
          <a:bodyPr anchor="b"/>
          <a:lstStyle>
            <a:lvl1pPr algn="l">
              <a:lnSpc>
                <a:spcPct val="90000"/>
              </a:lnSpc>
              <a:defRPr sz="4800">
                <a:solidFill>
                  <a:schemeClr val="tx1"/>
                </a:solidFill>
              </a:defRPr>
            </a:lvl1pPr>
          </a:lstStyle>
          <a:p>
            <a:r>
              <a:rPr lang="en-US"/>
              <a:t>Place presentation title here 48pt</a:t>
            </a:r>
          </a:p>
        </p:txBody>
      </p:sp>
      <p:sp>
        <p:nvSpPr>
          <p:cNvPr id="32" name="Subtitle 2">
            <a:extLst>
              <a:ext uri="{FF2B5EF4-FFF2-40B4-BE49-F238E27FC236}">
                <a16:creationId xmlns:a16="http://schemas.microsoft.com/office/drawing/2014/main" id="{6D52D49F-987F-4EF2-8666-9805763F686A}"/>
              </a:ext>
            </a:extLst>
          </p:cNvPr>
          <p:cNvSpPr>
            <a:spLocks noGrp="1"/>
          </p:cNvSpPr>
          <p:nvPr>
            <p:ph type="subTitle" idx="1" hasCustomPrompt="1"/>
          </p:nvPr>
        </p:nvSpPr>
        <p:spPr bwMode="black">
          <a:xfrm>
            <a:off x="381001" y="3332730"/>
            <a:ext cx="4301168" cy="1092845"/>
          </a:xfrm>
        </p:spPr>
        <p:txBody>
          <a:bodyPr/>
          <a:lstStyle>
            <a:lvl1pPr marL="0" indent="0" algn="l">
              <a:lnSpc>
                <a:spcPct val="90000"/>
              </a:lnSpc>
              <a:spcAft>
                <a:spcPts val="0"/>
              </a:spcAft>
              <a:buNone/>
              <a:defRPr sz="2400" b="0" i="0" spc="0">
                <a:solidFill>
                  <a:schemeClr val="tx1"/>
                </a:solidFill>
                <a:latin typeface="GT Sectra Fine Rg" panose="000005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33" name="Text Placeholder 16">
            <a:extLst>
              <a:ext uri="{FF2B5EF4-FFF2-40B4-BE49-F238E27FC236}">
                <a16:creationId xmlns:a16="http://schemas.microsoft.com/office/drawing/2014/main" id="{784963B7-4AB8-4BD6-B942-182C4FFFB2B7}"/>
              </a:ext>
            </a:extLst>
          </p:cNvPr>
          <p:cNvSpPr>
            <a:spLocks noGrp="1"/>
          </p:cNvSpPr>
          <p:nvPr>
            <p:ph type="body" sz="quarter" idx="12" hasCustomPrompt="1"/>
          </p:nvPr>
        </p:nvSpPr>
        <p:spPr bwMode="black">
          <a:xfrm>
            <a:off x="381001" y="4670852"/>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 14pt</a:t>
            </a:r>
          </a:p>
        </p:txBody>
      </p:sp>
      <p:sp>
        <p:nvSpPr>
          <p:cNvPr id="34" name="Date Placeholder 10">
            <a:extLst>
              <a:ext uri="{FF2B5EF4-FFF2-40B4-BE49-F238E27FC236}">
                <a16:creationId xmlns:a16="http://schemas.microsoft.com/office/drawing/2014/main" id="{7722ECA6-F4B8-4408-987A-6078074CB32A}"/>
              </a:ext>
            </a:extLst>
          </p:cNvPr>
          <p:cNvSpPr>
            <a:spLocks noGrp="1"/>
          </p:cNvSpPr>
          <p:nvPr>
            <p:ph type="dt" sz="half" idx="2"/>
          </p:nvPr>
        </p:nvSpPr>
        <p:spPr bwMode="black">
          <a:xfrm>
            <a:off x="381001" y="4425575"/>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j-lt"/>
                <a:ea typeface="+mn-ea"/>
                <a:cs typeface="+mn-cs"/>
              </a:defRPr>
            </a:lvl1pPr>
          </a:lstStyle>
          <a:p>
            <a:endParaRPr lang="en-US">
              <a:latin typeface="+mj-lt"/>
            </a:endParaRPr>
          </a:p>
        </p:txBody>
      </p:sp>
      <p:pic>
        <p:nvPicPr>
          <p:cNvPr id="5" name="Graphic 4" descr="Accenture Greater Than symbol in purple">
            <a:extLst>
              <a:ext uri="{FF2B5EF4-FFF2-40B4-BE49-F238E27FC236}">
                <a16:creationId xmlns:a16="http://schemas.microsoft.com/office/drawing/2014/main" id="{8DD1DFCC-5489-470C-84F4-93032F0960C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2636" y="382725"/>
            <a:ext cx="641502" cy="704088"/>
          </a:xfrm>
          <a:prstGeom prst="rect">
            <a:avLst/>
          </a:prstGeom>
        </p:spPr>
      </p:pic>
      <p:sp>
        <p:nvSpPr>
          <p:cNvPr id="13" name="Picture Placeholder 11" descr="Image placeholder for client logo">
            <a:extLst>
              <a:ext uri="{FF2B5EF4-FFF2-40B4-BE49-F238E27FC236}">
                <a16:creationId xmlns:a16="http://schemas.microsoft.com/office/drawing/2014/main" id="{05B9195C-3F7A-4A18-80FA-FB81E2ECDE09}"/>
              </a:ext>
            </a:extLst>
          </p:cNvPr>
          <p:cNvSpPr>
            <a:spLocks noGrp="1"/>
          </p:cNvSpPr>
          <p:nvPr>
            <p:ph type="pic" sz="quarter" idx="13" hasCustomPrompt="1"/>
          </p:nvPr>
        </p:nvSpPr>
        <p:spPr>
          <a:xfrm>
            <a:off x="381001" y="5326815"/>
            <a:ext cx="1884233" cy="985085"/>
          </a:xfrm>
        </p:spPr>
        <p:txBody>
          <a:bodyPr anchor="ctr"/>
          <a:lstStyle>
            <a:lvl1pPr algn="ctr">
              <a:buNone/>
              <a:defRPr sz="1400"/>
            </a:lvl1pPr>
          </a:lstStyle>
          <a:p>
            <a:r>
              <a:rPr lang="en-GB"/>
              <a:t>Add client logo</a:t>
            </a:r>
            <a:endParaRPr lang="en-US"/>
          </a:p>
        </p:txBody>
      </p:sp>
    </p:spTree>
    <p:extLst>
      <p:ext uri="{BB962C8B-B14F-4D97-AF65-F5344CB8AC3E}">
        <p14:creationId xmlns:p14="http://schemas.microsoft.com/office/powerpoint/2010/main" val="1444851032"/>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p:cSld name="Section Divider with Image - Gradient Dark">
    <p:bg>
      <p:bgPr>
        <a:solidFill>
          <a:schemeClr val="accent3"/>
        </a:solidFill>
        <a:effectLst/>
      </p:bgPr>
    </p:bg>
    <p:spTree>
      <p:nvGrpSpPr>
        <p:cNvPr id="1" name=""/>
        <p:cNvGrpSpPr/>
        <p:nvPr/>
      </p:nvGrpSpPr>
      <p:grpSpPr>
        <a:xfrm>
          <a:off x="0" y="0"/>
          <a:ext cx="0" cy="0"/>
          <a:chOff x="0" y="0"/>
          <a:chExt cx="0" cy="0"/>
        </a:xfrm>
      </p:grpSpPr>
      <p:pic>
        <p:nvPicPr>
          <p:cNvPr id="14" name="Picture 13" descr="Accenture Gradient Dark">
            <a:extLst>
              <a:ext uri="{FF2B5EF4-FFF2-40B4-BE49-F238E27FC236}">
                <a16:creationId xmlns:a16="http://schemas.microsoft.com/office/drawing/2014/main" id="{86F62995-A1F7-47A0-AD35-CBADA9723982}"/>
              </a:ext>
            </a:extLst>
          </p:cNvPr>
          <p:cNvPicPr>
            <a:picLocks noChangeAspect="1"/>
          </p:cNvPicPr>
          <p:nvPr/>
        </p:nvPicPr>
        <p:blipFill rotWithShape="1">
          <a:blip r:embed="rId2">
            <a:extLst>
              <a:ext uri="{28A0092B-C50C-407E-A947-70E740481C1C}">
                <a14:useLocalDpi xmlns:a14="http://schemas.microsoft.com/office/drawing/2010/main" val="0"/>
              </a:ext>
            </a:extLst>
          </a:blip>
          <a:srcRect t="-18"/>
          <a:stretch/>
        </p:blipFill>
        <p:spPr bwMode="invGray">
          <a:xfrm>
            <a:off x="1185" y="0"/>
            <a:ext cx="12189630" cy="6858000"/>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US"/>
              <a:t>Place subtitle here in GT Sectra Fine </a:t>
            </a:r>
            <a:r>
              <a:rPr lang="en-US" err="1"/>
              <a:t>Rg</a:t>
            </a:r>
            <a:r>
              <a:rPr lang="en-US"/>
              <a:t> 24pt</a:t>
            </a:r>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10" name="GTS_WH" descr="Accenture Greater Than symbol in white">
            <a:extLst>
              <a:ext uri="{FF2B5EF4-FFF2-40B4-BE49-F238E27FC236}">
                <a16:creationId xmlns:a16="http://schemas.microsoft.com/office/drawing/2014/main" id="{4B2379EA-B598-42DD-B03E-5C4FC1D468F3}"/>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Footer Placeholder 4">
            <a:extLst>
              <a:ext uri="{FF2B5EF4-FFF2-40B4-BE49-F238E27FC236}">
                <a16:creationId xmlns:a16="http://schemas.microsoft.com/office/drawing/2014/main" id="{7FB0387B-1E9C-4EB7-9BA3-83AB796E35C7}"/>
              </a:ext>
            </a:extLst>
          </p:cNvPr>
          <p:cNvSpPr>
            <a:spLocks noGrp="1"/>
          </p:cNvSpPr>
          <p:nvPr>
            <p:ph type="ftr" sz="quarter" idx="18"/>
          </p:nvPr>
        </p:nvSpPr>
        <p:spPr/>
        <p:txBody>
          <a:bodyPr/>
          <a:lstStyle/>
          <a:p>
            <a:r>
              <a:rPr lang="es-ES"/>
              <a:t>Copyright © 2020 Accenture. All rights reserved.</a:t>
            </a:r>
          </a:p>
        </p:txBody>
      </p:sp>
      <p:sp>
        <p:nvSpPr>
          <p:cNvPr id="7" name="Slide Number Placeholder 6">
            <a:extLst>
              <a:ext uri="{FF2B5EF4-FFF2-40B4-BE49-F238E27FC236}">
                <a16:creationId xmlns:a16="http://schemas.microsoft.com/office/drawing/2014/main" id="{A0BB825C-3912-400B-A9ED-F17A355964BB}"/>
              </a:ext>
            </a:extLst>
          </p:cNvPr>
          <p:cNvSpPr>
            <a:spLocks noGrp="1"/>
          </p:cNvSpPr>
          <p:nvPr>
            <p:ph type="sldNum" sz="quarter" idx="19"/>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30841855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p:cSld name="Section Divider with Image - Gradient Core">
    <p:bg>
      <p:bgPr>
        <a:solidFill>
          <a:schemeClr val="accent3"/>
        </a:solidFill>
        <a:effectLst/>
      </p:bgPr>
    </p:bg>
    <p:spTree>
      <p:nvGrpSpPr>
        <p:cNvPr id="1" name=""/>
        <p:cNvGrpSpPr/>
        <p:nvPr/>
      </p:nvGrpSpPr>
      <p:grpSpPr>
        <a:xfrm>
          <a:off x="0" y="0"/>
          <a:ext cx="0" cy="0"/>
          <a:chOff x="0" y="0"/>
          <a:chExt cx="0" cy="0"/>
        </a:xfrm>
      </p:grpSpPr>
      <p:pic>
        <p:nvPicPr>
          <p:cNvPr id="6" name="Picture 5" descr="Accenture Gradient Mid&#10;">
            <a:extLst>
              <a:ext uri="{FF2B5EF4-FFF2-40B4-BE49-F238E27FC236}">
                <a16:creationId xmlns:a16="http://schemas.microsoft.com/office/drawing/2014/main" id="{D34847E9-71CB-4177-8BB3-C4EDB8A3E26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ltGray">
          <a:xfrm>
            <a:off x="0" y="0"/>
            <a:ext cx="12192000" cy="6858000"/>
          </a:xfrm>
          <a:prstGeom prst="rect">
            <a:avLst/>
          </a:prstGeom>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9" name="Text Placeholder 8">
            <a:extLst>
              <a:ext uri="{FF2B5EF4-FFF2-40B4-BE49-F238E27FC236}">
                <a16:creationId xmlns:a16="http://schemas.microsoft.com/office/drawing/2014/main" id="{C8D88312-3597-964E-9B24-8371E2C85670}"/>
              </a:ext>
            </a:extLst>
          </p:cNvPr>
          <p:cNvSpPr>
            <a:spLocks noGrp="1"/>
          </p:cNvSpPr>
          <p:nvPr>
            <p:ph type="body" sz="quarter" idx="16" hasCustomPrompt="1"/>
          </p:nvPr>
        </p:nvSpPr>
        <p:spPr>
          <a:xfrm>
            <a:off x="1143000" y="4610099"/>
            <a:ext cx="4953000" cy="1701801"/>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3" name="Footer Placeholder 3">
            <a:extLst>
              <a:ext uri="{FF2B5EF4-FFF2-40B4-BE49-F238E27FC236}">
                <a16:creationId xmlns:a16="http://schemas.microsoft.com/office/drawing/2014/main" id="{EC3F0890-0DED-4AD1-9A02-BD56F8554BD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4" name="GTS_WH" descr="Accenture Greater Than symbol in white">
            <a:extLst>
              <a:ext uri="{FF2B5EF4-FFF2-40B4-BE49-F238E27FC236}">
                <a16:creationId xmlns:a16="http://schemas.microsoft.com/office/drawing/2014/main" id="{3FC0722F-C643-4988-96E8-F00519CB3A00}"/>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EF969A96-ECEE-46C8-AC65-A99027BA9203}"/>
              </a:ext>
            </a:extLst>
          </p:cNvPr>
          <p:cNvSpPr>
            <a:spLocks noGrp="1"/>
          </p:cNvSpPr>
          <p:nvPr>
            <p:ph type="sldNum" sz="quarter" idx="18"/>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97271404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ection Divider - Numbered, Gradient Mid Purple">
    <p:bg>
      <p:bgPr>
        <a:solidFill>
          <a:schemeClr val="accent2"/>
        </a:solidFill>
        <a:effectLst/>
      </p:bgPr>
    </p:bg>
    <p:spTree>
      <p:nvGrpSpPr>
        <p:cNvPr id="1" name=""/>
        <p:cNvGrpSpPr/>
        <p:nvPr/>
      </p:nvGrpSpPr>
      <p:grpSpPr>
        <a:xfrm>
          <a:off x="0" y="0"/>
          <a:ext cx="0" cy="0"/>
          <a:chOff x="0" y="0"/>
          <a:chExt cx="0" cy="0"/>
        </a:xfrm>
      </p:grpSpPr>
      <p:pic>
        <p:nvPicPr>
          <p:cNvPr id="13" name="Picture 12" descr="Accenture Gradient Mid">
            <a:extLst>
              <a:ext uri="{FF2B5EF4-FFF2-40B4-BE49-F238E27FC236}">
                <a16:creationId xmlns:a16="http://schemas.microsoft.com/office/drawing/2014/main" id="{CB16898D-3DD4-439C-B43F-558C1FDD3648}"/>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bwMode="ltGray">
          <a:xfrm>
            <a:off x="0" y="0"/>
            <a:ext cx="12192000" cy="3428999"/>
          </a:xfrm>
          <a:prstGeom prst="rect">
            <a:avLst/>
          </a:prstGeom>
        </p:spPr>
      </p:pic>
      <p:sp>
        <p:nvSpPr>
          <p:cNvPr id="7" name="Rectangle 6">
            <a:extLst>
              <a:ext uri="{FF2B5EF4-FFF2-40B4-BE49-F238E27FC236}">
                <a16:creationId xmlns:a16="http://schemas.microsoft.com/office/drawing/2014/main" id="{64015D5F-F315-4E58-856E-56BC8490AECE}"/>
              </a:ext>
            </a:extLst>
          </p:cNvPr>
          <p:cNvSpPr/>
          <p:nvPr/>
        </p:nvSpPr>
        <p:spPr bwMode="white">
          <a:xfrm>
            <a:off x="0" y="3428999"/>
            <a:ext cx="12192000" cy="3429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3889828"/>
            <a:ext cx="6186713" cy="2422072"/>
          </a:xfrm>
        </p:spPr>
        <p:txBody>
          <a:bodyPr anchor="t"/>
          <a:lstStyle>
            <a:lvl1pPr>
              <a:defRPr sz="5400">
                <a:solidFill>
                  <a:schemeClr val="tx1"/>
                </a:solidFill>
              </a:defRPr>
            </a:lvl1pPr>
          </a:lstStyle>
          <a:p>
            <a:r>
              <a:rPr lang="en-US"/>
              <a:t>Section title 54pt</a:t>
            </a:r>
          </a:p>
        </p:txBody>
      </p:sp>
      <p:sp>
        <p:nvSpPr>
          <p:cNvPr id="11" name="Text Placeholder 2">
            <a:extLst>
              <a:ext uri="{FF2B5EF4-FFF2-40B4-BE49-F238E27FC236}">
                <a16:creationId xmlns:a16="http://schemas.microsoft.com/office/drawing/2014/main" id="{63E56B88-63DE-42F5-AE08-5F9069ED6835}"/>
              </a:ext>
            </a:extLst>
          </p:cNvPr>
          <p:cNvSpPr>
            <a:spLocks noGrp="1"/>
          </p:cNvSpPr>
          <p:nvPr>
            <p:ph type="body" idx="10" hasCustomPrompt="1"/>
          </p:nvPr>
        </p:nvSpPr>
        <p:spPr>
          <a:xfrm>
            <a:off x="1143001" y="835805"/>
            <a:ext cx="6186712" cy="2194487"/>
          </a:xfrm>
        </p:spPr>
        <p:txBody>
          <a:bodyPr anchor="ctr"/>
          <a:lstStyle>
            <a:lvl1pPr marL="0" indent="0" algn="l" defTabSz="914400" rtl="0" eaLnBrk="1" latinLnBrk="0" hangingPunct="1">
              <a:lnSpc>
                <a:spcPct val="80000"/>
              </a:lnSpc>
              <a:spcBef>
                <a:spcPct val="0"/>
              </a:spcBef>
              <a:spcAft>
                <a:spcPts val="0"/>
              </a:spcAft>
              <a:buNone/>
              <a:defRPr lang="en-US" sz="16600" b="1" kern="1200" dirty="0">
                <a:ln w="38100">
                  <a:noFill/>
                </a:ln>
                <a:solidFill>
                  <a:schemeClr val="tx1"/>
                </a:solid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US"/>
              <a:t>#</a:t>
            </a:r>
          </a:p>
        </p:txBody>
      </p:sp>
      <p:sp>
        <p:nvSpPr>
          <p:cNvPr id="14" name="Text Placeholder 8">
            <a:extLst>
              <a:ext uri="{FF2B5EF4-FFF2-40B4-BE49-F238E27FC236}">
                <a16:creationId xmlns:a16="http://schemas.microsoft.com/office/drawing/2014/main" id="{4CC28DDD-91C9-FB49-B057-796687C8B07D}"/>
              </a:ext>
            </a:extLst>
          </p:cNvPr>
          <p:cNvSpPr>
            <a:spLocks noGrp="1"/>
          </p:cNvSpPr>
          <p:nvPr>
            <p:ph type="body" sz="quarter" idx="15" hasCustomPrompt="1"/>
          </p:nvPr>
        </p:nvSpPr>
        <p:spPr>
          <a:xfrm>
            <a:off x="8055427" y="3889827"/>
            <a:ext cx="2993573" cy="2422071"/>
          </a:xfrm>
        </p:spPr>
        <p:txBody>
          <a:bodyPr/>
          <a:lstStyle>
            <a:lvl1pPr marL="0" indent="0">
              <a:lnSpc>
                <a:spcPct val="90000"/>
              </a:lnSpc>
              <a:spcAft>
                <a:spcPts val="600"/>
              </a:spcAft>
              <a:buNone/>
              <a:defRPr sz="2400">
                <a:latin typeface="GT Sectra Fine Rg" panose="00000500000000000000" pitchFamily="50"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marL="0" lvl="0" indent="0" algn="l" defTabSz="914400" rtl="0" eaLnBrk="1" latinLnBrk="0" hangingPunct="1">
              <a:lnSpc>
                <a:spcPct val="100000"/>
              </a:lnSpc>
              <a:spcBef>
                <a:spcPts val="0"/>
              </a:spcBef>
              <a:spcAft>
                <a:spcPts val="0"/>
              </a:spcAft>
              <a:buFont typeface="Graphik" panose="020B0604020202020204" pitchFamily="34" charset="0"/>
              <a:buNone/>
            </a:pPr>
            <a:r>
              <a:rPr lang="en-GB"/>
              <a:t>Place subtitle here in GT Sectra Fine </a:t>
            </a:r>
            <a:r>
              <a:rPr lang="en-GB" err="1"/>
              <a:t>Rg</a:t>
            </a:r>
            <a:r>
              <a:rPr lang="en-GB"/>
              <a:t> 24pt</a:t>
            </a:r>
          </a:p>
        </p:txBody>
      </p:sp>
      <p:sp>
        <p:nvSpPr>
          <p:cNvPr id="15" name="Footer Placeholder 3">
            <a:extLst>
              <a:ext uri="{FF2B5EF4-FFF2-40B4-BE49-F238E27FC236}">
                <a16:creationId xmlns:a16="http://schemas.microsoft.com/office/drawing/2014/main" id="{C230B8D6-1525-4D29-A117-F22A9C16F08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6" name="GTS_WH" descr="Accenture Greater Than symbol in white">
            <a:extLst>
              <a:ext uri="{FF2B5EF4-FFF2-40B4-BE49-F238E27FC236}">
                <a16:creationId xmlns:a16="http://schemas.microsoft.com/office/drawing/2014/main" id="{C5173724-68B6-47CD-B850-71B1407EEAA1}"/>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B404ADF7-CE17-4A46-8A63-A366F9BB14A4}"/>
              </a:ext>
            </a:extLst>
          </p:cNvPr>
          <p:cNvSpPr>
            <a:spLocks noGrp="1"/>
          </p:cNvSpPr>
          <p:nvPr>
            <p:ph type="sldNum" sz="quarter" idx="1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02455003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699330"/>
          </a:xfrm>
        </p:spPr>
        <p:txBody>
          <a:bodyPr/>
          <a:lstStyle>
            <a:lvl1pPr marL="0" indent="0">
              <a:lnSpc>
                <a:spcPct val="90000"/>
              </a:lnSpc>
              <a:buNone/>
              <a:defRPr sz="2400">
                <a:solidFill>
                  <a:schemeClr val="accent1"/>
                </a:solidFill>
                <a:latin typeface="GT Sectra Fine Rg" panose="00000500000000000000" pitchFamily="50" charset="0"/>
              </a:defRPr>
            </a:lvl1pPr>
            <a:lvl2pPr marL="0" indent="0">
              <a:buNone/>
              <a:defRPr sz="1800"/>
            </a:lvl2pPr>
            <a:lvl3pPr marL="228600">
              <a:buFont typeface="Graphik" panose="020B0604020202020204" pitchFamily="34" charset="0"/>
              <a:buChar char="•"/>
              <a:defRPr sz="1800"/>
            </a:lvl3pPr>
            <a:lvl4pPr marL="457200">
              <a:buFont typeface="Graphik"/>
              <a:buChar char="–"/>
              <a:defRPr sz="1600"/>
            </a:lvl4pPr>
            <a:lvl5pPr marL="685800">
              <a:buFont typeface="Graphik" panose="020B0604020202020204" pitchFamily="34" charset="0"/>
              <a:buChar char="•"/>
              <a:defRPr sz="1600"/>
            </a:lvl5pPr>
          </a:lstStyle>
          <a:p>
            <a:pPr lvl="0"/>
            <a:r>
              <a:rPr lang="en-US"/>
              <a:t>Place agenda summary here </a:t>
            </a:r>
            <a:r>
              <a:rPr lang="en-GB"/>
              <a:t>in GT Sectra Fine </a:t>
            </a:r>
            <a:r>
              <a:rPr lang="en-GB" err="1"/>
              <a:t>Rg</a:t>
            </a:r>
            <a:r>
              <a:rPr lang="en-GB"/>
              <a:t> 24pt</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1" cy="810399"/>
          </a:xfrm>
        </p:spPr>
        <p:txBody>
          <a:bodyPr/>
          <a:lstStyle>
            <a:lvl1pPr>
              <a:defRPr/>
            </a:lvl1pPr>
          </a:lstStyle>
          <a:p>
            <a:r>
              <a:rPr lang="en-GB"/>
              <a:t>Agenda title</a:t>
            </a:r>
            <a:endParaRPr lang="en-US"/>
          </a:p>
        </p:txBody>
      </p:sp>
      <p:sp>
        <p:nvSpPr>
          <p:cNvPr id="18" name="Text Placeholder 17">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1" y="1371600"/>
            <a:ext cx="2953039" cy="485340"/>
          </a:xfrm>
        </p:spPr>
        <p:txBody>
          <a:bodyPr anchor="ctr"/>
          <a:lstStyle>
            <a:lvl1pPr>
              <a:spcAft>
                <a:spcPts val="0"/>
              </a:spcAft>
              <a:buNone/>
              <a:defRPr sz="1600"/>
            </a:lvl1pPr>
          </a:lstStyle>
          <a:p>
            <a:pPr lvl="0"/>
            <a:r>
              <a:rPr lang="en-GB"/>
              <a:t>Insert agenda item</a:t>
            </a:r>
            <a:endParaRPr lang="en-US"/>
          </a:p>
        </p:txBody>
      </p:sp>
      <p:sp>
        <p:nvSpPr>
          <p:cNvPr id="57" name="Text Placeholder 17">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1" y="1976478"/>
            <a:ext cx="2953039" cy="485340"/>
          </a:xfrm>
        </p:spPr>
        <p:txBody>
          <a:bodyPr anchor="ctr"/>
          <a:lstStyle>
            <a:lvl1pPr>
              <a:spcAft>
                <a:spcPts val="0"/>
              </a:spcAft>
              <a:buNone/>
              <a:defRPr sz="1600"/>
            </a:lvl1pPr>
          </a:lstStyle>
          <a:p>
            <a:pPr lvl="0"/>
            <a:r>
              <a:rPr lang="en-GB"/>
              <a:t>Insert agenda item</a:t>
            </a:r>
            <a:endParaRPr lang="en-US"/>
          </a:p>
        </p:txBody>
      </p:sp>
      <p:sp>
        <p:nvSpPr>
          <p:cNvPr id="59" name="Text Placeholder 17">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1" y="2581356"/>
            <a:ext cx="2953039" cy="485340"/>
          </a:xfrm>
        </p:spPr>
        <p:txBody>
          <a:bodyPr anchor="ctr"/>
          <a:lstStyle>
            <a:lvl1pPr>
              <a:spcAft>
                <a:spcPts val="0"/>
              </a:spcAft>
              <a:buNone/>
              <a:defRPr sz="1600"/>
            </a:lvl1pPr>
          </a:lstStyle>
          <a:p>
            <a:pPr lvl="0"/>
            <a:r>
              <a:rPr lang="en-GB"/>
              <a:t>Insert agenda item</a:t>
            </a:r>
            <a:endParaRPr lang="en-US"/>
          </a:p>
        </p:txBody>
      </p:sp>
      <p:sp>
        <p:nvSpPr>
          <p:cNvPr id="61" name="Text Placeholder 17">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1" y="3186234"/>
            <a:ext cx="2953039" cy="485340"/>
          </a:xfrm>
        </p:spPr>
        <p:txBody>
          <a:bodyPr anchor="ctr"/>
          <a:lstStyle>
            <a:lvl1pPr>
              <a:spcAft>
                <a:spcPts val="0"/>
              </a:spcAft>
              <a:buNone/>
              <a:defRPr sz="1600"/>
            </a:lvl1pPr>
          </a:lstStyle>
          <a:p>
            <a:pPr lvl="0"/>
            <a:r>
              <a:rPr lang="en-GB"/>
              <a:t>Insert agenda item</a:t>
            </a:r>
            <a:endParaRPr lang="en-US"/>
          </a:p>
        </p:txBody>
      </p:sp>
      <p:sp>
        <p:nvSpPr>
          <p:cNvPr id="63" name="Text Placeholder 17">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1" y="3791112"/>
            <a:ext cx="2953039" cy="485340"/>
          </a:xfrm>
        </p:spPr>
        <p:txBody>
          <a:bodyPr anchor="ctr"/>
          <a:lstStyle>
            <a:lvl1pPr>
              <a:spcAft>
                <a:spcPts val="0"/>
              </a:spcAft>
              <a:buNone/>
              <a:defRPr sz="1600"/>
            </a:lvl1pPr>
          </a:lstStyle>
          <a:p>
            <a:pPr lvl="0"/>
            <a:r>
              <a:rPr lang="en-GB"/>
              <a:t>Insert agenda item</a:t>
            </a:r>
            <a:endParaRPr lang="en-US"/>
          </a:p>
        </p:txBody>
      </p:sp>
      <p:sp>
        <p:nvSpPr>
          <p:cNvPr id="65" name="Text Placeholder 17">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1" y="4395990"/>
            <a:ext cx="2953039" cy="485340"/>
          </a:xfrm>
        </p:spPr>
        <p:txBody>
          <a:bodyPr anchor="ctr"/>
          <a:lstStyle>
            <a:lvl1pPr>
              <a:spcAft>
                <a:spcPts val="0"/>
              </a:spcAft>
              <a:buNone/>
              <a:defRPr sz="1600"/>
            </a:lvl1pPr>
          </a:lstStyle>
          <a:p>
            <a:pPr lvl="0"/>
            <a:r>
              <a:rPr lang="en-GB"/>
              <a:t>Insert agenda item</a:t>
            </a:r>
            <a:endParaRPr lang="en-US"/>
          </a:p>
        </p:txBody>
      </p:sp>
      <p:sp>
        <p:nvSpPr>
          <p:cNvPr id="67" name="Text Placeholder 17">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1" y="5000868"/>
            <a:ext cx="2953039" cy="485340"/>
          </a:xfrm>
        </p:spPr>
        <p:txBody>
          <a:bodyPr anchor="ctr"/>
          <a:lstStyle>
            <a:lvl1pPr>
              <a:spcAft>
                <a:spcPts val="0"/>
              </a:spcAft>
              <a:buNone/>
              <a:defRPr sz="1600"/>
            </a:lvl1pPr>
          </a:lstStyle>
          <a:p>
            <a:pPr lvl="0"/>
            <a:r>
              <a:rPr lang="en-GB"/>
              <a:t>Insert agenda item</a:t>
            </a:r>
            <a:endParaRPr lang="en-US"/>
          </a:p>
        </p:txBody>
      </p:sp>
      <p:sp>
        <p:nvSpPr>
          <p:cNvPr id="69" name="Text Placeholder 17">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1" y="5605747"/>
            <a:ext cx="2953039" cy="485340"/>
          </a:xfrm>
        </p:spPr>
        <p:txBody>
          <a:bodyPr anchor="ctr"/>
          <a:lstStyle>
            <a:lvl1pPr>
              <a:spcAft>
                <a:spcPts val="0"/>
              </a:spcAft>
              <a:buNone/>
              <a:defRPr sz="1600"/>
            </a:lvl1pPr>
          </a:lstStyle>
          <a:p>
            <a:pPr lvl="0"/>
            <a:r>
              <a:rPr lang="en-GB"/>
              <a:t>Insert agenda item</a:t>
            </a:r>
            <a:endParaRPr lang="en-US"/>
          </a:p>
        </p:txBody>
      </p:sp>
      <p:sp>
        <p:nvSpPr>
          <p:cNvPr id="29" name="Text Placeholder 17">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2"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0" name="Text Placeholder 17">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2"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1" name="Text Placeholder 1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2"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2" name="Text Placeholder 17">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2"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3" name="Text Placeholder 17">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2"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4" name="Text Placeholder 17">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2"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5" name="Text Placeholder 17">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2"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2"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4" name="Straight Connector 3">
            <a:extLst>
              <a:ext uri="{FF2B5EF4-FFF2-40B4-BE49-F238E27FC236}">
                <a16:creationId xmlns:a16="http://schemas.microsoft.com/office/drawing/2014/main" id="{D72EABDE-2DC7-B441-8D65-EC926DD10B85}"/>
              </a:ext>
            </a:extLst>
          </p:cNvPr>
          <p:cNvCxnSpPr/>
          <p:nvPr/>
        </p:nvCxnSpPr>
        <p:spPr>
          <a:xfrm>
            <a:off x="4045241" y="1371600"/>
            <a:ext cx="0" cy="4719487"/>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6" name="Text Placeholder 17">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59" y="1371600"/>
            <a:ext cx="2953039" cy="485340"/>
          </a:xfrm>
        </p:spPr>
        <p:txBody>
          <a:bodyPr anchor="ctr"/>
          <a:lstStyle>
            <a:lvl1pPr>
              <a:spcAft>
                <a:spcPts val="0"/>
              </a:spcAft>
              <a:buNone/>
              <a:defRPr sz="1600"/>
            </a:lvl1pPr>
          </a:lstStyle>
          <a:p>
            <a:pPr lvl="0"/>
            <a:r>
              <a:rPr lang="en-GB"/>
              <a:t>Insert agenda item</a:t>
            </a:r>
            <a:endParaRPr lang="en-US"/>
          </a:p>
        </p:txBody>
      </p:sp>
      <p:sp>
        <p:nvSpPr>
          <p:cNvPr id="87" name="Text Placeholder 17">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59" y="1976478"/>
            <a:ext cx="2953039" cy="485340"/>
          </a:xfrm>
        </p:spPr>
        <p:txBody>
          <a:bodyPr anchor="ctr"/>
          <a:lstStyle>
            <a:lvl1pPr>
              <a:spcAft>
                <a:spcPts val="0"/>
              </a:spcAft>
              <a:buNone/>
              <a:defRPr sz="1600"/>
            </a:lvl1pPr>
          </a:lstStyle>
          <a:p>
            <a:pPr lvl="0"/>
            <a:r>
              <a:rPr lang="en-GB"/>
              <a:t>Insert agenda item</a:t>
            </a:r>
            <a:endParaRPr lang="en-US"/>
          </a:p>
        </p:txBody>
      </p:sp>
      <p:sp>
        <p:nvSpPr>
          <p:cNvPr id="88" name="Text Placeholder 17">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59" y="2581356"/>
            <a:ext cx="2953039" cy="485340"/>
          </a:xfrm>
        </p:spPr>
        <p:txBody>
          <a:bodyPr anchor="ctr"/>
          <a:lstStyle>
            <a:lvl1pPr>
              <a:spcAft>
                <a:spcPts val="0"/>
              </a:spcAft>
              <a:buNone/>
              <a:defRPr sz="1600"/>
            </a:lvl1pPr>
          </a:lstStyle>
          <a:p>
            <a:pPr lvl="0"/>
            <a:r>
              <a:rPr lang="en-GB"/>
              <a:t>Insert agenda item</a:t>
            </a:r>
            <a:endParaRPr lang="en-US"/>
          </a:p>
        </p:txBody>
      </p:sp>
      <p:sp>
        <p:nvSpPr>
          <p:cNvPr id="89" name="Text Placeholder 17">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59" y="3186234"/>
            <a:ext cx="2953039" cy="485340"/>
          </a:xfrm>
        </p:spPr>
        <p:txBody>
          <a:bodyPr anchor="ctr"/>
          <a:lstStyle>
            <a:lvl1pPr>
              <a:spcAft>
                <a:spcPts val="0"/>
              </a:spcAft>
              <a:buNone/>
              <a:defRPr sz="1600"/>
            </a:lvl1pPr>
          </a:lstStyle>
          <a:p>
            <a:pPr lvl="0"/>
            <a:r>
              <a:rPr lang="en-GB"/>
              <a:t>Insert agenda item</a:t>
            </a:r>
            <a:endParaRPr lang="en-US"/>
          </a:p>
        </p:txBody>
      </p:sp>
      <p:sp>
        <p:nvSpPr>
          <p:cNvPr id="90" name="Text Placeholder 17">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59" y="3791112"/>
            <a:ext cx="2953039" cy="485340"/>
          </a:xfrm>
        </p:spPr>
        <p:txBody>
          <a:bodyPr anchor="ctr"/>
          <a:lstStyle>
            <a:lvl1pPr>
              <a:spcAft>
                <a:spcPts val="0"/>
              </a:spcAft>
              <a:buNone/>
              <a:defRPr sz="1600"/>
            </a:lvl1pPr>
          </a:lstStyle>
          <a:p>
            <a:pPr lvl="0"/>
            <a:r>
              <a:rPr lang="en-GB"/>
              <a:t>Insert agenda item</a:t>
            </a:r>
            <a:endParaRPr lang="en-US"/>
          </a:p>
        </p:txBody>
      </p:sp>
      <p:sp>
        <p:nvSpPr>
          <p:cNvPr id="91" name="Text Placeholder 17">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59" y="4395990"/>
            <a:ext cx="2953039" cy="485340"/>
          </a:xfrm>
        </p:spPr>
        <p:txBody>
          <a:bodyPr anchor="ctr"/>
          <a:lstStyle>
            <a:lvl1pPr>
              <a:spcAft>
                <a:spcPts val="0"/>
              </a:spcAft>
              <a:buNone/>
              <a:defRPr sz="1600"/>
            </a:lvl1pPr>
          </a:lstStyle>
          <a:p>
            <a:pPr lvl="0"/>
            <a:r>
              <a:rPr lang="en-GB"/>
              <a:t>Insert agenda item</a:t>
            </a:r>
            <a:endParaRPr lang="en-US"/>
          </a:p>
        </p:txBody>
      </p:sp>
      <p:sp>
        <p:nvSpPr>
          <p:cNvPr id="92" name="Text Placeholder 17">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59" y="5000868"/>
            <a:ext cx="2953039" cy="485340"/>
          </a:xfrm>
        </p:spPr>
        <p:txBody>
          <a:bodyPr anchor="ctr"/>
          <a:lstStyle>
            <a:lvl1pPr>
              <a:spcAft>
                <a:spcPts val="0"/>
              </a:spcAft>
              <a:buNone/>
              <a:defRPr sz="1600"/>
            </a:lvl1pPr>
          </a:lstStyle>
          <a:p>
            <a:pPr lvl="0"/>
            <a:r>
              <a:rPr lang="en-GB"/>
              <a:t>Insert agenda item</a:t>
            </a:r>
            <a:endParaRPr lang="en-US"/>
          </a:p>
        </p:txBody>
      </p:sp>
      <p:sp>
        <p:nvSpPr>
          <p:cNvPr id="93" name="Text Placeholder 17">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59" y="5605747"/>
            <a:ext cx="2953039" cy="485340"/>
          </a:xfrm>
        </p:spPr>
        <p:txBody>
          <a:bodyPr anchor="ctr"/>
          <a:lstStyle>
            <a:lvl1pPr>
              <a:spcAft>
                <a:spcPts val="0"/>
              </a:spcAft>
              <a:buNone/>
              <a:defRPr sz="1600"/>
            </a:lvl1pPr>
          </a:lstStyle>
          <a:p>
            <a:pPr lvl="0"/>
            <a:r>
              <a:rPr lang="en-GB"/>
              <a:t>Insert agenda item</a:t>
            </a:r>
            <a:endParaRPr lang="en-US"/>
          </a:p>
        </p:txBody>
      </p:sp>
      <p:sp>
        <p:nvSpPr>
          <p:cNvPr id="94" name="Text Placeholder 17">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0"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5" name="Text Placeholder 17">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0"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6" name="Text Placeholder 17">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0"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7" name="Text Placeholder 17">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0"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8" name="Text Placeholder 1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0"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9" name="Text Placeholder 17">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0"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00" name="Text Placeholder 17">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0"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01" name="Text Placeholder 17">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0"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sz="1800" b="1">
                <a:solidFill>
                  <a:schemeClr val="accent1"/>
                </a:solidFill>
                <a:latin typeface="+mj-lt"/>
              </a:defRPr>
            </a:lvl1pPr>
          </a:lstStyle>
          <a:p>
            <a:pPr marL="0" marR="0" lvl="0" indent="0" algn="ctr" defTabSz="228600"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 name="Footer Placeholder 4">
            <a:extLst>
              <a:ext uri="{FF2B5EF4-FFF2-40B4-BE49-F238E27FC236}">
                <a16:creationId xmlns:a16="http://schemas.microsoft.com/office/drawing/2014/main" id="{7BC1BE3C-F523-44EE-B6D4-7175CE08E157}"/>
              </a:ext>
            </a:extLst>
          </p:cNvPr>
          <p:cNvSpPr>
            <a:spLocks noGrp="1"/>
          </p:cNvSpPr>
          <p:nvPr>
            <p:ph type="ftr" sz="quarter" idx="56"/>
          </p:nvPr>
        </p:nvSpPr>
        <p:spPr/>
        <p:txBody>
          <a:bodyPr/>
          <a:lstStyle/>
          <a:p>
            <a:r>
              <a:rPr lang="es-ES"/>
              <a:t>Copyright © 2020 Accenture. All rights reserved.</a:t>
            </a:r>
          </a:p>
        </p:txBody>
      </p:sp>
      <p:sp>
        <p:nvSpPr>
          <p:cNvPr id="8" name="Slide Number Placeholder 7">
            <a:extLst>
              <a:ext uri="{FF2B5EF4-FFF2-40B4-BE49-F238E27FC236}">
                <a16:creationId xmlns:a16="http://schemas.microsoft.com/office/drawing/2014/main" id="{1796CD18-ADDA-4A64-BDD0-F5A8D01FDD49}"/>
              </a:ext>
            </a:extLst>
          </p:cNvPr>
          <p:cNvSpPr>
            <a:spLocks noGrp="1"/>
          </p:cNvSpPr>
          <p:nvPr>
            <p:ph type="sldNum" sz="quarter" idx="5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404119716"/>
      </p:ext>
    </p:extLst>
  </p:cSld>
  <p:clrMapOvr>
    <a:masterClrMapping/>
  </p:clrMapOvr>
  <p:hf hdr="0" dt="0"/>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Long Headline and 1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DB689C-7DB3-4046-A1BF-E63F8EF78419}"/>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10" name="Content Placeholder 7">
            <a:extLst>
              <a:ext uri="{FF2B5EF4-FFF2-40B4-BE49-F238E27FC236}">
                <a16:creationId xmlns:a16="http://schemas.microsoft.com/office/drawing/2014/main" id="{87C97B1E-CB9E-4CBC-A6F1-1D4F2E4ECB34}"/>
              </a:ext>
            </a:extLst>
          </p:cNvPr>
          <p:cNvSpPr>
            <a:spLocks noGrp="1"/>
          </p:cNvSpPr>
          <p:nvPr>
            <p:ph sz="quarter" idx="10" hasCustomPrompt="1"/>
          </p:nvPr>
        </p:nvSpPr>
        <p:spPr>
          <a:xfrm>
            <a:off x="381001" y="1371600"/>
            <a:ext cx="11430000" cy="4940300"/>
          </a:xfrm>
        </p:spPr>
        <p:txBody>
          <a:bodyPr/>
          <a:lstStyle>
            <a:lvl1pPr marL="228600" indent="-228600">
              <a:buFont typeface="Graphik" panose="020B0604020202020204" pitchFamily="34" charset="0"/>
              <a:buChar char="•"/>
              <a:defRPr/>
            </a:lvl1pPr>
            <a:lvl2pPr marL="457200">
              <a:defRPr/>
            </a:lvl2pPr>
            <a:lvl3pPr marL="685800">
              <a:defRPr/>
            </a:lvl3pPr>
            <a:lvl4pPr marL="914400">
              <a:defRPr/>
            </a:lvl4pPr>
            <a:lvl5pPr marL="1143000">
              <a:defRPr/>
            </a:lvl5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11" name="Footer Placeholder 3">
            <a:extLst>
              <a:ext uri="{FF2B5EF4-FFF2-40B4-BE49-F238E27FC236}">
                <a16:creationId xmlns:a16="http://schemas.microsoft.com/office/drawing/2014/main" id="{E4E1CDE7-C850-4F14-8D26-8BD1EE3D6D54}"/>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D2BEF25E-6F09-4B47-806E-462D7622D101}"/>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864211242"/>
      </p:ext>
    </p:extLst>
  </p:cSld>
  <p:clrMapOvr>
    <a:masterClrMapping/>
  </p:clrMapOvr>
  <p:hf hdr="0" dt="0"/>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p:cSld name="Long Headline and 1 Column Dark">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6D4EA4B-84F0-4EB3-B6B4-6EAB903D2C21}"/>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5" name="Content Placeholder 7">
            <a:extLst>
              <a:ext uri="{FF2B5EF4-FFF2-40B4-BE49-F238E27FC236}">
                <a16:creationId xmlns:a16="http://schemas.microsoft.com/office/drawing/2014/main" id="{6DFCE48E-1DF3-48D6-BD43-BA3B9CE95A05}"/>
              </a:ext>
            </a:extLst>
          </p:cNvPr>
          <p:cNvSpPr>
            <a:spLocks noGrp="1"/>
          </p:cNvSpPr>
          <p:nvPr>
            <p:ph sz="quarter" idx="10" hasCustomPrompt="1"/>
          </p:nvPr>
        </p:nvSpPr>
        <p:spPr>
          <a:xfrm>
            <a:off x="381001" y="1371601"/>
            <a:ext cx="11430000" cy="4940300"/>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7" name="Footer Placeholder 3">
            <a:extLst>
              <a:ext uri="{FF2B5EF4-FFF2-40B4-BE49-F238E27FC236}">
                <a16:creationId xmlns:a16="http://schemas.microsoft.com/office/drawing/2014/main" id="{3646097A-7916-4EBE-A526-09FCBD84F6A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5EFDEB3F-4743-43EA-A121-ED3CB6054C7F}"/>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Slide Number Placeholder 1">
            <a:extLst>
              <a:ext uri="{FF2B5EF4-FFF2-40B4-BE49-F238E27FC236}">
                <a16:creationId xmlns:a16="http://schemas.microsoft.com/office/drawing/2014/main" id="{CAE8CB08-3B2A-44E5-8975-B69F3969CD42}"/>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731198077"/>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Long Headline-subtitle and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949194"/>
            <a:ext cx="11430000" cy="4362706"/>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9" name="Footer Placeholder 3">
            <a:extLst>
              <a:ext uri="{FF2B5EF4-FFF2-40B4-BE49-F238E27FC236}">
                <a16:creationId xmlns:a16="http://schemas.microsoft.com/office/drawing/2014/main" id="{06E1154F-E5DD-468F-85D1-17FC4F4386D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B5699EEA-1839-42AE-A096-1905CABA2755}"/>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766567586"/>
      </p:ext>
    </p:extLst>
  </p:cSld>
  <p:clrMapOvr>
    <a:masterClrMapping/>
  </p:clrMapOvr>
  <p:hf hdr="0" dt="0"/>
  <p:extLst>
    <p:ext uri="{DCECCB84-F9BA-43D5-87BE-67443E8EF086}">
      <p15:sldGuideLst xmlns:p15="http://schemas.microsoft.com/office/powerpoint/2012/main">
        <p15:guide id="1" orient="horz" pos="931">
          <p15:clr>
            <a:srgbClr val="547EBF"/>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Columns 2 - Headline + GT Sectr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0" y="3004457"/>
            <a:ext cx="5524500" cy="2865991"/>
          </a:xfrm>
        </p:spPr>
        <p:txBody>
          <a:bodyPr/>
          <a:lstStyle>
            <a:lvl1pPr marL="0" indent="0">
              <a:lnSpc>
                <a:spcPct val="90000"/>
              </a:lnSpc>
              <a:buNone/>
              <a:defRPr sz="2400">
                <a:solidFill>
                  <a:schemeClr val="accent1"/>
                </a:solidFill>
                <a:latin typeface="GT Sectra Fine Rg" panose="00000500000000000000" pitchFamily="50" charset="0"/>
              </a:defRPr>
            </a:lvl1pPr>
            <a:lvl2pPr marL="228600" indent="-228600">
              <a:buFont typeface="Graphik" panose="020B0604020202020204" pitchFamily="34" charset="0"/>
              <a:buChar char="•"/>
              <a:defRPr sz="1800"/>
            </a:lvl2pPr>
            <a:lvl3pPr marL="457200">
              <a:buFont typeface="Graphik" panose="020B0503030202060203" pitchFamily="34" charset="0"/>
              <a:buChar char="–"/>
              <a:defRPr sz="1800"/>
            </a:lvl3pPr>
            <a:lvl4pPr marL="685800">
              <a:buFont typeface="Graphik" panose="020B0604020202020204" pitchFamily="34" charset="0"/>
              <a:buChar char="•"/>
              <a:defRPr sz="1600"/>
            </a:lvl4pPr>
            <a:lvl5pPr marL="914400">
              <a:buFont typeface="Graphik" panose="020B0503030202060203" pitchFamily="34" charset="0"/>
              <a:buChar char="–"/>
              <a:defRPr sz="1600"/>
            </a:lvl5pPr>
          </a:lstStyle>
          <a:p>
            <a:pPr lvl="0"/>
            <a:r>
              <a:rPr lang="en-US"/>
              <a:t>Place sub-headline </a:t>
            </a:r>
            <a:r>
              <a:rPr lang="en-GB"/>
              <a:t>here in GT Sectra Fine </a:t>
            </a:r>
            <a:r>
              <a:rPr lang="en-GB" err="1"/>
              <a:t>Rg</a:t>
            </a:r>
            <a:r>
              <a:rPr lang="en-GB"/>
              <a:t> 24pt</a:t>
            </a:r>
            <a:r>
              <a:rPr lang="en-US"/>
              <a: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6" name="Content Placeholder 7">
            <a:extLst>
              <a:ext uri="{FF2B5EF4-FFF2-40B4-BE49-F238E27FC236}">
                <a16:creationId xmlns:a16="http://schemas.microsoft.com/office/drawing/2014/main" id="{CC1513EB-EC9B-9B42-BA12-BC659505A768}"/>
              </a:ext>
            </a:extLst>
          </p:cNvPr>
          <p:cNvSpPr>
            <a:spLocks noGrp="1"/>
          </p:cNvSpPr>
          <p:nvPr>
            <p:ph sz="quarter" idx="10" hasCustomPrompt="1"/>
          </p:nvPr>
        </p:nvSpPr>
        <p:spPr>
          <a:xfrm>
            <a:off x="6286499" y="1371601"/>
            <a:ext cx="5524500" cy="4502426"/>
          </a:xfrm>
        </p:spPr>
        <p:txBody>
          <a:bodyPr/>
          <a:lstStyle>
            <a:lvl1pPr>
              <a:defRPr/>
            </a:lvl1pPr>
            <a:lvl2pPr>
              <a:defRPr/>
            </a:lvl2pPr>
            <a:lvl3pPr>
              <a:defRPr/>
            </a:lvl3pPr>
            <a:lvl4pPr>
              <a:defRPr/>
            </a:lvl4pPr>
            <a:lvl5pPr>
              <a:defRPr/>
            </a:lvl5pPr>
          </a:lstStyle>
          <a:p>
            <a:pPr lvl="0"/>
            <a:r>
              <a:rPr lang="en-US"/>
              <a:t>Place text here 20pt</a:t>
            </a:r>
          </a:p>
          <a:p>
            <a:pPr lvl="1"/>
            <a:r>
              <a:rPr lang="en-US"/>
              <a:t>Second level 20pt</a:t>
            </a:r>
          </a:p>
          <a:p>
            <a:pPr lvl="2"/>
            <a:r>
              <a:rPr lang="en-US"/>
              <a:t>Third level 20pt</a:t>
            </a:r>
          </a:p>
          <a:p>
            <a:pPr lvl="3"/>
            <a:r>
              <a:rPr lang="en-US"/>
              <a:t>Fourth level 18pt</a:t>
            </a:r>
          </a:p>
          <a:p>
            <a:pPr lvl="4"/>
            <a:r>
              <a:rPr lang="en-US"/>
              <a:t>Fifth level 18pt</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1371601"/>
            <a:ext cx="5524499" cy="1632856"/>
          </a:xfrm>
        </p:spPr>
        <p:txBody>
          <a:bodyPr/>
          <a:lstStyle/>
          <a:p>
            <a:r>
              <a:rPr lang="en-GB"/>
              <a:t>Place headline here (36pt, min 30pt)</a:t>
            </a:r>
            <a:endParaRPr lang="en-US"/>
          </a:p>
        </p:txBody>
      </p:sp>
      <p:sp>
        <p:nvSpPr>
          <p:cNvPr id="9" name="Footer Placeholder 3">
            <a:extLst>
              <a:ext uri="{FF2B5EF4-FFF2-40B4-BE49-F238E27FC236}">
                <a16:creationId xmlns:a16="http://schemas.microsoft.com/office/drawing/2014/main" id="{0A51E00B-3AD2-4131-A1AF-2681835517E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6B5BAA4F-3169-4083-866F-71669DE395C8}"/>
              </a:ext>
            </a:extLst>
          </p:cNvPr>
          <p:cNvSpPr>
            <a:spLocks noGrp="1"/>
          </p:cNvSpPr>
          <p:nvPr>
            <p:ph type="sldNum" sz="quarter" idx="15"/>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14262284"/>
      </p:ext>
    </p:extLst>
  </p:cSld>
  <p:clrMapOvr>
    <a:masterClrMapping/>
  </p:clrMapOvr>
  <p:hf hdr="0" dt="0"/>
  <p:extLst>
    <p:ext uri="{DCECCB84-F9BA-43D5-87BE-67443E8EF086}">
      <p15:sldGuideLst xmlns:p15="http://schemas.microsoft.com/office/powerpoint/2012/main">
        <p15:guide id="1" orient="horz" pos="3720">
          <p15:clr>
            <a:srgbClr val="C35EA4"/>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Long Headline and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87552"/>
          </a:xfrm>
        </p:spPr>
        <p:txBody>
          <a:bodyPr/>
          <a:lstStyle/>
          <a:p>
            <a:r>
              <a:rPr lang="en-GB"/>
              <a:t>Place headline here (36pt, min 30pt)</a:t>
            </a:r>
            <a:endParaRPr lang="en-US"/>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1371600"/>
            <a:ext cx="5524499" cy="493776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1371600"/>
            <a:ext cx="5524499" cy="493776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29BB8772-B000-40EC-8AE7-3AA41499E64B}"/>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024361676"/>
      </p:ext>
    </p:extLst>
  </p:cSld>
  <p:clrMapOvr>
    <a:masterClrMapping/>
  </p:clrMapOvr>
  <p:hf hdr="0" dt="0"/>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Long Headline-subtitle and 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8830"/>
          </a:xfrm>
        </p:spPr>
        <p:txBody>
          <a:bodyPr/>
          <a:lstStyle/>
          <a:p>
            <a:r>
              <a:rPr lang="en-GB"/>
              <a:t>Place headline here (36pt, min 30pt)</a:t>
            </a:r>
            <a:endParaRPr lang="en-US"/>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1947672"/>
            <a:ext cx="5524499" cy="43616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1947672"/>
            <a:ext cx="5524499" cy="43616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2" name="Text Placeholder 3">
            <a:extLst>
              <a:ext uri="{FF2B5EF4-FFF2-40B4-BE49-F238E27FC236}">
                <a16:creationId xmlns:a16="http://schemas.microsoft.com/office/drawing/2014/main" id="{8A356218-065E-4505-9831-1D0329245679}"/>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3" name="Slide Number Placeholder 2">
            <a:extLst>
              <a:ext uri="{FF2B5EF4-FFF2-40B4-BE49-F238E27FC236}">
                <a16:creationId xmlns:a16="http://schemas.microsoft.com/office/drawing/2014/main" id="{1A363034-F9EC-4A95-91E0-2E8019749311}"/>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951992660"/>
      </p:ext>
    </p:extLst>
  </p:cSld>
  <p:clrMapOvr>
    <a:masterClrMapping/>
  </p:clrMapOvr>
  <p:hf hdr="0" dt="0"/>
  <p:extLst>
    <p:ext uri="{DCECCB84-F9BA-43D5-87BE-67443E8EF086}">
      <p15:sldGuideLst xmlns:p15="http://schemas.microsoft.com/office/powerpoint/2012/main">
        <p15:guide id="1" orient="horz" pos="932">
          <p15:clr>
            <a:srgbClr val="547EBF"/>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Long Headline-subtitle and 2 Headings/Col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8830"/>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1949194"/>
            <a:ext cx="55245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3" name="Text Placeholder 2">
            <a:extLst>
              <a:ext uri="{FF2B5EF4-FFF2-40B4-BE49-F238E27FC236}">
                <a16:creationId xmlns:a16="http://schemas.microsoft.com/office/drawing/2014/main" id="{EDE1E44A-D007-46D2-9E20-283025607FF2}"/>
              </a:ext>
            </a:extLst>
          </p:cNvPr>
          <p:cNvSpPr>
            <a:spLocks noGrp="1"/>
          </p:cNvSpPr>
          <p:nvPr>
            <p:ph type="body" idx="14" hasCustomPrompt="1"/>
          </p:nvPr>
        </p:nvSpPr>
        <p:spPr>
          <a:xfrm>
            <a:off x="6286499" y="1949194"/>
            <a:ext cx="55245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2772154"/>
            <a:ext cx="5524499" cy="3101872"/>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2772154"/>
            <a:ext cx="5524499" cy="3101872"/>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1" name="Footer Placeholder 3">
            <a:extLst>
              <a:ext uri="{FF2B5EF4-FFF2-40B4-BE49-F238E27FC236}">
                <a16:creationId xmlns:a16="http://schemas.microsoft.com/office/drawing/2014/main" id="{DF77ADC1-6931-47B6-AF28-D1C74D5BB43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2" name="Text Placeholder 3">
            <a:extLst>
              <a:ext uri="{FF2B5EF4-FFF2-40B4-BE49-F238E27FC236}">
                <a16:creationId xmlns:a16="http://schemas.microsoft.com/office/drawing/2014/main" id="{8A356218-065E-4505-9831-1D0329245679}"/>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4" name="Slide Number Placeholder 3">
            <a:extLst>
              <a:ext uri="{FF2B5EF4-FFF2-40B4-BE49-F238E27FC236}">
                <a16:creationId xmlns:a16="http://schemas.microsoft.com/office/drawing/2014/main" id="{13A5F1A8-92F0-48CE-B27D-E2B7EE762F1A}"/>
              </a:ext>
            </a:extLst>
          </p:cNvPr>
          <p:cNvSpPr>
            <a:spLocks noGrp="1"/>
          </p:cNvSpPr>
          <p:nvPr>
            <p:ph type="sldNum" sz="quarter" idx="2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567121675"/>
      </p:ext>
    </p:extLst>
  </p:cSld>
  <p:clrMapOvr>
    <a:masterClrMapping/>
  </p:clrMapOvr>
  <p:hf hdr="0" dt="0"/>
  <p:extLst>
    <p:ext uri="{DCECCB84-F9BA-43D5-87BE-67443E8EF086}">
      <p15:sldGuideLst xmlns:p15="http://schemas.microsoft.com/office/powerpoint/2012/main">
        <p15:guide id="1" orient="horz" pos="3708">
          <p15:clr>
            <a:srgbClr val="C35EA4"/>
          </p15:clr>
        </p15:guide>
        <p15:guide id="2" orient="horz" pos="932">
          <p15:clr>
            <a:srgbClr val="547EBF"/>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Long Headline and 3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793837"/>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4" name="Content Placeholder 3">
            <a:extLst>
              <a:ext uri="{FF2B5EF4-FFF2-40B4-BE49-F238E27FC236}">
                <a16:creationId xmlns:a16="http://schemas.microsoft.com/office/drawing/2014/main" id="{02BA4C27-1C65-4465-A8B1-ACE92701B4D0}"/>
              </a:ext>
            </a:extLst>
          </p:cNvPr>
          <p:cNvSpPr>
            <a:spLocks noGrp="1"/>
          </p:cNvSpPr>
          <p:nvPr>
            <p:ph sz="half" idx="2" hasCustomPrompt="1"/>
          </p:nvPr>
        </p:nvSpPr>
        <p:spPr>
          <a:xfrm>
            <a:off x="381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lvl="5"/>
            <a:r>
              <a:rPr lang="en-US"/>
              <a:t>Sixth level 12pt</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318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3" name="Content Placeholder 3">
            <a:extLst>
              <a:ext uri="{FF2B5EF4-FFF2-40B4-BE49-F238E27FC236}">
                <a16:creationId xmlns:a16="http://schemas.microsoft.com/office/drawing/2014/main" id="{DB26F5FE-8482-4C00-99C1-3FC3BEEE82C8}"/>
              </a:ext>
            </a:extLst>
          </p:cNvPr>
          <p:cNvSpPr>
            <a:spLocks noGrp="1"/>
          </p:cNvSpPr>
          <p:nvPr>
            <p:ph sz="half" idx="20" hasCustomPrompt="1"/>
          </p:nvPr>
        </p:nvSpPr>
        <p:spPr>
          <a:xfrm>
            <a:off x="4318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a:t>Sixth level 12pt</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318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286000"/>
            <a:ext cx="355600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6" name="Content Placeholder 3">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08960"/>
            <a:ext cx="3556000" cy="2761488"/>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16pt</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a:t>Sixth level 12pt</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28800"/>
            <a:ext cx="355600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3" name="Text Placeholder 3">
            <a:extLst>
              <a:ext uri="{FF2B5EF4-FFF2-40B4-BE49-F238E27FC236}">
                <a16:creationId xmlns:a16="http://schemas.microsoft.com/office/drawing/2014/main" id="{E974BDB1-DA1D-43EC-81BC-66135DB7B874}"/>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15" name="Footer Placeholder 3">
            <a:extLst>
              <a:ext uri="{FF2B5EF4-FFF2-40B4-BE49-F238E27FC236}">
                <a16:creationId xmlns:a16="http://schemas.microsoft.com/office/drawing/2014/main" id="{FE860E3B-7BAE-4917-8F29-26AFBD0E72B1}"/>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5" name="Slide Number Placeholder 4">
            <a:extLst>
              <a:ext uri="{FF2B5EF4-FFF2-40B4-BE49-F238E27FC236}">
                <a16:creationId xmlns:a16="http://schemas.microsoft.com/office/drawing/2014/main" id="{AB7D7C41-6360-43FF-A192-982014655EFE}"/>
              </a:ext>
            </a:extLst>
          </p:cNvPr>
          <p:cNvSpPr>
            <a:spLocks noGrp="1"/>
          </p:cNvSpPr>
          <p:nvPr>
            <p:ph type="sldNum" sz="quarter" idx="26"/>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059888266"/>
      </p:ext>
    </p:extLst>
  </p:cSld>
  <p:clrMapOvr>
    <a:masterClrMapping/>
  </p:clrMapOvr>
  <p:hf hdr="0" dt="0"/>
  <p:extLst>
    <p:ext uri="{DCECCB84-F9BA-43D5-87BE-67443E8EF086}">
      <p15:sldGuideLst xmlns:p15="http://schemas.microsoft.com/office/powerpoint/2012/main">
        <p15:guide id="1" orient="horz" pos="3703">
          <p15:clr>
            <a:srgbClr val="C35EA4"/>
          </p15:clr>
        </p15:guide>
        <p15:guide id="2" orient="horz" pos="932">
          <p15:clr>
            <a:srgbClr val="547EBF"/>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Long Headline and 4 Colum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2571749"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2571749"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333375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333375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628650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628650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8" name="Text Placeholder 2">
            <a:extLst>
              <a:ext uri="{FF2B5EF4-FFF2-40B4-BE49-F238E27FC236}">
                <a16:creationId xmlns:a16="http://schemas.microsoft.com/office/drawing/2014/main" id="{6973701C-90E3-449B-A44A-0C66B0945601}"/>
              </a:ext>
            </a:extLst>
          </p:cNvPr>
          <p:cNvSpPr>
            <a:spLocks noGrp="1"/>
          </p:cNvSpPr>
          <p:nvPr>
            <p:ph type="body" idx="25" hasCustomPrompt="1"/>
          </p:nvPr>
        </p:nvSpPr>
        <p:spPr>
          <a:xfrm>
            <a:off x="9239250" y="2286000"/>
            <a:ext cx="2571750" cy="822960"/>
          </a:xfrm>
        </p:spPr>
        <p:txBody>
          <a:bodyPr anchor="t"/>
          <a:lstStyle>
            <a:lvl1pPr marL="0" indent="0">
              <a:lnSpc>
                <a:spcPct val="90000"/>
              </a:lnSpc>
              <a:spcAft>
                <a:spcPts val="0"/>
              </a:spcAft>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21" name="Text Placeholder 2">
            <a:extLst>
              <a:ext uri="{FF2B5EF4-FFF2-40B4-BE49-F238E27FC236}">
                <a16:creationId xmlns:a16="http://schemas.microsoft.com/office/drawing/2014/main" id="{D6CB018D-34A3-4417-AE76-9BB3793F0332}"/>
              </a:ext>
            </a:extLst>
          </p:cNvPr>
          <p:cNvSpPr>
            <a:spLocks noGrp="1"/>
          </p:cNvSpPr>
          <p:nvPr>
            <p:ph type="body" idx="27" hasCustomPrompt="1"/>
          </p:nvPr>
        </p:nvSpPr>
        <p:spPr>
          <a:xfrm>
            <a:off x="9239250" y="1828800"/>
            <a:ext cx="2571750" cy="457200"/>
          </a:xfrm>
        </p:spPr>
        <p:txBody>
          <a:bodyPr anchor="t"/>
          <a:lstStyle>
            <a:lvl1pPr marL="0" indent="0">
              <a:spcAft>
                <a:spcPts val="0"/>
              </a:spcAft>
              <a:buNone/>
              <a:defRPr sz="2400" b="1">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6" name="Content Placeholder 3">
            <a:extLst>
              <a:ext uri="{FF2B5EF4-FFF2-40B4-BE49-F238E27FC236}">
                <a16:creationId xmlns:a16="http://schemas.microsoft.com/office/drawing/2014/main" id="{3BDC2B1A-D3A0-C04B-AEDB-0389C637EF1A}"/>
              </a:ext>
            </a:extLst>
          </p:cNvPr>
          <p:cNvSpPr>
            <a:spLocks noGrp="1"/>
          </p:cNvSpPr>
          <p:nvPr>
            <p:ph sz="half" idx="28" hasCustomPrompt="1"/>
          </p:nvPr>
        </p:nvSpPr>
        <p:spPr>
          <a:xfrm>
            <a:off x="381000"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17" name="Content Placeholder 3">
            <a:extLst>
              <a:ext uri="{FF2B5EF4-FFF2-40B4-BE49-F238E27FC236}">
                <a16:creationId xmlns:a16="http://schemas.microsoft.com/office/drawing/2014/main" id="{40F6CE73-9C88-264F-A7F2-A3D2B2D1938B}"/>
              </a:ext>
            </a:extLst>
          </p:cNvPr>
          <p:cNvSpPr>
            <a:spLocks noGrp="1"/>
          </p:cNvSpPr>
          <p:nvPr>
            <p:ph sz="half" idx="29" hasCustomPrompt="1"/>
          </p:nvPr>
        </p:nvSpPr>
        <p:spPr>
          <a:xfrm>
            <a:off x="3333751"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8" name="Content Placeholder 3">
            <a:extLst>
              <a:ext uri="{FF2B5EF4-FFF2-40B4-BE49-F238E27FC236}">
                <a16:creationId xmlns:a16="http://schemas.microsoft.com/office/drawing/2014/main" id="{5F289FE6-F2A2-784D-9D31-047C10F04CDF}"/>
              </a:ext>
            </a:extLst>
          </p:cNvPr>
          <p:cNvSpPr>
            <a:spLocks noGrp="1"/>
          </p:cNvSpPr>
          <p:nvPr>
            <p:ph sz="half" idx="30" hasCustomPrompt="1"/>
          </p:nvPr>
        </p:nvSpPr>
        <p:spPr>
          <a:xfrm>
            <a:off x="6286500" y="3145138"/>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9" name="Content Placeholder 3">
            <a:extLst>
              <a:ext uri="{FF2B5EF4-FFF2-40B4-BE49-F238E27FC236}">
                <a16:creationId xmlns:a16="http://schemas.microsoft.com/office/drawing/2014/main" id="{A079B5C1-1D0F-8F40-A376-4AE3B49D1B5A}"/>
              </a:ext>
            </a:extLst>
          </p:cNvPr>
          <p:cNvSpPr>
            <a:spLocks noGrp="1"/>
          </p:cNvSpPr>
          <p:nvPr>
            <p:ph sz="half" idx="31" hasCustomPrompt="1"/>
          </p:nvPr>
        </p:nvSpPr>
        <p:spPr>
          <a:xfrm>
            <a:off x="9239251" y="3108959"/>
            <a:ext cx="2571749" cy="276161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 18pt</a:t>
            </a:r>
          </a:p>
          <a:p>
            <a:pPr lvl="1"/>
            <a:r>
              <a:rPr lang="en-US"/>
              <a:t>Second level 18pt</a:t>
            </a:r>
          </a:p>
          <a:p>
            <a:pPr lvl="2"/>
            <a:r>
              <a:rPr lang="en-US"/>
              <a:t>Third level 18pt</a:t>
            </a:r>
          </a:p>
          <a:p>
            <a:pPr lvl="3"/>
            <a:r>
              <a:rPr lang="en-US"/>
              <a:t>Fourth level 16pt</a:t>
            </a:r>
          </a:p>
          <a:p>
            <a:pPr lvl="4"/>
            <a:r>
              <a:rPr lang="en-US"/>
              <a:t>Fifth level 16</a:t>
            </a:r>
          </a:p>
          <a:p>
            <a:pPr lvl="5"/>
            <a:r>
              <a:rPr lang="en-US"/>
              <a:t>Sixth level 12pt</a:t>
            </a:r>
          </a:p>
        </p:txBody>
      </p:sp>
      <p:sp>
        <p:nvSpPr>
          <p:cNvPr id="23" name="Footer Placeholder 3">
            <a:extLst>
              <a:ext uri="{FF2B5EF4-FFF2-40B4-BE49-F238E27FC236}">
                <a16:creationId xmlns:a16="http://schemas.microsoft.com/office/drawing/2014/main" id="{83000718-AD47-4F1E-8F71-56356C940652}"/>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6" name="Title 1">
            <a:extLst>
              <a:ext uri="{FF2B5EF4-FFF2-40B4-BE49-F238E27FC236}">
                <a16:creationId xmlns:a16="http://schemas.microsoft.com/office/drawing/2014/main" id="{01BF3E00-F066-4583-A5B1-87DD1966679B}"/>
              </a:ext>
            </a:extLst>
          </p:cNvPr>
          <p:cNvSpPr>
            <a:spLocks noGrp="1"/>
          </p:cNvSpPr>
          <p:nvPr>
            <p:ph type="title" hasCustomPrompt="1"/>
          </p:nvPr>
        </p:nvSpPr>
        <p:spPr>
          <a:xfrm>
            <a:off x="381001" y="380999"/>
            <a:ext cx="11429999" cy="793837"/>
          </a:xfrm>
        </p:spPr>
        <p:txBody>
          <a:bodyPr/>
          <a:lstStyle/>
          <a:p>
            <a:r>
              <a:rPr lang="en-GB"/>
              <a:t>Place headline here (36pt, min 30pt)</a:t>
            </a:r>
            <a:endParaRPr lang="en-US"/>
          </a:p>
        </p:txBody>
      </p:sp>
      <p:sp>
        <p:nvSpPr>
          <p:cNvPr id="30" name="Text Placeholder 3">
            <a:extLst>
              <a:ext uri="{FF2B5EF4-FFF2-40B4-BE49-F238E27FC236}">
                <a16:creationId xmlns:a16="http://schemas.microsoft.com/office/drawing/2014/main" id="{5650FA89-A64B-4802-B6DF-D1844A843000}"/>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2" name="Slide Number Placeholder 1">
            <a:extLst>
              <a:ext uri="{FF2B5EF4-FFF2-40B4-BE49-F238E27FC236}">
                <a16:creationId xmlns:a16="http://schemas.microsoft.com/office/drawing/2014/main" id="{5D5B1DD8-C71C-4D65-A58A-0A9A86DCED84}"/>
              </a:ext>
            </a:extLst>
          </p:cNvPr>
          <p:cNvSpPr>
            <a:spLocks noGrp="1"/>
          </p:cNvSpPr>
          <p:nvPr>
            <p:ph type="sldNum" sz="quarter" idx="3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746418169"/>
      </p:ext>
    </p:extLst>
  </p:cSld>
  <p:clrMapOvr>
    <a:masterClrMapping/>
  </p:clrMapOvr>
  <p:hf hdr="0" dt="0"/>
  <p:extLst>
    <p:ext uri="{DCECCB84-F9BA-43D5-87BE-67443E8EF086}">
      <p15:sldGuideLst xmlns:p15="http://schemas.microsoft.com/office/powerpoint/2012/main">
        <p15:guide id="1" orient="horz" pos="3698">
          <p15:clr>
            <a:srgbClr val="C35EA4"/>
          </p15:clr>
        </p15:guide>
        <p15:guide id="2" orient="horz" pos="932">
          <p15:clr>
            <a:srgbClr val="547EBF"/>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Long Headline and 5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798829"/>
          </a:xfrm>
        </p:spPr>
        <p:txBody>
          <a:bodyPr/>
          <a:lstStyle>
            <a:lvl1pPr>
              <a:defRPr sz="3600"/>
            </a:lvl1pPr>
          </a:lstStyle>
          <a:p>
            <a:r>
              <a:rPr lang="en-GB"/>
              <a:t>Place headline here (36pt, min 30pt)</a:t>
            </a:r>
            <a:endParaRPr lang="en-US"/>
          </a:p>
        </p:txBody>
      </p:sp>
      <p:sp>
        <p:nvSpPr>
          <p:cNvPr id="15" name="Picture Placeholder 13">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71377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22" name="Text Placeholder 21">
            <a:extLst>
              <a:ext uri="{FF2B5EF4-FFF2-40B4-BE49-F238E27FC236}">
                <a16:creationId xmlns:a16="http://schemas.microsoft.com/office/drawing/2014/main" id="{4C854DFB-B17D-45CF-98C3-3882DBE2C32C}"/>
              </a:ext>
            </a:extLst>
          </p:cNvPr>
          <p:cNvSpPr>
            <a:spLocks noGrp="1"/>
          </p:cNvSpPr>
          <p:nvPr>
            <p:ph type="body" sz="quarter" idx="19" hasCustomPrompt="1"/>
          </p:nvPr>
        </p:nvSpPr>
        <p:spPr>
          <a:xfrm>
            <a:off x="377415" y="3898899"/>
            <a:ext cx="1985504" cy="1971541"/>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16" name="Text Placeholder 21">
            <a:extLst>
              <a:ext uri="{FF2B5EF4-FFF2-40B4-BE49-F238E27FC236}">
                <a16:creationId xmlns:a16="http://schemas.microsoft.com/office/drawing/2014/main" id="{C5D125FD-0D25-4E65-82F5-4E18FE84E47C}"/>
              </a:ext>
            </a:extLst>
          </p:cNvPr>
          <p:cNvSpPr>
            <a:spLocks noGrp="1"/>
          </p:cNvSpPr>
          <p:nvPr>
            <p:ph type="body" sz="quarter" idx="20" hasCustomPrompt="1"/>
          </p:nvPr>
        </p:nvSpPr>
        <p:spPr>
          <a:xfrm>
            <a:off x="2739435"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1" name="Text Placeholder 21">
            <a:extLst>
              <a:ext uri="{FF2B5EF4-FFF2-40B4-BE49-F238E27FC236}">
                <a16:creationId xmlns:a16="http://schemas.microsoft.com/office/drawing/2014/main" id="{5B124AA5-6419-4552-97B5-242DA08BE730}"/>
              </a:ext>
            </a:extLst>
          </p:cNvPr>
          <p:cNvSpPr>
            <a:spLocks noGrp="1"/>
          </p:cNvSpPr>
          <p:nvPr>
            <p:ph type="body" sz="quarter" idx="21" hasCustomPrompt="1"/>
          </p:nvPr>
        </p:nvSpPr>
        <p:spPr>
          <a:xfrm>
            <a:off x="5101455"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3" name="Text Placeholder 21">
            <a:extLst>
              <a:ext uri="{FF2B5EF4-FFF2-40B4-BE49-F238E27FC236}">
                <a16:creationId xmlns:a16="http://schemas.microsoft.com/office/drawing/2014/main" id="{A378CD97-B880-4BCB-AD71-A7C1C1C84891}"/>
              </a:ext>
            </a:extLst>
          </p:cNvPr>
          <p:cNvSpPr>
            <a:spLocks noGrp="1"/>
          </p:cNvSpPr>
          <p:nvPr>
            <p:ph type="body" sz="quarter" idx="22" hasCustomPrompt="1"/>
          </p:nvPr>
        </p:nvSpPr>
        <p:spPr>
          <a:xfrm>
            <a:off x="7463475"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sp>
        <p:nvSpPr>
          <p:cNvPr id="24" name="Text Placeholder 21">
            <a:extLst>
              <a:ext uri="{FF2B5EF4-FFF2-40B4-BE49-F238E27FC236}">
                <a16:creationId xmlns:a16="http://schemas.microsoft.com/office/drawing/2014/main" id="{82CB6C29-05E0-4B43-A2EB-22FEB969E562}"/>
              </a:ext>
            </a:extLst>
          </p:cNvPr>
          <p:cNvSpPr>
            <a:spLocks noGrp="1"/>
          </p:cNvSpPr>
          <p:nvPr>
            <p:ph type="body" sz="quarter" idx="23" hasCustomPrompt="1"/>
          </p:nvPr>
        </p:nvSpPr>
        <p:spPr>
          <a:xfrm>
            <a:off x="9825496" y="3898899"/>
            <a:ext cx="1985504" cy="1979613"/>
          </a:xfrm>
        </p:spPr>
        <p:txBody>
          <a:bodyPr/>
          <a:lstStyle>
            <a:lvl1pPr marL="0" indent="0" algn="ctr">
              <a:lnSpc>
                <a:spcPct val="90000"/>
              </a:lnSpc>
              <a:spcAft>
                <a:spcPts val="600"/>
              </a:spcAft>
              <a:buFont typeface="Graphik" panose="020B0604020202020204" pitchFamily="34" charset="0"/>
              <a:buNone/>
              <a:defRPr sz="2000" b="1">
                <a:latin typeface="+mj-lt"/>
              </a:defRPr>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Graphik" panose="020B0604020202020204" pitchFamily="34" charset="0"/>
              <a:buChar char="•"/>
              <a:defRPr sz="1200"/>
            </a:lvl4pPr>
            <a:lvl5pPr>
              <a:spcAft>
                <a:spcPts val="600"/>
              </a:spcAft>
              <a:defRPr sz="1600"/>
            </a:lvl5pPr>
          </a:lstStyle>
          <a:p>
            <a:pPr lvl="0"/>
            <a:r>
              <a:rPr lang="en-US"/>
              <a:t>Headline 20pt</a:t>
            </a:r>
          </a:p>
          <a:p>
            <a:pPr lvl="1"/>
            <a:r>
              <a:rPr lang="en-US"/>
              <a:t>Details 16pt</a:t>
            </a:r>
          </a:p>
          <a:p>
            <a:pPr lvl="2"/>
            <a:r>
              <a:rPr lang="en-US"/>
              <a:t>More details 12pt</a:t>
            </a:r>
          </a:p>
          <a:p>
            <a:pPr lvl="3"/>
            <a:r>
              <a:rPr lang="en-US"/>
              <a:t>Bullet point 12pt</a:t>
            </a:r>
          </a:p>
        </p:txBody>
      </p:sp>
      <p:cxnSp>
        <p:nvCxnSpPr>
          <p:cNvPr id="4" name="Straight Connector 3">
            <a:extLst>
              <a:ext uri="{FF2B5EF4-FFF2-40B4-BE49-F238E27FC236}">
                <a16:creationId xmlns:a16="http://schemas.microsoft.com/office/drawing/2014/main" id="{B13EDE11-CE40-4943-AE63-A3B14CB3C037}"/>
              </a:ext>
            </a:extLst>
          </p:cNvPr>
          <p:cNvCxnSpPr>
            <a:cxnSpLocks/>
          </p:cNvCxnSpPr>
          <p:nvPr/>
        </p:nvCxnSpPr>
        <p:spPr>
          <a:xfrm>
            <a:off x="114156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7ED40C-58DA-45F1-8E80-6A74976C6E1E}"/>
              </a:ext>
            </a:extLst>
          </p:cNvPr>
          <p:cNvCxnSpPr/>
          <p:nvPr/>
        </p:nvCxnSpPr>
        <p:spPr>
          <a:xfrm>
            <a:off x="350358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91A22B2-C08A-41DA-ACB1-5B59B4CDA8DE}"/>
              </a:ext>
            </a:extLst>
          </p:cNvPr>
          <p:cNvCxnSpPr/>
          <p:nvPr/>
        </p:nvCxnSpPr>
        <p:spPr>
          <a:xfrm>
            <a:off x="586560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7D3E374-86AB-4A80-81AD-B09F07C51B80}"/>
              </a:ext>
            </a:extLst>
          </p:cNvPr>
          <p:cNvCxnSpPr/>
          <p:nvPr/>
        </p:nvCxnSpPr>
        <p:spPr>
          <a:xfrm>
            <a:off x="822762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3A5244A-D0CA-43CB-A0DB-296A219EDC9D}"/>
              </a:ext>
            </a:extLst>
          </p:cNvPr>
          <p:cNvCxnSpPr>
            <a:cxnSpLocks/>
          </p:cNvCxnSpPr>
          <p:nvPr/>
        </p:nvCxnSpPr>
        <p:spPr>
          <a:xfrm>
            <a:off x="10589648"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Picture Placeholder 13">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307579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0" name="Picture Placeholder 13">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43781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1" name="Picture Placeholder 13">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799831"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2" name="Picture Placeholder 13">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161852" y="2098874"/>
            <a:ext cx="1312792" cy="1312792"/>
          </a:xfrm>
          <a:noFill/>
        </p:spPr>
        <p:txBody>
          <a:bodyPr/>
          <a:lstStyle>
            <a:lvl1pPr marL="0" indent="0" algn="ctr">
              <a:buFont typeface="Graphik" panose="020B0604020202020204" pitchFamily="34" charset="0"/>
              <a:buNone/>
              <a:defRPr sz="1800" b="0"/>
            </a:lvl1pPr>
          </a:lstStyle>
          <a:p>
            <a:r>
              <a:rPr lang="en-GB"/>
              <a:t>Add icon</a:t>
            </a:r>
            <a:endParaRPr lang="en-US"/>
          </a:p>
        </p:txBody>
      </p:sp>
      <p:sp>
        <p:nvSpPr>
          <p:cNvPr id="33" name="Footer Placeholder 3">
            <a:extLst>
              <a:ext uri="{FF2B5EF4-FFF2-40B4-BE49-F238E27FC236}">
                <a16:creationId xmlns:a16="http://schemas.microsoft.com/office/drawing/2014/main" id="{57676F53-2AF5-4F44-9119-3C3347D1DA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4" name="Text Placeholder 3">
            <a:extLst>
              <a:ext uri="{FF2B5EF4-FFF2-40B4-BE49-F238E27FC236}">
                <a16:creationId xmlns:a16="http://schemas.microsoft.com/office/drawing/2014/main" id="{B8D97977-AAE6-4533-93CA-ADE704E9F4AD}"/>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3" name="Slide Number Placeholder 2">
            <a:extLst>
              <a:ext uri="{FF2B5EF4-FFF2-40B4-BE49-F238E27FC236}">
                <a16:creationId xmlns:a16="http://schemas.microsoft.com/office/drawing/2014/main" id="{55D3E087-C0E5-4045-83EC-D0F38053E0B8}"/>
              </a:ext>
            </a:extLst>
          </p:cNvPr>
          <p:cNvSpPr>
            <a:spLocks noGrp="1"/>
          </p:cNvSpPr>
          <p:nvPr>
            <p:ph type="sldNum" sz="quarter" idx="28"/>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4279114355"/>
      </p:ext>
    </p:extLst>
  </p:cSld>
  <p:clrMapOvr>
    <a:masterClrMapping/>
  </p:clrMapOvr>
  <p:hf hdr="0" dt="0"/>
  <p:extLst>
    <p:ext uri="{DCECCB84-F9BA-43D5-87BE-67443E8EF086}">
      <p15:sldGuideLst xmlns:p15="http://schemas.microsoft.com/office/powerpoint/2012/main">
        <p15:guide id="1" orient="horz" pos="3703">
          <p15:clr>
            <a:srgbClr val="C35EA4"/>
          </p15:clr>
        </p15:guide>
        <p15:guide id="2" orient="horz" pos="932">
          <p15:clr>
            <a:srgbClr val="547EBF"/>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Long Headline-Team 4-Box Shadow">
    <p:spTree>
      <p:nvGrpSpPr>
        <p:cNvPr id="1" name=""/>
        <p:cNvGrpSpPr/>
        <p:nvPr/>
      </p:nvGrpSpPr>
      <p:grpSpPr>
        <a:xfrm>
          <a:off x="0" y="0"/>
          <a:ext cx="0" cy="0"/>
          <a:chOff x="0" y="0"/>
          <a:chExt cx="0" cy="0"/>
        </a:xfrm>
      </p:grpSpPr>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1154655"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Font typeface="Graphik" panose="020B0604020202020204" pitchFamily="34" charse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25DB0B2A-9775-46B0-9A40-F75EBFA4B45C}"/>
              </a:ext>
            </a:extLst>
          </p:cNvPr>
          <p:cNvSpPr>
            <a:spLocks noGrp="1"/>
          </p:cNvSpPr>
          <p:nvPr>
            <p:ph type="pic" sz="quarter" idx="27" hasCustomPrompt="1"/>
          </p:nvPr>
        </p:nvSpPr>
        <p:spPr>
          <a:xfrm>
            <a:off x="3817351"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3F6B5F-EAE7-44DA-BD77-6D66865CEB92}"/>
              </a:ext>
            </a:extLst>
          </p:cNvPr>
          <p:cNvSpPr>
            <a:spLocks noGrp="1"/>
          </p:cNvSpPr>
          <p:nvPr>
            <p:ph type="pic" sz="quarter" idx="28" hasCustomPrompt="1"/>
          </p:nvPr>
        </p:nvSpPr>
        <p:spPr>
          <a:xfrm>
            <a:off x="6480047"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AD8EF41C-E978-4139-80A4-73605C41EA35}"/>
              </a:ext>
            </a:extLst>
          </p:cNvPr>
          <p:cNvSpPr>
            <a:spLocks noGrp="1"/>
          </p:cNvSpPr>
          <p:nvPr>
            <p:ph type="pic" sz="quarter" idx="29" hasCustomPrompt="1"/>
          </p:nvPr>
        </p:nvSpPr>
        <p:spPr>
          <a:xfrm>
            <a:off x="9142743" y="1560513"/>
            <a:ext cx="1894600" cy="1894600"/>
          </a:xfrm>
          <a:solidFill>
            <a:schemeClr val="bg1">
              <a:lumMod val="95000"/>
            </a:schemeClr>
          </a:solidFill>
          <a:effectLst>
            <a:outerShdw dist="215900" dir="2700000" algn="tl" rotWithShape="0">
              <a:schemeClr val="accent1"/>
            </a:outerShdw>
          </a:effectLst>
        </p:spPr>
        <p:txBody>
          <a:bodyPr vert="horz" lIns="91440" tIns="91440" rIns="0" bIns="0" rtlCol="0">
            <a:noAutofit/>
          </a:bodyPr>
          <a:lstStyle>
            <a:lvl1pPr marL="0" indent="0">
              <a:buNone/>
              <a:defRPr lang="en-US" sz="1800" dirty="0"/>
            </a:lvl1pPr>
          </a:lstStyle>
          <a:p>
            <a:pPr lvl="0"/>
            <a:r>
              <a:rPr lang="en-GB"/>
              <a:t>Add profile photo</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1154653" y="3914042"/>
            <a:ext cx="2047984" cy="2397858"/>
          </a:xfrm>
        </p:spPr>
        <p:txBody>
          <a:bodyPr/>
          <a:lstStyle>
            <a:lvl1pPr marL="0" indent="0">
              <a:lnSpc>
                <a:spcPct val="80000"/>
              </a:lnSpc>
              <a:spcAft>
                <a:spcPts val="600"/>
              </a:spcAft>
              <a:buFont typeface="Graphik" panose="020B0604020202020204" pitchFamily="34" charset="0"/>
              <a:buNone/>
              <a:defRPr sz="2100" b="0" i="0">
                <a:solidFill>
                  <a:schemeClr val="accent2"/>
                </a:solidFill>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3817350" y="3914042"/>
            <a:ext cx="2047984" cy="2397858"/>
          </a:xfrm>
        </p:spPr>
        <p:txBody>
          <a:bodyPr/>
          <a:lstStyle>
            <a:lvl1pPr marL="0" indent="0">
              <a:lnSpc>
                <a:spcPct val="80000"/>
              </a:lnSpc>
              <a:spcAft>
                <a:spcPts val="600"/>
              </a:spcAft>
              <a:buFont typeface="Graphik"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6480047" y="3914042"/>
            <a:ext cx="2047984" cy="2397858"/>
          </a:xfrm>
        </p:spPr>
        <p:txBody>
          <a:bodyPr/>
          <a:lstStyle>
            <a:lvl1pPr marL="0" indent="0">
              <a:lnSpc>
                <a:spcPct val="80000"/>
              </a:lnSpc>
              <a:spcAft>
                <a:spcPts val="600"/>
              </a:spcAft>
              <a:buFont typeface="Graphik"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9142742" y="3914042"/>
            <a:ext cx="2047984" cy="2397858"/>
          </a:xfrm>
        </p:spPr>
        <p:txBody>
          <a:bodyPr/>
          <a:lstStyle>
            <a:lvl1pPr marL="0" indent="0">
              <a:lnSpc>
                <a:spcPct val="80000"/>
              </a:lnSpc>
              <a:spcAft>
                <a:spcPts val="600"/>
              </a:spcAft>
              <a:buFont typeface="Graphik" panose="020B0604020202020204" pitchFamily="34" charset="0"/>
              <a:buNone/>
              <a:defRPr lang="en-US" sz="2100" b="0" i="0" kern="1200" dirty="0" smtClean="0">
                <a:solidFill>
                  <a:schemeClr val="accent2"/>
                </a:solidFill>
                <a:latin typeface="GT Sectra Fine Rg" panose="00000500000000000000" pitchFamily="50" charset="0"/>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a:t>
            </a:r>
            <a:br>
              <a:rPr lang="en-US"/>
            </a:br>
            <a:r>
              <a:rPr lang="en-US"/>
              <a:t>Last name 21pt</a:t>
            </a:r>
          </a:p>
          <a:p>
            <a:pPr lvl="1"/>
            <a:r>
              <a:rPr lang="en-US"/>
              <a:t>Role 16pt</a:t>
            </a:r>
          </a:p>
          <a:p>
            <a:pPr lvl="2"/>
            <a:r>
              <a:rPr lang="en-US"/>
              <a:t>Short bio 12pt</a:t>
            </a:r>
          </a:p>
          <a:p>
            <a:pPr lvl="3"/>
            <a:r>
              <a:rPr lang="en-US"/>
              <a:t>Bullet point 12pt</a:t>
            </a:r>
          </a:p>
        </p:txBody>
      </p:sp>
      <p:sp>
        <p:nvSpPr>
          <p:cNvPr id="13" name="Footer Placeholder 3">
            <a:extLst>
              <a:ext uri="{FF2B5EF4-FFF2-40B4-BE49-F238E27FC236}">
                <a16:creationId xmlns:a16="http://schemas.microsoft.com/office/drawing/2014/main" id="{9310CF55-0D9B-41F8-8D1E-8BA74BC232B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684481D5-3713-4165-990F-CD2E7B955A03}"/>
              </a:ext>
            </a:extLst>
          </p:cNvPr>
          <p:cNvSpPr>
            <a:spLocks noGrp="1"/>
          </p:cNvSpPr>
          <p:nvPr>
            <p:ph type="sldNum" sz="quarter" idx="3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104174956"/>
      </p:ext>
    </p:extLst>
  </p:cSld>
  <p:clrMapOvr>
    <a:masterClrMapping/>
  </p:clrMapOvr>
  <p:hf hdr="0" dt="0"/>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Long Headline-Team 6-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bg1">
              <a:lumMod val="95000"/>
            </a:schemeClr>
          </a:solidFill>
        </p:spPr>
        <p:txBody>
          <a:bodyPr lIns="91440" tIns="0"/>
          <a:lstStyle>
            <a:lvl1pPr marL="0" indent="0">
              <a:buNone/>
              <a:defRPr sz="1800" b="0"/>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22" name="Text Placeholder 21">
            <a:extLst>
              <a:ext uri="{FF2B5EF4-FFF2-40B4-BE49-F238E27FC236}">
                <a16:creationId xmlns:a16="http://schemas.microsoft.com/office/drawing/2014/main" id="{6BEB5A56-DED2-134F-B0DE-11936982FFF4}"/>
              </a:ext>
            </a:extLst>
          </p:cNvPr>
          <p:cNvSpPr>
            <a:spLocks noGrp="1"/>
          </p:cNvSpPr>
          <p:nvPr>
            <p:ph type="body" sz="quarter" idx="19" hasCustomPrompt="1"/>
          </p:nvPr>
        </p:nvSpPr>
        <p:spPr>
          <a:xfrm>
            <a:off x="377415" y="3926552"/>
            <a:ext cx="1554480" cy="1943893"/>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8" name="Text Placeholder 21">
            <a:extLst>
              <a:ext uri="{FF2B5EF4-FFF2-40B4-BE49-F238E27FC236}">
                <a16:creationId xmlns:a16="http://schemas.microsoft.com/office/drawing/2014/main" id="{923321BD-6745-7944-910F-B8C8E4AC31DD}"/>
              </a:ext>
            </a:extLst>
          </p:cNvPr>
          <p:cNvSpPr>
            <a:spLocks noGrp="1"/>
          </p:cNvSpPr>
          <p:nvPr>
            <p:ph type="body" sz="quarter" idx="20" hasCustomPrompt="1"/>
          </p:nvPr>
        </p:nvSpPr>
        <p:spPr>
          <a:xfrm>
            <a:off x="2353236"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9" name="Text Placeholder 21">
            <a:extLst>
              <a:ext uri="{FF2B5EF4-FFF2-40B4-BE49-F238E27FC236}">
                <a16:creationId xmlns:a16="http://schemas.microsoft.com/office/drawing/2014/main" id="{2A6C4DC7-1806-A74D-B434-61FF385F82AB}"/>
              </a:ext>
            </a:extLst>
          </p:cNvPr>
          <p:cNvSpPr>
            <a:spLocks noGrp="1"/>
          </p:cNvSpPr>
          <p:nvPr>
            <p:ph type="body" sz="quarter" idx="25" hasCustomPrompt="1"/>
          </p:nvPr>
        </p:nvSpPr>
        <p:spPr>
          <a:xfrm>
            <a:off x="4329057"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0" name="Text Placeholder 21">
            <a:extLst>
              <a:ext uri="{FF2B5EF4-FFF2-40B4-BE49-F238E27FC236}">
                <a16:creationId xmlns:a16="http://schemas.microsoft.com/office/drawing/2014/main" id="{053D7F26-6DC1-034C-B572-B4BFE718C797}"/>
              </a:ext>
            </a:extLst>
          </p:cNvPr>
          <p:cNvSpPr>
            <a:spLocks noGrp="1"/>
          </p:cNvSpPr>
          <p:nvPr>
            <p:ph type="body" sz="quarter" idx="26" hasCustomPrompt="1"/>
          </p:nvPr>
        </p:nvSpPr>
        <p:spPr>
          <a:xfrm>
            <a:off x="6304878"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2" name="Text Placeholder 21">
            <a:extLst>
              <a:ext uri="{FF2B5EF4-FFF2-40B4-BE49-F238E27FC236}">
                <a16:creationId xmlns:a16="http://schemas.microsoft.com/office/drawing/2014/main" id="{E075A489-B7B7-CE40-B061-D8A36AFCC817}"/>
              </a:ext>
            </a:extLst>
          </p:cNvPr>
          <p:cNvSpPr>
            <a:spLocks noGrp="1"/>
          </p:cNvSpPr>
          <p:nvPr>
            <p:ph type="body" sz="quarter" idx="27" hasCustomPrompt="1"/>
          </p:nvPr>
        </p:nvSpPr>
        <p:spPr>
          <a:xfrm>
            <a:off x="8280699"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5" name="Text Placeholder 21">
            <a:extLst>
              <a:ext uri="{FF2B5EF4-FFF2-40B4-BE49-F238E27FC236}">
                <a16:creationId xmlns:a16="http://schemas.microsoft.com/office/drawing/2014/main" id="{FF2BF483-5EDC-9242-AD58-57E84F538C81}"/>
              </a:ext>
            </a:extLst>
          </p:cNvPr>
          <p:cNvSpPr>
            <a:spLocks noGrp="1"/>
          </p:cNvSpPr>
          <p:nvPr>
            <p:ph type="body" sz="quarter" idx="28" hasCustomPrompt="1"/>
          </p:nvPr>
        </p:nvSpPr>
        <p:spPr>
          <a:xfrm>
            <a:off x="10256520"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7" name="Footer Placeholder 3">
            <a:extLst>
              <a:ext uri="{FF2B5EF4-FFF2-40B4-BE49-F238E27FC236}">
                <a16:creationId xmlns:a16="http://schemas.microsoft.com/office/drawing/2014/main" id="{BD665DCA-734C-4077-92CB-D7A9FCD67D9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BF3D474A-8A06-4078-BEBB-EBDCDD30231B}"/>
              </a:ext>
            </a:extLst>
          </p:cNvPr>
          <p:cNvSpPr>
            <a:spLocks noGrp="1"/>
          </p:cNvSpPr>
          <p:nvPr>
            <p:ph type="sldNum" sz="quarter" idx="29"/>
          </p:nvPr>
        </p:nvSpPr>
        <p:spPr/>
        <p:txBody>
          <a:bodyPr/>
          <a:lstStyle/>
          <a:p>
            <a:fld id="{804BFBA5-6622-4657-A915-630FEC1BA0AA}" type="slidenum">
              <a:rPr lang="es-ES" smtClean="0"/>
              <a:pPr/>
              <a:t>‹#›</a:t>
            </a:fld>
            <a:endParaRPr lang="es-ES"/>
          </a:p>
        </p:txBody>
      </p:sp>
      <p:sp>
        <p:nvSpPr>
          <p:cNvPr id="27" name="Picture Placeholder 4">
            <a:extLst>
              <a:ext uri="{FF2B5EF4-FFF2-40B4-BE49-F238E27FC236}">
                <a16:creationId xmlns:a16="http://schemas.microsoft.com/office/drawing/2014/main" id="{9FEF6117-B6D9-4841-8EFA-DF78BCFA9C0B}"/>
              </a:ext>
            </a:extLst>
          </p:cNvPr>
          <p:cNvSpPr>
            <a:spLocks noGrp="1"/>
          </p:cNvSpPr>
          <p:nvPr>
            <p:ph type="pic" sz="quarter" idx="30" hasCustomPrompt="1"/>
          </p:nvPr>
        </p:nvSpPr>
        <p:spPr>
          <a:xfrm>
            <a:off x="377415" y="3672216"/>
            <a:ext cx="457200" cy="27432"/>
          </a:xfrm>
          <a:solidFill>
            <a:schemeClr val="accent1"/>
          </a:solidFill>
        </p:spPr>
        <p:txBody>
          <a:bodyPr/>
          <a:lstStyle>
            <a:lvl1pPr>
              <a:buNone/>
              <a:defRPr sz="300"/>
            </a:lvl1pPr>
          </a:lstStyle>
          <a:p>
            <a:r>
              <a:rPr lang="en-GB"/>
              <a:t> </a:t>
            </a:r>
            <a:endParaRPr lang="en-US"/>
          </a:p>
        </p:txBody>
      </p:sp>
      <p:sp>
        <p:nvSpPr>
          <p:cNvPr id="38" name="Picture Placeholder 4">
            <a:extLst>
              <a:ext uri="{FF2B5EF4-FFF2-40B4-BE49-F238E27FC236}">
                <a16:creationId xmlns:a16="http://schemas.microsoft.com/office/drawing/2014/main" id="{90B0A6BB-BC70-4436-B334-35CF914D1772}"/>
              </a:ext>
            </a:extLst>
          </p:cNvPr>
          <p:cNvSpPr>
            <a:spLocks noGrp="1"/>
          </p:cNvSpPr>
          <p:nvPr>
            <p:ph type="pic" sz="quarter" idx="31" hasCustomPrompt="1"/>
          </p:nvPr>
        </p:nvSpPr>
        <p:spPr>
          <a:xfrm>
            <a:off x="2356104" y="3672216"/>
            <a:ext cx="457200" cy="27432"/>
          </a:xfrm>
          <a:solidFill>
            <a:schemeClr val="accent1"/>
          </a:solidFill>
        </p:spPr>
        <p:txBody>
          <a:bodyPr/>
          <a:lstStyle>
            <a:lvl1pPr>
              <a:buNone/>
              <a:defRPr sz="300"/>
            </a:lvl1pPr>
          </a:lstStyle>
          <a:p>
            <a:r>
              <a:rPr lang="en-GB"/>
              <a:t> </a:t>
            </a:r>
            <a:endParaRPr lang="en-US"/>
          </a:p>
        </p:txBody>
      </p:sp>
      <p:sp>
        <p:nvSpPr>
          <p:cNvPr id="39" name="Picture Placeholder 4">
            <a:extLst>
              <a:ext uri="{FF2B5EF4-FFF2-40B4-BE49-F238E27FC236}">
                <a16:creationId xmlns:a16="http://schemas.microsoft.com/office/drawing/2014/main" id="{EA23CA56-3568-4982-84E5-176DE32541C2}"/>
              </a:ext>
            </a:extLst>
          </p:cNvPr>
          <p:cNvSpPr>
            <a:spLocks noGrp="1"/>
          </p:cNvSpPr>
          <p:nvPr>
            <p:ph type="pic" sz="quarter" idx="32" hasCustomPrompt="1"/>
          </p:nvPr>
        </p:nvSpPr>
        <p:spPr>
          <a:xfrm>
            <a:off x="4331208" y="3672216"/>
            <a:ext cx="457200" cy="27432"/>
          </a:xfrm>
          <a:solidFill>
            <a:schemeClr val="accent1"/>
          </a:solidFill>
        </p:spPr>
        <p:txBody>
          <a:bodyPr/>
          <a:lstStyle>
            <a:lvl1pPr>
              <a:buNone/>
              <a:defRPr sz="300"/>
            </a:lvl1pPr>
          </a:lstStyle>
          <a:p>
            <a:r>
              <a:rPr lang="en-GB"/>
              <a:t> </a:t>
            </a:r>
            <a:endParaRPr lang="en-US"/>
          </a:p>
        </p:txBody>
      </p:sp>
      <p:sp>
        <p:nvSpPr>
          <p:cNvPr id="40" name="Picture Placeholder 4">
            <a:extLst>
              <a:ext uri="{FF2B5EF4-FFF2-40B4-BE49-F238E27FC236}">
                <a16:creationId xmlns:a16="http://schemas.microsoft.com/office/drawing/2014/main" id="{7E019EA7-B58E-4B17-A663-2E8CCD701589}"/>
              </a:ext>
            </a:extLst>
          </p:cNvPr>
          <p:cNvSpPr>
            <a:spLocks noGrp="1"/>
          </p:cNvSpPr>
          <p:nvPr>
            <p:ph type="pic" sz="quarter" idx="33" hasCustomPrompt="1"/>
          </p:nvPr>
        </p:nvSpPr>
        <p:spPr>
          <a:xfrm>
            <a:off x="6306312" y="3672216"/>
            <a:ext cx="457200" cy="27432"/>
          </a:xfrm>
          <a:solidFill>
            <a:schemeClr val="accent1"/>
          </a:solidFill>
        </p:spPr>
        <p:txBody>
          <a:bodyPr/>
          <a:lstStyle>
            <a:lvl1pPr>
              <a:buNone/>
              <a:defRPr sz="300"/>
            </a:lvl1pPr>
          </a:lstStyle>
          <a:p>
            <a:r>
              <a:rPr lang="en-GB"/>
              <a:t> </a:t>
            </a:r>
            <a:endParaRPr lang="en-US"/>
          </a:p>
        </p:txBody>
      </p:sp>
      <p:sp>
        <p:nvSpPr>
          <p:cNvPr id="44" name="Picture Placeholder 4">
            <a:extLst>
              <a:ext uri="{FF2B5EF4-FFF2-40B4-BE49-F238E27FC236}">
                <a16:creationId xmlns:a16="http://schemas.microsoft.com/office/drawing/2014/main" id="{9A57066F-5BF5-43F7-A9DA-1788B5511DA7}"/>
              </a:ext>
            </a:extLst>
          </p:cNvPr>
          <p:cNvSpPr>
            <a:spLocks noGrp="1"/>
          </p:cNvSpPr>
          <p:nvPr>
            <p:ph type="pic" sz="quarter" idx="34" hasCustomPrompt="1"/>
          </p:nvPr>
        </p:nvSpPr>
        <p:spPr>
          <a:xfrm>
            <a:off x="8281416" y="3672216"/>
            <a:ext cx="457200" cy="27432"/>
          </a:xfrm>
          <a:solidFill>
            <a:schemeClr val="accent1"/>
          </a:solidFill>
        </p:spPr>
        <p:txBody>
          <a:bodyPr/>
          <a:lstStyle>
            <a:lvl1pPr>
              <a:buNone/>
              <a:defRPr sz="300"/>
            </a:lvl1pPr>
          </a:lstStyle>
          <a:p>
            <a:r>
              <a:rPr lang="en-GB"/>
              <a:t> </a:t>
            </a:r>
            <a:endParaRPr lang="en-US"/>
          </a:p>
        </p:txBody>
      </p:sp>
      <p:sp>
        <p:nvSpPr>
          <p:cNvPr id="45" name="Picture Placeholder 4">
            <a:extLst>
              <a:ext uri="{FF2B5EF4-FFF2-40B4-BE49-F238E27FC236}">
                <a16:creationId xmlns:a16="http://schemas.microsoft.com/office/drawing/2014/main" id="{EA5F90EC-FB85-4041-85C1-409768D3A0C0}"/>
              </a:ext>
            </a:extLst>
          </p:cNvPr>
          <p:cNvSpPr>
            <a:spLocks noGrp="1"/>
          </p:cNvSpPr>
          <p:nvPr>
            <p:ph type="pic" sz="quarter" idx="35" hasCustomPrompt="1"/>
          </p:nvPr>
        </p:nvSpPr>
        <p:spPr>
          <a:xfrm>
            <a:off x="10256520" y="3672216"/>
            <a:ext cx="457200"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1742082486"/>
      </p:ext>
    </p:extLst>
  </p:cSld>
  <p:clrMapOvr>
    <a:masterClrMapping/>
  </p:clrMapOvr>
  <p:hf hdr="0" dt="0"/>
  <p:extLst>
    <p:ext uri="{DCECCB84-F9BA-43D5-87BE-67443E8EF086}">
      <p15:sldGuideLst xmlns:p15="http://schemas.microsoft.com/office/powerpoint/2012/main">
        <p15:guide id="1" orient="horz" pos="3703">
          <p15:clr>
            <a:srgbClr val="C35EA4"/>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Long Headline-Team 6-Dark">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tx1">
              <a:lumMod val="95000"/>
            </a:schemeClr>
          </a:solidFill>
        </p:spPr>
        <p:txBody>
          <a:bodyPr lIns="91440"/>
          <a:lstStyle>
            <a:lvl1pPr marL="0" indent="0">
              <a:buNone/>
              <a:defRPr sz="1800" b="0">
                <a:solidFill>
                  <a:schemeClr val="bg1"/>
                </a:solidFill>
              </a:defRPr>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377415" y="3926552"/>
            <a:ext cx="1554480" cy="1943892"/>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2353236" y="3926552"/>
            <a:ext cx="1554480" cy="1951961"/>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tx1">
              <a:lumMod val="95000"/>
            </a:schemeClr>
          </a:solidFill>
        </p:spPr>
        <p:txBody>
          <a:bodyPr vert="horz" lIns="91440" tIns="0" rIns="0" bIns="0" rtlCol="0">
            <a:noAutofit/>
          </a:bodyPr>
          <a:lstStyle>
            <a:lvl1pPr marL="0" indent="0">
              <a:buNone/>
              <a:defRPr lang="en-US" sz="1800" b="0" dirty="0">
                <a:solidFill>
                  <a:schemeClr val="bg1"/>
                </a:solidFill>
              </a:defRPr>
            </a:lvl1pPr>
          </a:lstStyle>
          <a:p>
            <a:pPr lvl="0"/>
            <a:r>
              <a:rPr lang="en-GB"/>
              <a:t>Add profile photo</a:t>
            </a:r>
            <a:endParaRPr lang="en-US"/>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4329057" y="3926552"/>
            <a:ext cx="1554480" cy="1951960"/>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6304878" y="3926552"/>
            <a:ext cx="1554480" cy="1951960"/>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2" name="Text Placeholder 21">
            <a:extLst>
              <a:ext uri="{FF2B5EF4-FFF2-40B4-BE49-F238E27FC236}">
                <a16:creationId xmlns:a16="http://schemas.microsoft.com/office/drawing/2014/main" id="{6DA3268F-5CC4-7E4D-879D-3A3F1FBF6B55}"/>
              </a:ext>
            </a:extLst>
          </p:cNvPr>
          <p:cNvSpPr>
            <a:spLocks noGrp="1"/>
          </p:cNvSpPr>
          <p:nvPr>
            <p:ph type="body" sz="quarter" idx="27" hasCustomPrompt="1"/>
          </p:nvPr>
        </p:nvSpPr>
        <p:spPr>
          <a:xfrm>
            <a:off x="8280699" y="3926552"/>
            <a:ext cx="1554480" cy="1951958"/>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53" name="Text Placeholder 21">
            <a:extLst>
              <a:ext uri="{FF2B5EF4-FFF2-40B4-BE49-F238E27FC236}">
                <a16:creationId xmlns:a16="http://schemas.microsoft.com/office/drawing/2014/main" id="{855592D2-902A-1146-B433-6648BEC87843}"/>
              </a:ext>
            </a:extLst>
          </p:cNvPr>
          <p:cNvSpPr>
            <a:spLocks noGrp="1"/>
          </p:cNvSpPr>
          <p:nvPr>
            <p:ph type="body" sz="quarter" idx="28" hasCustomPrompt="1"/>
          </p:nvPr>
        </p:nvSpPr>
        <p:spPr>
          <a:xfrm>
            <a:off x="10256520" y="3926552"/>
            <a:ext cx="1554480" cy="1943890"/>
          </a:xfrm>
        </p:spPr>
        <p:txBody>
          <a:bodyPr/>
          <a:lstStyle>
            <a:lvl1pPr marL="0" indent="0">
              <a:lnSpc>
                <a:spcPct val="80000"/>
              </a:lnSpc>
              <a:spcAft>
                <a:spcPts val="600"/>
              </a:spcAft>
              <a:buFont typeface="Graphik" panose="020B0604020202020204" pitchFamily="34" charset="0"/>
              <a:buNone/>
              <a:defRPr sz="2100" b="0" i="0">
                <a:latin typeface="GT Sectra Fine Rg" panose="00000500000000000000" pitchFamily="50" charset="0"/>
              </a:defRPr>
            </a:lvl1pPr>
            <a:lvl2pPr marL="0" indent="0">
              <a:spcAft>
                <a:spcPts val="600"/>
              </a:spcAft>
              <a:buNone/>
              <a:defRPr sz="1600"/>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a:t>
            </a:r>
          </a:p>
          <a:p>
            <a:pPr lvl="1"/>
            <a:r>
              <a:rPr lang="en-US"/>
              <a:t>Role 16pt</a:t>
            </a:r>
          </a:p>
          <a:p>
            <a:pPr lvl="2"/>
            <a:r>
              <a:rPr lang="en-US"/>
              <a:t>Short bio 12pt</a:t>
            </a:r>
          </a:p>
          <a:p>
            <a:pPr lvl="3"/>
            <a:r>
              <a:rPr lang="en-US"/>
              <a:t>Bullet point 12pt</a:t>
            </a:r>
          </a:p>
        </p:txBody>
      </p:sp>
      <p:sp>
        <p:nvSpPr>
          <p:cNvPr id="29" name="Footer Placeholder 3">
            <a:extLst>
              <a:ext uri="{FF2B5EF4-FFF2-40B4-BE49-F238E27FC236}">
                <a16:creationId xmlns:a16="http://schemas.microsoft.com/office/drawing/2014/main" id="{F748F9AD-5F56-42EC-9922-780EBA4436E9}"/>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2" name="GTS_WH" descr="Accenture Greater Than symbol in white">
            <a:extLst>
              <a:ext uri="{FF2B5EF4-FFF2-40B4-BE49-F238E27FC236}">
                <a16:creationId xmlns:a16="http://schemas.microsoft.com/office/drawing/2014/main" id="{B49891DC-D80E-4D1B-961E-1B567E0E453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 name="Slide Number Placeholder 2">
            <a:extLst>
              <a:ext uri="{FF2B5EF4-FFF2-40B4-BE49-F238E27FC236}">
                <a16:creationId xmlns:a16="http://schemas.microsoft.com/office/drawing/2014/main" id="{DE8FB076-B311-496F-8C11-2C54B06FBB3D}"/>
              </a:ext>
            </a:extLst>
          </p:cNvPr>
          <p:cNvSpPr>
            <a:spLocks noGrp="1"/>
          </p:cNvSpPr>
          <p:nvPr>
            <p:ph type="sldNum" sz="quarter" idx="29"/>
          </p:nvPr>
        </p:nvSpPr>
        <p:spPr/>
        <p:txBody>
          <a:bodyPr/>
          <a:lstStyle/>
          <a:p>
            <a:fld id="{804BFBA5-6622-4657-A915-630FEC1BA0AA}" type="slidenum">
              <a:rPr lang="es-ES" smtClean="0"/>
              <a:pPr/>
              <a:t>‹#›</a:t>
            </a:fld>
            <a:endParaRPr lang="es-ES"/>
          </a:p>
        </p:txBody>
      </p:sp>
      <p:sp>
        <p:nvSpPr>
          <p:cNvPr id="28" name="Picture Placeholder 4">
            <a:extLst>
              <a:ext uri="{FF2B5EF4-FFF2-40B4-BE49-F238E27FC236}">
                <a16:creationId xmlns:a16="http://schemas.microsoft.com/office/drawing/2014/main" id="{199DF3DD-2E34-4D79-8E11-12CE813E73FA}"/>
              </a:ext>
            </a:extLst>
          </p:cNvPr>
          <p:cNvSpPr>
            <a:spLocks noGrp="1"/>
          </p:cNvSpPr>
          <p:nvPr>
            <p:ph type="pic" sz="quarter" idx="30" hasCustomPrompt="1"/>
          </p:nvPr>
        </p:nvSpPr>
        <p:spPr>
          <a:xfrm>
            <a:off x="381000" y="3647164"/>
            <a:ext cx="457200" cy="27432"/>
          </a:xfrm>
          <a:solidFill>
            <a:schemeClr val="accent1"/>
          </a:solidFill>
        </p:spPr>
        <p:txBody>
          <a:bodyPr/>
          <a:lstStyle>
            <a:lvl1pPr>
              <a:buNone/>
              <a:defRPr sz="300"/>
            </a:lvl1pPr>
          </a:lstStyle>
          <a:p>
            <a:r>
              <a:rPr lang="en-GB"/>
              <a:t> </a:t>
            </a:r>
            <a:endParaRPr lang="en-US"/>
          </a:p>
        </p:txBody>
      </p:sp>
      <p:sp>
        <p:nvSpPr>
          <p:cNvPr id="35" name="Picture Placeholder 4">
            <a:extLst>
              <a:ext uri="{FF2B5EF4-FFF2-40B4-BE49-F238E27FC236}">
                <a16:creationId xmlns:a16="http://schemas.microsoft.com/office/drawing/2014/main" id="{6FCD1A94-A214-4264-842C-B5DA710C1F37}"/>
              </a:ext>
            </a:extLst>
          </p:cNvPr>
          <p:cNvSpPr>
            <a:spLocks noGrp="1"/>
          </p:cNvSpPr>
          <p:nvPr>
            <p:ph type="pic" sz="quarter" idx="31" hasCustomPrompt="1"/>
          </p:nvPr>
        </p:nvSpPr>
        <p:spPr>
          <a:xfrm>
            <a:off x="2356104" y="3647164"/>
            <a:ext cx="457200" cy="27432"/>
          </a:xfrm>
          <a:solidFill>
            <a:schemeClr val="accent1"/>
          </a:solidFill>
        </p:spPr>
        <p:txBody>
          <a:bodyPr/>
          <a:lstStyle>
            <a:lvl1pPr>
              <a:buNone/>
              <a:defRPr sz="300"/>
            </a:lvl1pPr>
          </a:lstStyle>
          <a:p>
            <a:r>
              <a:rPr lang="en-GB"/>
              <a:t> </a:t>
            </a:r>
            <a:endParaRPr lang="en-US"/>
          </a:p>
        </p:txBody>
      </p:sp>
      <p:sp>
        <p:nvSpPr>
          <p:cNvPr id="37" name="Picture Placeholder 4">
            <a:extLst>
              <a:ext uri="{FF2B5EF4-FFF2-40B4-BE49-F238E27FC236}">
                <a16:creationId xmlns:a16="http://schemas.microsoft.com/office/drawing/2014/main" id="{895C1CB4-E517-4380-8170-E8C0CA787FBA}"/>
              </a:ext>
            </a:extLst>
          </p:cNvPr>
          <p:cNvSpPr>
            <a:spLocks noGrp="1"/>
          </p:cNvSpPr>
          <p:nvPr>
            <p:ph type="pic" sz="quarter" idx="32" hasCustomPrompt="1"/>
          </p:nvPr>
        </p:nvSpPr>
        <p:spPr>
          <a:xfrm>
            <a:off x="4331208" y="3647164"/>
            <a:ext cx="457200" cy="27432"/>
          </a:xfrm>
          <a:solidFill>
            <a:schemeClr val="accent1"/>
          </a:solidFill>
        </p:spPr>
        <p:txBody>
          <a:bodyPr/>
          <a:lstStyle>
            <a:lvl1pPr>
              <a:buNone/>
              <a:defRPr sz="300"/>
            </a:lvl1pPr>
          </a:lstStyle>
          <a:p>
            <a:r>
              <a:rPr lang="en-GB"/>
              <a:t> </a:t>
            </a:r>
            <a:endParaRPr lang="en-US"/>
          </a:p>
        </p:txBody>
      </p:sp>
      <p:sp>
        <p:nvSpPr>
          <p:cNvPr id="38" name="Picture Placeholder 4">
            <a:extLst>
              <a:ext uri="{FF2B5EF4-FFF2-40B4-BE49-F238E27FC236}">
                <a16:creationId xmlns:a16="http://schemas.microsoft.com/office/drawing/2014/main" id="{6AFBE91E-BB56-4FAF-ADEB-859CA86F829F}"/>
              </a:ext>
            </a:extLst>
          </p:cNvPr>
          <p:cNvSpPr>
            <a:spLocks noGrp="1"/>
          </p:cNvSpPr>
          <p:nvPr>
            <p:ph type="pic" sz="quarter" idx="33" hasCustomPrompt="1"/>
          </p:nvPr>
        </p:nvSpPr>
        <p:spPr>
          <a:xfrm>
            <a:off x="6306312" y="3647164"/>
            <a:ext cx="457200" cy="27432"/>
          </a:xfrm>
          <a:solidFill>
            <a:schemeClr val="accent1"/>
          </a:solidFill>
        </p:spPr>
        <p:txBody>
          <a:bodyPr/>
          <a:lstStyle>
            <a:lvl1pPr>
              <a:buNone/>
              <a:defRPr sz="300"/>
            </a:lvl1pPr>
          </a:lstStyle>
          <a:p>
            <a:r>
              <a:rPr lang="en-GB"/>
              <a:t> </a:t>
            </a:r>
            <a:endParaRPr lang="en-US"/>
          </a:p>
        </p:txBody>
      </p:sp>
      <p:sp>
        <p:nvSpPr>
          <p:cNvPr id="39" name="Picture Placeholder 4">
            <a:extLst>
              <a:ext uri="{FF2B5EF4-FFF2-40B4-BE49-F238E27FC236}">
                <a16:creationId xmlns:a16="http://schemas.microsoft.com/office/drawing/2014/main" id="{15D78B8A-7ECF-44EE-A95F-FBD072A68894}"/>
              </a:ext>
            </a:extLst>
          </p:cNvPr>
          <p:cNvSpPr>
            <a:spLocks noGrp="1"/>
          </p:cNvSpPr>
          <p:nvPr>
            <p:ph type="pic" sz="quarter" idx="34" hasCustomPrompt="1"/>
          </p:nvPr>
        </p:nvSpPr>
        <p:spPr>
          <a:xfrm>
            <a:off x="8281416" y="3647164"/>
            <a:ext cx="457200" cy="27432"/>
          </a:xfrm>
          <a:solidFill>
            <a:schemeClr val="accent1"/>
          </a:solidFill>
        </p:spPr>
        <p:txBody>
          <a:bodyPr/>
          <a:lstStyle>
            <a:lvl1pPr>
              <a:buNone/>
              <a:defRPr sz="300"/>
            </a:lvl1pPr>
          </a:lstStyle>
          <a:p>
            <a:r>
              <a:rPr lang="en-GB"/>
              <a:t> </a:t>
            </a:r>
            <a:endParaRPr lang="en-US"/>
          </a:p>
        </p:txBody>
      </p:sp>
      <p:sp>
        <p:nvSpPr>
          <p:cNvPr id="40" name="Picture Placeholder 4">
            <a:extLst>
              <a:ext uri="{FF2B5EF4-FFF2-40B4-BE49-F238E27FC236}">
                <a16:creationId xmlns:a16="http://schemas.microsoft.com/office/drawing/2014/main" id="{F2F64C30-F694-4DC6-AAED-5ECA99ECCF51}"/>
              </a:ext>
            </a:extLst>
          </p:cNvPr>
          <p:cNvSpPr>
            <a:spLocks noGrp="1"/>
          </p:cNvSpPr>
          <p:nvPr>
            <p:ph type="pic" sz="quarter" idx="35" hasCustomPrompt="1"/>
          </p:nvPr>
        </p:nvSpPr>
        <p:spPr>
          <a:xfrm>
            <a:off x="10256520" y="3647164"/>
            <a:ext cx="457200"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2426828541"/>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3703">
          <p15:clr>
            <a:srgbClr val="C35EA4"/>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Long Headline-Team 8-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381000" y="1295233"/>
            <a:ext cx="3540355" cy="5016665"/>
          </a:xfrm>
        </p:spPr>
        <p:txBody>
          <a:bodyPr/>
          <a:lstStyle>
            <a:lvl1pPr>
              <a:defRPr/>
            </a:lvl1pPr>
            <a:lvl2pPr>
              <a:defRPr/>
            </a:lvl2pPr>
            <a:lvl3pPr>
              <a:defRPr/>
            </a:lvl3pPr>
            <a:lvl4pPr>
              <a:defRPr/>
            </a:lvl4pPr>
            <a:lvl5pPr>
              <a:defRPr/>
            </a:lvl5pPr>
          </a:lstStyle>
          <a:p>
            <a:pPr lvl="0"/>
            <a:r>
              <a:rPr lang="en-GB"/>
              <a:t>Place text here, use indent to access other levels 20pt</a:t>
            </a:r>
          </a:p>
          <a:p>
            <a:pPr lvl="1"/>
            <a:r>
              <a:rPr lang="en-GB"/>
              <a:t>Second level 20pt</a:t>
            </a:r>
          </a:p>
          <a:p>
            <a:pPr lvl="2"/>
            <a:r>
              <a:rPr lang="en-GB"/>
              <a:t>Third level 20pt</a:t>
            </a:r>
          </a:p>
          <a:p>
            <a:pPr lvl="3"/>
            <a:r>
              <a:rPr lang="en-GB"/>
              <a:t>Fourth level 18pt</a:t>
            </a:r>
          </a:p>
          <a:p>
            <a:pPr lvl="4"/>
            <a:r>
              <a:rPr lang="en-GB"/>
              <a:t>Fifth level 18pt</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45" name="Picture Placeholder 13">
            <a:extLst>
              <a:ext uri="{FF2B5EF4-FFF2-40B4-BE49-F238E27FC236}">
                <a16:creationId xmlns:a16="http://schemas.microsoft.com/office/drawing/2014/main" id="{CD7EAAF9-7102-4351-9F35-C40B3F381975}"/>
              </a:ext>
            </a:extLst>
          </p:cNvPr>
          <p:cNvSpPr>
            <a:spLocks noGrp="1"/>
          </p:cNvSpPr>
          <p:nvPr>
            <p:ph type="pic" sz="quarter" idx="16" hasCustomPrompt="1"/>
          </p:nvPr>
        </p:nvSpPr>
        <p:spPr>
          <a:xfrm>
            <a:off x="4325820"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CC40CB3D-DFEA-4056-B2DA-887E7C863243}"/>
              </a:ext>
            </a:extLst>
          </p:cNvPr>
          <p:cNvSpPr>
            <a:spLocks noGrp="1"/>
          </p:cNvSpPr>
          <p:nvPr>
            <p:ph type="pic" sz="quarter" idx="17" hasCustomPrompt="1"/>
          </p:nvPr>
        </p:nvSpPr>
        <p:spPr>
          <a:xfrm>
            <a:off x="6298231"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BABECB-6F2D-4068-AEE6-A603DAA72EFF}"/>
              </a:ext>
            </a:extLst>
          </p:cNvPr>
          <p:cNvSpPr>
            <a:spLocks noGrp="1"/>
          </p:cNvSpPr>
          <p:nvPr>
            <p:ph type="pic" sz="quarter" idx="18" hasCustomPrompt="1"/>
          </p:nvPr>
        </p:nvSpPr>
        <p:spPr>
          <a:xfrm>
            <a:off x="10243053"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914A31DD-59CB-48C9-9C28-954E6B85C623}"/>
              </a:ext>
            </a:extLst>
          </p:cNvPr>
          <p:cNvSpPr>
            <a:spLocks noGrp="1"/>
          </p:cNvSpPr>
          <p:nvPr>
            <p:ph type="pic" sz="quarter" idx="24" hasCustomPrompt="1"/>
          </p:nvPr>
        </p:nvSpPr>
        <p:spPr>
          <a:xfrm>
            <a:off x="8270642" y="1295233"/>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57" name="Text Placeholder 21">
            <a:extLst>
              <a:ext uri="{FF2B5EF4-FFF2-40B4-BE49-F238E27FC236}">
                <a16:creationId xmlns:a16="http://schemas.microsoft.com/office/drawing/2014/main" id="{224BCF40-5B7A-4471-B077-3EEE956ADC3D}"/>
              </a:ext>
            </a:extLst>
          </p:cNvPr>
          <p:cNvSpPr>
            <a:spLocks noGrp="1"/>
          </p:cNvSpPr>
          <p:nvPr>
            <p:ph type="body" sz="quarter" idx="25" hasCustomPrompt="1"/>
          </p:nvPr>
        </p:nvSpPr>
        <p:spPr>
          <a:xfrm>
            <a:off x="4325822"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58" name="Text Placeholder 21">
            <a:extLst>
              <a:ext uri="{FF2B5EF4-FFF2-40B4-BE49-F238E27FC236}">
                <a16:creationId xmlns:a16="http://schemas.microsoft.com/office/drawing/2014/main" id="{68E899C2-D12C-4214-88A5-B7A6E1BCDCEC}"/>
              </a:ext>
            </a:extLst>
          </p:cNvPr>
          <p:cNvSpPr>
            <a:spLocks noGrp="1"/>
          </p:cNvSpPr>
          <p:nvPr>
            <p:ph type="body" sz="quarter" idx="26" hasCustomPrompt="1"/>
          </p:nvPr>
        </p:nvSpPr>
        <p:spPr>
          <a:xfrm>
            <a:off x="6298233"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59" name="Text Placeholder 21">
            <a:extLst>
              <a:ext uri="{FF2B5EF4-FFF2-40B4-BE49-F238E27FC236}">
                <a16:creationId xmlns:a16="http://schemas.microsoft.com/office/drawing/2014/main" id="{66A0D763-27FE-421C-A5D9-19A08FC2D8D1}"/>
              </a:ext>
            </a:extLst>
          </p:cNvPr>
          <p:cNvSpPr>
            <a:spLocks noGrp="1"/>
          </p:cNvSpPr>
          <p:nvPr>
            <p:ph type="body" sz="quarter" idx="27" hasCustomPrompt="1"/>
          </p:nvPr>
        </p:nvSpPr>
        <p:spPr>
          <a:xfrm>
            <a:off x="8270644"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78" name="Text Placeholder 21">
            <a:extLst>
              <a:ext uri="{FF2B5EF4-FFF2-40B4-BE49-F238E27FC236}">
                <a16:creationId xmlns:a16="http://schemas.microsoft.com/office/drawing/2014/main" id="{43E52046-A5DE-47E3-A9A3-ADD4F6DB823B}"/>
              </a:ext>
            </a:extLst>
          </p:cNvPr>
          <p:cNvSpPr>
            <a:spLocks noGrp="1"/>
          </p:cNvSpPr>
          <p:nvPr>
            <p:ph type="body" sz="quarter" idx="28" hasCustomPrompt="1"/>
          </p:nvPr>
        </p:nvSpPr>
        <p:spPr>
          <a:xfrm>
            <a:off x="10243055" y="2786552"/>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32" name="Picture Placeholder 13">
            <a:extLst>
              <a:ext uri="{FF2B5EF4-FFF2-40B4-BE49-F238E27FC236}">
                <a16:creationId xmlns:a16="http://schemas.microsoft.com/office/drawing/2014/main" id="{BA696AEF-3D6B-2E4A-853E-8A8760E58D09}"/>
              </a:ext>
            </a:extLst>
          </p:cNvPr>
          <p:cNvSpPr>
            <a:spLocks noGrp="1"/>
          </p:cNvSpPr>
          <p:nvPr>
            <p:ph type="pic" sz="quarter" idx="43" hasCustomPrompt="1"/>
          </p:nvPr>
        </p:nvSpPr>
        <p:spPr>
          <a:xfrm>
            <a:off x="4325822"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3" name="Picture Placeholder 13">
            <a:extLst>
              <a:ext uri="{FF2B5EF4-FFF2-40B4-BE49-F238E27FC236}">
                <a16:creationId xmlns:a16="http://schemas.microsoft.com/office/drawing/2014/main" id="{05B98E7F-7333-A04B-94D4-281325401EF4}"/>
              </a:ext>
            </a:extLst>
          </p:cNvPr>
          <p:cNvSpPr>
            <a:spLocks noGrp="1"/>
          </p:cNvSpPr>
          <p:nvPr>
            <p:ph type="pic" sz="quarter" idx="44" hasCustomPrompt="1"/>
          </p:nvPr>
        </p:nvSpPr>
        <p:spPr>
          <a:xfrm>
            <a:off x="6298233"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4" name="Picture Placeholder 13">
            <a:extLst>
              <a:ext uri="{FF2B5EF4-FFF2-40B4-BE49-F238E27FC236}">
                <a16:creationId xmlns:a16="http://schemas.microsoft.com/office/drawing/2014/main" id="{B99C455B-37CC-4E44-8046-56AF81C16361}"/>
              </a:ext>
            </a:extLst>
          </p:cNvPr>
          <p:cNvSpPr>
            <a:spLocks noGrp="1"/>
          </p:cNvSpPr>
          <p:nvPr>
            <p:ph type="pic" sz="quarter" idx="45" hasCustomPrompt="1"/>
          </p:nvPr>
        </p:nvSpPr>
        <p:spPr>
          <a:xfrm>
            <a:off x="10243053"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35" name="Picture Placeholder 13">
            <a:extLst>
              <a:ext uri="{FF2B5EF4-FFF2-40B4-BE49-F238E27FC236}">
                <a16:creationId xmlns:a16="http://schemas.microsoft.com/office/drawing/2014/main" id="{AAA6B0A5-6A50-1640-8F39-F8AC766655FE}"/>
              </a:ext>
            </a:extLst>
          </p:cNvPr>
          <p:cNvSpPr>
            <a:spLocks noGrp="1"/>
          </p:cNvSpPr>
          <p:nvPr>
            <p:ph type="pic" sz="quarter" idx="46" hasCustomPrompt="1"/>
          </p:nvPr>
        </p:nvSpPr>
        <p:spPr>
          <a:xfrm>
            <a:off x="8270644" y="3842161"/>
            <a:ext cx="1186945" cy="1186945"/>
          </a:xfrm>
          <a:solidFill>
            <a:schemeClr val="bg1">
              <a:lumMod val="95000"/>
            </a:schemeClr>
          </a:solidFill>
        </p:spPr>
        <p:txBody>
          <a:bodyPr vert="horz" lIns="91440" tIns="0" rIns="0" bIns="0" rtlCol="0">
            <a:noAutofit/>
          </a:bodyPr>
          <a:lstStyle>
            <a:lvl1pPr marL="0" indent="0">
              <a:buNone/>
              <a:defRPr lang="en-US" sz="1800" b="0" dirty="0"/>
            </a:lvl1pPr>
          </a:lstStyle>
          <a:p>
            <a:pPr lvl="0"/>
            <a:r>
              <a:rPr lang="en-GB"/>
              <a:t>Add profile photo</a:t>
            </a:r>
            <a:endParaRPr lang="en-US"/>
          </a:p>
        </p:txBody>
      </p:sp>
      <p:sp>
        <p:nvSpPr>
          <p:cNvPr id="40" name="Text Placeholder 21">
            <a:extLst>
              <a:ext uri="{FF2B5EF4-FFF2-40B4-BE49-F238E27FC236}">
                <a16:creationId xmlns:a16="http://schemas.microsoft.com/office/drawing/2014/main" id="{CDFBCAAC-9CA0-5A4E-8684-A49AAB0BA650}"/>
              </a:ext>
            </a:extLst>
          </p:cNvPr>
          <p:cNvSpPr>
            <a:spLocks noGrp="1"/>
          </p:cNvSpPr>
          <p:nvPr>
            <p:ph type="body" sz="quarter" idx="47" hasCustomPrompt="1"/>
          </p:nvPr>
        </p:nvSpPr>
        <p:spPr>
          <a:xfrm>
            <a:off x="4325822"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41" name="Text Placeholder 21">
            <a:extLst>
              <a:ext uri="{FF2B5EF4-FFF2-40B4-BE49-F238E27FC236}">
                <a16:creationId xmlns:a16="http://schemas.microsoft.com/office/drawing/2014/main" id="{0C025F6B-BD75-0A4C-87E1-147D69F7C5B9}"/>
              </a:ext>
            </a:extLst>
          </p:cNvPr>
          <p:cNvSpPr>
            <a:spLocks noGrp="1"/>
          </p:cNvSpPr>
          <p:nvPr>
            <p:ph type="body" sz="quarter" idx="48" hasCustomPrompt="1"/>
          </p:nvPr>
        </p:nvSpPr>
        <p:spPr>
          <a:xfrm>
            <a:off x="6298233"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42" name="Text Placeholder 21">
            <a:extLst>
              <a:ext uri="{FF2B5EF4-FFF2-40B4-BE49-F238E27FC236}">
                <a16:creationId xmlns:a16="http://schemas.microsoft.com/office/drawing/2014/main" id="{A9CB5A73-2496-3841-A61A-1965B0A6AD13}"/>
              </a:ext>
            </a:extLst>
          </p:cNvPr>
          <p:cNvSpPr>
            <a:spLocks noGrp="1"/>
          </p:cNvSpPr>
          <p:nvPr>
            <p:ph type="body" sz="quarter" idx="49" hasCustomPrompt="1"/>
          </p:nvPr>
        </p:nvSpPr>
        <p:spPr>
          <a:xfrm>
            <a:off x="8270644"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43" name="Text Placeholder 21">
            <a:extLst>
              <a:ext uri="{FF2B5EF4-FFF2-40B4-BE49-F238E27FC236}">
                <a16:creationId xmlns:a16="http://schemas.microsoft.com/office/drawing/2014/main" id="{886F547A-67CA-C749-B9EA-AA1142C31543}"/>
              </a:ext>
            </a:extLst>
          </p:cNvPr>
          <p:cNvSpPr>
            <a:spLocks noGrp="1"/>
          </p:cNvSpPr>
          <p:nvPr>
            <p:ph type="body" sz="quarter" idx="50" hasCustomPrompt="1"/>
          </p:nvPr>
        </p:nvSpPr>
        <p:spPr>
          <a:xfrm>
            <a:off x="10243055" y="5333480"/>
            <a:ext cx="1567945" cy="978418"/>
          </a:xfrm>
        </p:spPr>
        <p:txBody>
          <a:bodyPr/>
          <a:lstStyle>
            <a:lvl1pPr marL="0" indent="0">
              <a:lnSpc>
                <a:spcPct val="80000"/>
              </a:lnSpc>
              <a:spcAft>
                <a:spcPts val="200"/>
              </a:spcAft>
              <a:buFont typeface="Graphik" panose="020B0604020202020204" pitchFamily="34" charset="0"/>
              <a:buNone/>
              <a:defRPr sz="1800" b="0" i="0">
                <a:latin typeface="GT Sectra Fine Rg" panose="00000500000000000000" pitchFamily="50" charset="0"/>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Graphik" panose="020B0604020202020204" pitchFamily="34" charset="0"/>
              <a:buChar char="•"/>
              <a:defRPr sz="1200"/>
            </a:lvl4pPr>
            <a:lvl5pPr>
              <a:spcAft>
                <a:spcPts val="600"/>
              </a:spcAft>
              <a:defRPr sz="1600"/>
            </a:lvl5pPr>
          </a:lstStyle>
          <a:p>
            <a:pPr lvl="0"/>
            <a:r>
              <a:rPr lang="en-US"/>
              <a:t>First name  Last name 18pt</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 14pt</a:t>
            </a:r>
          </a:p>
        </p:txBody>
      </p:sp>
      <p:sp>
        <p:nvSpPr>
          <p:cNvPr id="50" name="Footer Placeholder 3">
            <a:extLst>
              <a:ext uri="{FF2B5EF4-FFF2-40B4-BE49-F238E27FC236}">
                <a16:creationId xmlns:a16="http://schemas.microsoft.com/office/drawing/2014/main" id="{A671D4FB-2F86-4AF3-89D0-D61D543789F5}"/>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7B1014D8-C563-4003-8EBC-A9F6EE68BA63}"/>
              </a:ext>
            </a:extLst>
          </p:cNvPr>
          <p:cNvSpPr>
            <a:spLocks noGrp="1"/>
          </p:cNvSpPr>
          <p:nvPr>
            <p:ph type="sldNum" sz="quarter" idx="51"/>
          </p:nvPr>
        </p:nvSpPr>
        <p:spPr/>
        <p:txBody>
          <a:bodyPr/>
          <a:lstStyle/>
          <a:p>
            <a:fld id="{804BFBA5-6622-4657-A915-630FEC1BA0AA}" type="slidenum">
              <a:rPr lang="es-ES" smtClean="0"/>
              <a:pPr/>
              <a:t>‹#›</a:t>
            </a:fld>
            <a:endParaRPr lang="es-ES"/>
          </a:p>
        </p:txBody>
      </p:sp>
      <p:sp>
        <p:nvSpPr>
          <p:cNvPr id="31" name="Picture Placeholder 4">
            <a:extLst>
              <a:ext uri="{FF2B5EF4-FFF2-40B4-BE49-F238E27FC236}">
                <a16:creationId xmlns:a16="http://schemas.microsoft.com/office/drawing/2014/main" id="{1559D4A6-A7D1-4EAE-87E5-EB8A4B73E546}"/>
              </a:ext>
            </a:extLst>
          </p:cNvPr>
          <p:cNvSpPr>
            <a:spLocks noGrp="1"/>
          </p:cNvSpPr>
          <p:nvPr>
            <p:ph type="pic" sz="quarter" idx="52" hasCustomPrompt="1"/>
          </p:nvPr>
        </p:nvSpPr>
        <p:spPr>
          <a:xfrm>
            <a:off x="4325822" y="2616843"/>
            <a:ext cx="356616" cy="27432"/>
          </a:xfrm>
          <a:solidFill>
            <a:schemeClr val="accent1"/>
          </a:solidFill>
        </p:spPr>
        <p:txBody>
          <a:bodyPr/>
          <a:lstStyle>
            <a:lvl1pPr>
              <a:buNone/>
              <a:defRPr sz="300"/>
            </a:lvl1pPr>
          </a:lstStyle>
          <a:p>
            <a:r>
              <a:rPr lang="en-GB"/>
              <a:t> </a:t>
            </a:r>
            <a:endParaRPr lang="en-US"/>
          </a:p>
        </p:txBody>
      </p:sp>
      <p:sp>
        <p:nvSpPr>
          <p:cNvPr id="44" name="Picture Placeholder 4">
            <a:extLst>
              <a:ext uri="{FF2B5EF4-FFF2-40B4-BE49-F238E27FC236}">
                <a16:creationId xmlns:a16="http://schemas.microsoft.com/office/drawing/2014/main" id="{564E037C-8888-4DE6-88C4-A629CBF5F3A9}"/>
              </a:ext>
            </a:extLst>
          </p:cNvPr>
          <p:cNvSpPr>
            <a:spLocks noGrp="1"/>
          </p:cNvSpPr>
          <p:nvPr>
            <p:ph type="pic" sz="quarter" idx="53" hasCustomPrompt="1"/>
          </p:nvPr>
        </p:nvSpPr>
        <p:spPr>
          <a:xfrm>
            <a:off x="6298233" y="2616843"/>
            <a:ext cx="356616" cy="27432"/>
          </a:xfrm>
          <a:solidFill>
            <a:schemeClr val="accent1"/>
          </a:solidFill>
        </p:spPr>
        <p:txBody>
          <a:bodyPr/>
          <a:lstStyle>
            <a:lvl1pPr>
              <a:buNone/>
              <a:defRPr sz="300"/>
            </a:lvl1pPr>
          </a:lstStyle>
          <a:p>
            <a:r>
              <a:rPr lang="en-GB"/>
              <a:t> </a:t>
            </a:r>
            <a:endParaRPr lang="en-US"/>
          </a:p>
        </p:txBody>
      </p:sp>
      <p:sp>
        <p:nvSpPr>
          <p:cNvPr id="51" name="Picture Placeholder 4">
            <a:extLst>
              <a:ext uri="{FF2B5EF4-FFF2-40B4-BE49-F238E27FC236}">
                <a16:creationId xmlns:a16="http://schemas.microsoft.com/office/drawing/2014/main" id="{1DD1D133-7281-4297-B58B-4683B9743A55}"/>
              </a:ext>
            </a:extLst>
          </p:cNvPr>
          <p:cNvSpPr>
            <a:spLocks noGrp="1"/>
          </p:cNvSpPr>
          <p:nvPr>
            <p:ph type="pic" sz="quarter" idx="54" hasCustomPrompt="1"/>
          </p:nvPr>
        </p:nvSpPr>
        <p:spPr>
          <a:xfrm>
            <a:off x="8270644" y="2616843"/>
            <a:ext cx="356616" cy="27432"/>
          </a:xfrm>
          <a:solidFill>
            <a:schemeClr val="accent1"/>
          </a:solidFill>
        </p:spPr>
        <p:txBody>
          <a:bodyPr/>
          <a:lstStyle>
            <a:lvl1pPr>
              <a:buNone/>
              <a:defRPr sz="300"/>
            </a:lvl1pPr>
          </a:lstStyle>
          <a:p>
            <a:r>
              <a:rPr lang="en-GB"/>
              <a:t> </a:t>
            </a:r>
            <a:endParaRPr lang="en-US"/>
          </a:p>
        </p:txBody>
      </p:sp>
      <p:sp>
        <p:nvSpPr>
          <p:cNvPr id="52" name="Picture Placeholder 4">
            <a:extLst>
              <a:ext uri="{FF2B5EF4-FFF2-40B4-BE49-F238E27FC236}">
                <a16:creationId xmlns:a16="http://schemas.microsoft.com/office/drawing/2014/main" id="{4D49677A-CABE-49CD-A2EE-9EC21E15DF23}"/>
              </a:ext>
            </a:extLst>
          </p:cNvPr>
          <p:cNvSpPr>
            <a:spLocks noGrp="1"/>
          </p:cNvSpPr>
          <p:nvPr>
            <p:ph type="pic" sz="quarter" idx="55" hasCustomPrompt="1"/>
          </p:nvPr>
        </p:nvSpPr>
        <p:spPr>
          <a:xfrm>
            <a:off x="10243055" y="2616843"/>
            <a:ext cx="356616" cy="27432"/>
          </a:xfrm>
          <a:solidFill>
            <a:schemeClr val="accent1"/>
          </a:solidFill>
        </p:spPr>
        <p:txBody>
          <a:bodyPr/>
          <a:lstStyle>
            <a:lvl1pPr>
              <a:buNone/>
              <a:defRPr sz="300"/>
            </a:lvl1pPr>
          </a:lstStyle>
          <a:p>
            <a:r>
              <a:rPr lang="en-GB"/>
              <a:t> </a:t>
            </a:r>
            <a:endParaRPr lang="en-US"/>
          </a:p>
        </p:txBody>
      </p:sp>
      <p:sp>
        <p:nvSpPr>
          <p:cNvPr id="53" name="Picture Placeholder 4">
            <a:extLst>
              <a:ext uri="{FF2B5EF4-FFF2-40B4-BE49-F238E27FC236}">
                <a16:creationId xmlns:a16="http://schemas.microsoft.com/office/drawing/2014/main" id="{E46B730A-2104-4381-A7F8-6A08201D7F97}"/>
              </a:ext>
            </a:extLst>
          </p:cNvPr>
          <p:cNvSpPr>
            <a:spLocks noGrp="1"/>
          </p:cNvSpPr>
          <p:nvPr>
            <p:ph type="pic" sz="quarter" idx="56" hasCustomPrompt="1"/>
          </p:nvPr>
        </p:nvSpPr>
        <p:spPr>
          <a:xfrm>
            <a:off x="4325822" y="5165507"/>
            <a:ext cx="356616" cy="27432"/>
          </a:xfrm>
          <a:solidFill>
            <a:schemeClr val="accent1"/>
          </a:solidFill>
        </p:spPr>
        <p:txBody>
          <a:bodyPr/>
          <a:lstStyle>
            <a:lvl1pPr>
              <a:buNone/>
              <a:defRPr sz="300"/>
            </a:lvl1pPr>
          </a:lstStyle>
          <a:p>
            <a:r>
              <a:rPr lang="en-GB"/>
              <a:t> </a:t>
            </a:r>
            <a:endParaRPr lang="en-US"/>
          </a:p>
        </p:txBody>
      </p:sp>
      <p:sp>
        <p:nvSpPr>
          <p:cNvPr id="60" name="Picture Placeholder 4">
            <a:extLst>
              <a:ext uri="{FF2B5EF4-FFF2-40B4-BE49-F238E27FC236}">
                <a16:creationId xmlns:a16="http://schemas.microsoft.com/office/drawing/2014/main" id="{15BD8921-64C2-47AC-9DE2-E4DFFCBF7C64}"/>
              </a:ext>
            </a:extLst>
          </p:cNvPr>
          <p:cNvSpPr>
            <a:spLocks noGrp="1"/>
          </p:cNvSpPr>
          <p:nvPr>
            <p:ph type="pic" sz="quarter" idx="57" hasCustomPrompt="1"/>
          </p:nvPr>
        </p:nvSpPr>
        <p:spPr>
          <a:xfrm>
            <a:off x="6298233" y="5165507"/>
            <a:ext cx="356616" cy="27432"/>
          </a:xfrm>
          <a:solidFill>
            <a:schemeClr val="accent1"/>
          </a:solidFill>
        </p:spPr>
        <p:txBody>
          <a:bodyPr/>
          <a:lstStyle>
            <a:lvl1pPr>
              <a:buNone/>
              <a:defRPr sz="300"/>
            </a:lvl1pPr>
          </a:lstStyle>
          <a:p>
            <a:r>
              <a:rPr lang="en-GB"/>
              <a:t> </a:t>
            </a:r>
            <a:endParaRPr lang="en-US"/>
          </a:p>
        </p:txBody>
      </p:sp>
      <p:sp>
        <p:nvSpPr>
          <p:cNvPr id="61" name="Picture Placeholder 4">
            <a:extLst>
              <a:ext uri="{FF2B5EF4-FFF2-40B4-BE49-F238E27FC236}">
                <a16:creationId xmlns:a16="http://schemas.microsoft.com/office/drawing/2014/main" id="{3EF9A07C-1758-4B3E-A1CD-67412E56BBFE}"/>
              </a:ext>
            </a:extLst>
          </p:cNvPr>
          <p:cNvSpPr>
            <a:spLocks noGrp="1"/>
          </p:cNvSpPr>
          <p:nvPr>
            <p:ph type="pic" sz="quarter" idx="58" hasCustomPrompt="1"/>
          </p:nvPr>
        </p:nvSpPr>
        <p:spPr>
          <a:xfrm>
            <a:off x="8270644" y="5165507"/>
            <a:ext cx="356616" cy="27432"/>
          </a:xfrm>
          <a:solidFill>
            <a:schemeClr val="accent1"/>
          </a:solidFill>
        </p:spPr>
        <p:txBody>
          <a:bodyPr/>
          <a:lstStyle>
            <a:lvl1pPr>
              <a:buNone/>
              <a:defRPr sz="300"/>
            </a:lvl1pPr>
          </a:lstStyle>
          <a:p>
            <a:r>
              <a:rPr lang="en-GB"/>
              <a:t> </a:t>
            </a:r>
            <a:endParaRPr lang="en-US"/>
          </a:p>
        </p:txBody>
      </p:sp>
      <p:sp>
        <p:nvSpPr>
          <p:cNvPr id="62" name="Picture Placeholder 4">
            <a:extLst>
              <a:ext uri="{FF2B5EF4-FFF2-40B4-BE49-F238E27FC236}">
                <a16:creationId xmlns:a16="http://schemas.microsoft.com/office/drawing/2014/main" id="{25D8A2F3-A845-4271-8B71-45408EF9F6C1}"/>
              </a:ext>
            </a:extLst>
          </p:cNvPr>
          <p:cNvSpPr>
            <a:spLocks noGrp="1"/>
          </p:cNvSpPr>
          <p:nvPr>
            <p:ph type="pic" sz="quarter" idx="59" hasCustomPrompt="1"/>
          </p:nvPr>
        </p:nvSpPr>
        <p:spPr>
          <a:xfrm>
            <a:off x="10243053" y="5165507"/>
            <a:ext cx="356616" cy="27432"/>
          </a:xfrm>
          <a:solidFill>
            <a:schemeClr val="accent1"/>
          </a:solidFill>
        </p:spPr>
        <p:txBody>
          <a:bodyPr/>
          <a:lstStyle>
            <a:lvl1pPr>
              <a:buNone/>
              <a:defRPr sz="300"/>
            </a:lvl1pPr>
          </a:lstStyle>
          <a:p>
            <a:r>
              <a:rPr lang="en-GB"/>
              <a:t> </a:t>
            </a:r>
            <a:endParaRPr lang="en-US"/>
          </a:p>
        </p:txBody>
      </p:sp>
    </p:spTree>
    <p:extLst>
      <p:ext uri="{BB962C8B-B14F-4D97-AF65-F5344CB8AC3E}">
        <p14:creationId xmlns:p14="http://schemas.microsoft.com/office/powerpoint/2010/main" val="1986248163"/>
      </p:ext>
    </p:extLst>
  </p:cSld>
  <p:clrMapOvr>
    <a:masterClrMapping/>
  </p:clrMapOvr>
  <p:hf hdr="0" dt="0"/>
  <p:extLst>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Short Headline and Image 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1"/>
            <a:ext cx="6096000" cy="6857999"/>
          </a:xfrm>
          <a:solidFill>
            <a:schemeClr val="bg1">
              <a:lumMod val="95000"/>
            </a:schemeClr>
          </a:solidFill>
        </p:spPr>
        <p:txBody>
          <a:bodyPr tIns="548640" anchor="t"/>
          <a:lstStyle>
            <a:lvl1pPr marL="0" indent="0" algn="ctr" defTabSz="914400" rtl="0" eaLnBrk="1" latinLnBrk="0" hangingPunct="1">
              <a:lnSpc>
                <a:spcPct val="100000"/>
              </a:lnSpc>
              <a:spcBef>
                <a:spcPts val="0"/>
              </a:spcBef>
              <a:spcAft>
                <a:spcPts val="1200"/>
              </a:spcAft>
              <a:buFont typeface="Graphik" panose="020B0604020202020204" pitchFamily="34" charset="0"/>
              <a:buNone/>
              <a:defRPr lang="en-US" sz="1400" b="0" kern="1200" dirty="0">
                <a:solidFill>
                  <a:schemeClr val="tx1"/>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Drag picture to placeholder or click icon to add, then ‘Send to Back’</a:t>
            </a:r>
            <a:endParaRPr lang="en-US"/>
          </a:p>
        </p:txBody>
      </p:sp>
      <p:sp>
        <p:nvSpPr>
          <p:cNvPr id="5" name="Title 1">
            <a:extLst>
              <a:ext uri="{FF2B5EF4-FFF2-40B4-BE49-F238E27FC236}">
                <a16:creationId xmlns:a16="http://schemas.microsoft.com/office/drawing/2014/main" id="{1BB929FF-38D9-4792-A56F-C1810627FF9B}"/>
              </a:ext>
            </a:extLst>
          </p:cNvPr>
          <p:cNvSpPr>
            <a:spLocks noGrp="1"/>
          </p:cNvSpPr>
          <p:nvPr>
            <p:ph type="title" hasCustomPrompt="1"/>
          </p:nvPr>
        </p:nvSpPr>
        <p:spPr>
          <a:xfrm>
            <a:off x="381000" y="381000"/>
            <a:ext cx="5334000" cy="2667000"/>
          </a:xfrm>
        </p:spPr>
        <p:txBody>
          <a:bodyPr anchor="b"/>
          <a:lstStyle>
            <a:lvl1pPr>
              <a:defRPr sz="3600"/>
            </a:lvl1pPr>
          </a:lstStyle>
          <a:p>
            <a:r>
              <a:rPr lang="en-GB"/>
              <a:t>Place headline here (36pt, min 30pt)</a:t>
            </a:r>
            <a:endParaRPr lang="en-US"/>
          </a:p>
        </p:txBody>
      </p:sp>
      <p:pic>
        <p:nvPicPr>
          <p:cNvPr id="2" name="Picture 1">
            <a:extLst>
              <a:ext uri="{FF2B5EF4-FFF2-40B4-BE49-F238E27FC236}">
                <a16:creationId xmlns:a16="http://schemas.microsoft.com/office/drawing/2014/main" id="{296067A3-9F0D-44FB-B267-D94DE708562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11" name="Footer Placeholder 3">
            <a:extLst>
              <a:ext uri="{FF2B5EF4-FFF2-40B4-BE49-F238E27FC236}">
                <a16:creationId xmlns:a16="http://schemas.microsoft.com/office/drawing/2014/main" id="{AF384B1D-1AA1-4DD2-A317-08008594FFD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8" name="Text Placeholder 14">
            <a:extLst>
              <a:ext uri="{FF2B5EF4-FFF2-40B4-BE49-F238E27FC236}">
                <a16:creationId xmlns:a16="http://schemas.microsoft.com/office/drawing/2014/main" id="{4796047A-AB81-403A-B649-52C6F7827ECF}"/>
              </a:ext>
            </a:extLst>
          </p:cNvPr>
          <p:cNvSpPr>
            <a:spLocks noGrp="1"/>
          </p:cNvSpPr>
          <p:nvPr>
            <p:ph type="body" sz="quarter" idx="15" hasCustomPrompt="1"/>
          </p:nvPr>
        </p:nvSpPr>
        <p:spPr>
          <a:xfrm>
            <a:off x="381000" y="3267634"/>
            <a:ext cx="5330952" cy="3044265"/>
          </a:xfrm>
        </p:spPr>
        <p:txBody>
          <a:bodyPr/>
          <a:lstStyle>
            <a:lvl1pPr marL="0" indent="0">
              <a:lnSpc>
                <a:spcPct val="90000"/>
              </a:lnSpc>
              <a:buNone/>
              <a:defRPr sz="2400">
                <a:solidFill>
                  <a:schemeClr val="accent1"/>
                </a:solidFill>
                <a:latin typeface="GT Sectra Fine Rg" panose="00000500000000000000" pitchFamily="50" charset="0"/>
              </a:defRPr>
            </a:lvl1pPr>
            <a:lvl2pPr marL="228600" indent="-228600">
              <a:buFont typeface="Graphik" panose="020B0604020202020204" pitchFamily="34" charset="0"/>
              <a:buChar char="•"/>
              <a:defRPr sz="1800"/>
            </a:lvl2pPr>
            <a:lvl3pPr marL="457200">
              <a:buFont typeface="Graphik" panose="020B0503030202060203" pitchFamily="34" charset="0"/>
              <a:buChar char="–"/>
              <a:defRPr sz="1800"/>
            </a:lvl3pPr>
            <a:lvl4pPr marL="685800">
              <a:buFont typeface="Graphik" panose="020B0604020202020204" pitchFamily="34" charset="0"/>
              <a:buChar char="•"/>
              <a:defRPr sz="1600"/>
            </a:lvl4pPr>
            <a:lvl5pPr marL="914400">
              <a:buFont typeface="Graphik" panose="020B0503030202060203" pitchFamily="34" charset="0"/>
              <a:buChar char="–"/>
              <a:defRPr sz="1600"/>
            </a:lvl5pPr>
          </a:lstStyle>
          <a:p>
            <a:pPr lvl="0"/>
            <a:r>
              <a:rPr lang="en-US"/>
              <a:t>Place sub-headline </a:t>
            </a:r>
            <a:r>
              <a:rPr lang="en-GB"/>
              <a:t>here in GT Sectra Fine </a:t>
            </a:r>
            <a:r>
              <a:rPr lang="en-GB" err="1"/>
              <a:t>Rg</a:t>
            </a:r>
            <a:r>
              <a:rPr lang="en-GB"/>
              <a:t> 24pt</a:t>
            </a:r>
            <a:r>
              <a:rPr lang="en-US"/>
              <a:t>, indent for other levels</a:t>
            </a:r>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4" name="Slide Number Placeholder 3">
            <a:extLst>
              <a:ext uri="{FF2B5EF4-FFF2-40B4-BE49-F238E27FC236}">
                <a16:creationId xmlns:a16="http://schemas.microsoft.com/office/drawing/2014/main" id="{336A2778-1AEF-4134-970E-9AB430A5206F}"/>
              </a:ext>
            </a:extLst>
          </p:cNvPr>
          <p:cNvSpPr>
            <a:spLocks noGrp="1"/>
          </p:cNvSpPr>
          <p:nvPr>
            <p:ph type="sldNum" sz="quarter" idx="16"/>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652754577"/>
      </p:ext>
    </p:extLst>
  </p:cSld>
  <p:clrMapOvr>
    <a:masterClrMapping/>
  </p:clrMapOvr>
  <p:hf hdr="0" dt="0"/>
  <p:extLst>
    <p:ext uri="{DCECCB84-F9BA-43D5-87BE-67443E8EF086}">
      <p15:sldGuideLst xmlns:p15="http://schemas.microsoft.com/office/powerpoint/2012/main"/>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Short Headline and Image 2">
    <p:bg>
      <p:bgPr>
        <a:solidFill>
          <a:schemeClr val="accent2"/>
        </a:solidFill>
        <a:effectLst/>
      </p:bgPr>
    </p:bg>
    <p:spTree>
      <p:nvGrpSpPr>
        <p:cNvPr id="1" name=""/>
        <p:cNvGrpSpPr/>
        <p:nvPr/>
      </p:nvGrpSpPr>
      <p:grpSpPr>
        <a:xfrm>
          <a:off x="0" y="0"/>
          <a:ext cx="0" cy="0"/>
          <a:chOff x="0" y="0"/>
          <a:chExt cx="0" cy="0"/>
        </a:xfrm>
      </p:grpSpPr>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1"/>
            <a:ext cx="6096024" cy="6309361"/>
          </a:xfrm>
          <a:solidFill>
            <a:schemeClr val="tx1">
              <a:lumMod val="95000"/>
            </a:schemeClr>
          </a:solidFill>
        </p:spPr>
        <p:txBody>
          <a:bodyPr lIns="0" tIns="210312" anchor="t"/>
          <a:lstStyle>
            <a:lvl1pPr marL="0" indent="0" algn="ctr">
              <a:buNone/>
              <a:defRPr sz="1400" b="0">
                <a:solidFill>
                  <a:schemeClr val="bg1"/>
                </a:solidFill>
              </a:defRPr>
            </a:lvl1pPr>
          </a:lstStyle>
          <a:p>
            <a:r>
              <a:rPr lang="en-GB"/>
              <a:t>Drag picture to placeholder or click icon to add</a:t>
            </a:r>
            <a:endParaRPr lang="en-US"/>
          </a:p>
        </p:txBody>
      </p:sp>
      <p:sp>
        <p:nvSpPr>
          <p:cNvPr id="10" name="Rectangle 9">
            <a:extLst>
              <a:ext uri="{FF2B5EF4-FFF2-40B4-BE49-F238E27FC236}">
                <a16:creationId xmlns:a16="http://schemas.microsoft.com/office/drawing/2014/main" id="{7F8DBAF1-DC97-4CAB-B174-0AAA55CCB2E8}"/>
              </a:ext>
            </a:extLst>
          </p:cNvPr>
          <p:cNvSpPr/>
          <p:nvPr/>
        </p:nvSpPr>
        <p:spPr bwMode="white">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3B30F4D9-6AB9-4693-B1C3-C7BE8D81EC93}"/>
              </a:ext>
            </a:extLst>
          </p:cNvPr>
          <p:cNvSpPr>
            <a:spLocks noGrp="1"/>
          </p:cNvSpPr>
          <p:nvPr>
            <p:ph type="title" hasCustomPrompt="1"/>
          </p:nvPr>
        </p:nvSpPr>
        <p:spPr>
          <a:xfrm>
            <a:off x="6476999" y="381000"/>
            <a:ext cx="5334000" cy="2667000"/>
          </a:xfrm>
        </p:spPr>
        <p:txBody>
          <a:bodyPr anchor="b"/>
          <a:lstStyle>
            <a:lvl1pPr>
              <a:defRPr sz="3600"/>
            </a:lvl1pPr>
          </a:lstStyle>
          <a:p>
            <a:r>
              <a:rPr lang="en-GB"/>
              <a:t>Place headline here (36pt, min 30pt)</a:t>
            </a:r>
            <a:endParaRPr lang="en-US"/>
          </a:p>
        </p:txBody>
      </p:sp>
      <p:sp>
        <p:nvSpPr>
          <p:cNvPr id="15" name="Footer Placeholder 3">
            <a:extLst>
              <a:ext uri="{FF2B5EF4-FFF2-40B4-BE49-F238E27FC236}">
                <a16:creationId xmlns:a16="http://schemas.microsoft.com/office/drawing/2014/main" id="{E567C369-8A33-4851-8646-E53D6E8D8CC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6" name="Text Placeholder 14">
            <a:extLst>
              <a:ext uri="{FF2B5EF4-FFF2-40B4-BE49-F238E27FC236}">
                <a16:creationId xmlns:a16="http://schemas.microsoft.com/office/drawing/2014/main" id="{C42B8317-AACA-4DC7-AD68-8986DF629972}"/>
              </a:ext>
            </a:extLst>
          </p:cNvPr>
          <p:cNvSpPr>
            <a:spLocks noGrp="1"/>
          </p:cNvSpPr>
          <p:nvPr>
            <p:ph type="body" sz="quarter" idx="14" hasCustomPrompt="1"/>
          </p:nvPr>
        </p:nvSpPr>
        <p:spPr>
          <a:xfrm>
            <a:off x="6480047" y="3264586"/>
            <a:ext cx="5330952" cy="3047313"/>
          </a:xfrm>
        </p:spPr>
        <p:txBody>
          <a:bodyPr/>
          <a:lstStyle>
            <a:lvl1pPr marL="0" indent="0">
              <a:lnSpc>
                <a:spcPct val="90000"/>
              </a:lnSpc>
              <a:buNone/>
              <a:defRPr sz="2400">
                <a:solidFill>
                  <a:schemeClr val="tx1"/>
                </a:solidFill>
                <a:latin typeface="GT Sectra Fine Rg" panose="00000500000000000000" pitchFamily="50" charset="0"/>
              </a:defRPr>
            </a:lvl1pPr>
            <a:lvl2pPr marL="228600" indent="-228600">
              <a:buFont typeface="Graphik" panose="020B0604020202020204" pitchFamily="34" charset="0"/>
              <a:buChar char="•"/>
              <a:defRPr sz="1800">
                <a:solidFill>
                  <a:schemeClr val="tx1"/>
                </a:solidFill>
              </a:defRPr>
            </a:lvl2pPr>
            <a:lvl3pPr marL="457200">
              <a:buFont typeface="Graphik" panose="020B0503030202060203" pitchFamily="34" charset="0"/>
              <a:buChar char="–"/>
              <a:defRPr sz="1800">
                <a:solidFill>
                  <a:schemeClr val="tx1"/>
                </a:solidFill>
              </a:defRPr>
            </a:lvl3pPr>
            <a:lvl4pPr marL="685800">
              <a:buFont typeface="Graphik" panose="020B0604020202020204" pitchFamily="34" charset="0"/>
              <a:buChar char="•"/>
              <a:defRPr sz="1600">
                <a:solidFill>
                  <a:schemeClr val="tx1"/>
                </a:solidFill>
              </a:defRPr>
            </a:lvl4pPr>
            <a:lvl5pPr marL="914400">
              <a:buFont typeface="Graphik" panose="020B0503030202060203" pitchFamily="34" charset="0"/>
              <a:buChar char="–"/>
              <a:defRPr sz="1600">
                <a:solidFill>
                  <a:schemeClr val="tx1"/>
                </a:solidFill>
              </a:defRPr>
            </a:lvl5pPr>
          </a:lstStyle>
          <a:p>
            <a:pPr lvl="0"/>
            <a:r>
              <a:rPr lang="en-GB"/>
              <a:t>Place sub-headline here in GT Sectra Fine </a:t>
            </a:r>
            <a:r>
              <a:rPr lang="en-GB" err="1"/>
              <a:t>Rg</a:t>
            </a:r>
            <a:r>
              <a:rPr lang="en-GB"/>
              <a:t> 24pt, indent for other levels</a:t>
            </a:r>
            <a:endParaRPr lang="en-US"/>
          </a:p>
          <a:p>
            <a:pPr lvl="1"/>
            <a:r>
              <a:rPr lang="en-US"/>
              <a:t>Second level 18pt</a:t>
            </a:r>
          </a:p>
          <a:p>
            <a:pPr lvl="2"/>
            <a:r>
              <a:rPr lang="en-US"/>
              <a:t>Third level bullet 18pt</a:t>
            </a:r>
          </a:p>
          <a:p>
            <a:pPr lvl="3"/>
            <a:r>
              <a:rPr lang="en-US"/>
              <a:t>Fourth level bullet 16pt</a:t>
            </a:r>
          </a:p>
          <a:p>
            <a:pPr lvl="4"/>
            <a:r>
              <a:rPr lang="en-US"/>
              <a:t>Fifth level bullet 16pt</a:t>
            </a:r>
          </a:p>
        </p:txBody>
      </p:sp>
      <p:sp>
        <p:nvSpPr>
          <p:cNvPr id="12" name="GTS_WH" descr="Accenture Greater Than symbol in white">
            <a:extLst>
              <a:ext uri="{FF2B5EF4-FFF2-40B4-BE49-F238E27FC236}">
                <a16:creationId xmlns:a16="http://schemas.microsoft.com/office/drawing/2014/main" id="{9742AFA2-2F86-4FC9-AB33-FE5A8DC3B4C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Slide Number Placeholder 1">
            <a:extLst>
              <a:ext uri="{FF2B5EF4-FFF2-40B4-BE49-F238E27FC236}">
                <a16:creationId xmlns:a16="http://schemas.microsoft.com/office/drawing/2014/main" id="{ECF1D8E5-ED70-409D-A4B1-635A02DFE5A1}"/>
              </a:ext>
            </a:extLst>
          </p:cNvPr>
          <p:cNvSpPr>
            <a:spLocks noGrp="1"/>
          </p:cNvSpPr>
          <p:nvPr>
            <p:ph type="sldNum" sz="quarter" idx="17"/>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6221819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Quote + image">
    <p:spTree>
      <p:nvGrpSpPr>
        <p:cNvPr id="1" name=""/>
        <p:cNvGrpSpPr/>
        <p:nvPr/>
      </p:nvGrpSpPr>
      <p:grpSpPr>
        <a:xfrm>
          <a:off x="0" y="0"/>
          <a:ext cx="0" cy="0"/>
          <a:chOff x="0" y="0"/>
          <a:chExt cx="0" cy="0"/>
        </a:xfrm>
      </p:grpSpPr>
      <p:pic>
        <p:nvPicPr>
          <p:cNvPr id="3" name="Picture Placeholder 19">
            <a:extLst>
              <a:ext uri="{FF2B5EF4-FFF2-40B4-BE49-F238E27FC236}">
                <a16:creationId xmlns:a16="http://schemas.microsoft.com/office/drawing/2014/main" id="{9128CE8F-D41A-47B9-921B-C6C1790F8F27}"/>
              </a:ext>
            </a:extLst>
          </p:cNvPr>
          <p:cNvPicPr>
            <a:picLocks noChangeAspect="1"/>
          </p:cNvPicPr>
          <p:nvPr/>
        </p:nvPicPr>
        <p:blipFill rotWithShape="1">
          <a:blip r:embed="rId2">
            <a:extLst>
              <a:ext uri="{28A0092B-C50C-407E-A947-70E740481C1C}">
                <a14:useLocalDpi xmlns:a14="http://schemas.microsoft.com/office/drawing/2010/main"/>
              </a:ext>
            </a:extLst>
          </a:blip>
          <a:srcRect/>
          <a:stretch/>
        </p:blipFill>
        <p:spPr>
          <a:xfrm>
            <a:off x="7026839" y="943234"/>
            <a:ext cx="4191000" cy="4976812"/>
          </a:xfrm>
          <a:prstGeom prst="rect">
            <a:avLst/>
          </a:prstGeom>
          <a:solidFill>
            <a:schemeClr val="tx2">
              <a:lumMod val="20000"/>
              <a:lumOff val="80000"/>
            </a:schemeClr>
          </a:solidFill>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bwMode="gray">
          <a:xfrm>
            <a:off x="6858001" y="744434"/>
            <a:ext cx="4190998" cy="4976446"/>
          </a:xfrm>
          <a:solidFill>
            <a:schemeClr val="bg1">
              <a:lumMod val="95000"/>
            </a:schemeClr>
          </a:solidFill>
          <a:effectLst/>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 54pt</a:t>
            </a:r>
          </a:p>
        </p:txBody>
      </p:sp>
      <p:sp>
        <p:nvSpPr>
          <p:cNvPr id="7" name="Footer Placeholder 3">
            <a:extLst>
              <a:ext uri="{FF2B5EF4-FFF2-40B4-BE49-F238E27FC236}">
                <a16:creationId xmlns:a16="http://schemas.microsoft.com/office/drawing/2014/main" id="{2D868995-C37B-451B-AE1C-89DE71F21353}"/>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4" name="Slide Number Placeholder 3">
            <a:extLst>
              <a:ext uri="{FF2B5EF4-FFF2-40B4-BE49-F238E27FC236}">
                <a16:creationId xmlns:a16="http://schemas.microsoft.com/office/drawing/2014/main" id="{39A06E6C-6576-4BA5-948F-BD9FE24FA052}"/>
              </a:ext>
            </a:extLst>
          </p:cNvPr>
          <p:cNvSpPr>
            <a:spLocks noGrp="1"/>
          </p:cNvSpPr>
          <p:nvPr>
            <p:ph type="sldNum" sz="quarter" idx="14"/>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06830909"/>
      </p:ext>
    </p:extLst>
  </p:cSld>
  <p:clrMapOvr>
    <a:masterClrMapping/>
  </p:clrMapOvr>
  <p:hf hdr="0" dt="0"/>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Quote + image (alternative)">
    <p:spTree>
      <p:nvGrpSpPr>
        <p:cNvPr id="1" name=""/>
        <p:cNvGrpSpPr/>
        <p:nvPr/>
      </p:nvGrpSpPr>
      <p:grpSpPr>
        <a:xfrm>
          <a:off x="0" y="0"/>
          <a:ext cx="0" cy="0"/>
          <a:chOff x="0" y="0"/>
          <a:chExt cx="0" cy="0"/>
        </a:xfrm>
      </p:grpSpPr>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bwMode="gray">
          <a:xfrm>
            <a:off x="6858001" y="744434"/>
            <a:ext cx="4190998" cy="4976446"/>
          </a:xfrm>
          <a:solidFill>
            <a:schemeClr val="bg1">
              <a:lumMod val="95000"/>
            </a:schemeClr>
          </a:solidFill>
          <a:effectLst>
            <a:outerShdw dist="215900" dir="2700000" algn="tl" rotWithShape="0">
              <a:schemeClr val="accent1"/>
            </a:outerShdw>
          </a:effectLst>
        </p:spPr>
        <p:txBody>
          <a:bodyPr tIns="274320" bIns="274320" anchor="t"/>
          <a:lstStyle>
            <a:lvl1pPr marL="0" indent="0" algn="ctr">
              <a:buNone/>
              <a:defRPr sz="1400" b="0">
                <a:solidFill>
                  <a:schemeClr val="tx1"/>
                </a:solidFill>
              </a:defRPr>
            </a:lvl1pPr>
          </a:lstStyle>
          <a:p>
            <a:r>
              <a:rPr lang="en-GB"/>
              <a:t>Drag picture to placeholder or click icon to add</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 54pt</a:t>
            </a:r>
          </a:p>
        </p:txBody>
      </p:sp>
      <p:sp>
        <p:nvSpPr>
          <p:cNvPr id="7" name="Footer Placeholder 3">
            <a:extLst>
              <a:ext uri="{FF2B5EF4-FFF2-40B4-BE49-F238E27FC236}">
                <a16:creationId xmlns:a16="http://schemas.microsoft.com/office/drawing/2014/main" id="{2D868995-C37B-451B-AE1C-89DE71F21353}"/>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FD217B10-543D-46E3-A5E7-CA1C578F6F62}"/>
              </a:ext>
            </a:extLst>
          </p:cNvPr>
          <p:cNvSpPr>
            <a:spLocks noGrp="1"/>
          </p:cNvSpPr>
          <p:nvPr>
            <p:ph type="sldNum" sz="quarter" idx="14"/>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920129126"/>
      </p:ext>
    </p:extLst>
  </p:cSld>
  <p:clrMapOvr>
    <a:masterClrMapping/>
  </p:clrMapOvr>
  <p:hf hdr="0" dt="0"/>
  <p:extLst>
    <p:ext uri="{DCECCB84-F9BA-43D5-87BE-67443E8EF086}">
      <p15:sldGuideLst xmlns:p15="http://schemas.microsoft.com/office/powerpoint/2012/main"/>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Statistics 1">
    <p:bg>
      <p:bgRef idx="1001">
        <a:schemeClr val="bg1"/>
      </p:bgRef>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FF1C6BE-E6FE-4BD6-8477-A09403EEE56E}"/>
              </a:ext>
            </a:extLst>
          </p:cNvPr>
          <p:cNvSpPr/>
          <p:nvPr/>
        </p:nvSpPr>
        <p:spPr bwMode="white">
          <a:xfrm>
            <a:off x="-10" y="-3"/>
            <a:ext cx="6096008" cy="63119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2" name="Text Placeholder 32">
            <a:extLst>
              <a:ext uri="{FF2B5EF4-FFF2-40B4-BE49-F238E27FC236}">
                <a16:creationId xmlns:a16="http://schemas.microsoft.com/office/drawing/2014/main" id="{AC315915-FC9E-0942-980E-6C0E99FEA8DD}"/>
              </a:ext>
            </a:extLst>
          </p:cNvPr>
          <p:cNvSpPr>
            <a:spLocks noGrp="1"/>
          </p:cNvSpPr>
          <p:nvPr>
            <p:ph type="body" sz="quarter" idx="18" hasCustomPrompt="1"/>
          </p:nvPr>
        </p:nvSpPr>
        <p:spPr>
          <a:xfrm>
            <a:off x="380986" y="1490071"/>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92" y="0"/>
            <a:ext cx="6096008" cy="6311900"/>
          </a:xfrm>
          <a:solidFill>
            <a:schemeClr val="bg1">
              <a:lumMod val="95000"/>
            </a:schemeClr>
          </a:solidFill>
        </p:spPr>
        <p:txBody>
          <a:bodyPr tIns="457200" anchor="t"/>
          <a:lstStyle>
            <a:lvl1pPr marL="0" indent="0" algn="ctr">
              <a:buNone/>
              <a:defRPr sz="1400" b="0">
                <a:solidFill>
                  <a:schemeClr val="tx1"/>
                </a:solidFill>
              </a:defRPr>
            </a:lvl1pPr>
          </a:lstStyle>
          <a:p>
            <a:r>
              <a:rPr lang="en-GB"/>
              <a:t>Drag picture to placeholder or click icon to add</a:t>
            </a:r>
            <a:endParaRPr lang="en-US"/>
          </a:p>
        </p:txBody>
      </p:sp>
      <p:sp>
        <p:nvSpPr>
          <p:cNvPr id="27" name="Text Placeholder 26">
            <a:extLst>
              <a:ext uri="{FF2B5EF4-FFF2-40B4-BE49-F238E27FC236}">
                <a16:creationId xmlns:a16="http://schemas.microsoft.com/office/drawing/2014/main" id="{8D7539E0-EC97-4984-8CDD-85CC949BB7FB}"/>
              </a:ext>
            </a:extLst>
          </p:cNvPr>
          <p:cNvSpPr>
            <a:spLocks noGrp="1"/>
          </p:cNvSpPr>
          <p:nvPr>
            <p:ph type="body" sz="quarter" idx="13" hasCustomPrompt="1"/>
          </p:nvPr>
        </p:nvSpPr>
        <p:spPr>
          <a:xfrm>
            <a:off x="381001"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42" name="Straight Connector 41">
            <a:extLst>
              <a:ext uri="{FF2B5EF4-FFF2-40B4-BE49-F238E27FC236}">
                <a16:creationId xmlns:a16="http://schemas.microsoft.com/office/drawing/2014/main" id="{149C8D0A-C37D-4D9A-9703-8A0AFB18570C}"/>
              </a:ext>
            </a:extLst>
          </p:cNvPr>
          <p:cNvCxnSpPr>
            <a:cxnSpLocks/>
          </p:cNvCxnSpPr>
          <p:nvPr/>
        </p:nvCxnSpPr>
        <p:spPr>
          <a:xfrm>
            <a:off x="0" y="3155950"/>
            <a:ext cx="6096008"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2"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81001" y="3536948"/>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2" y="3536948"/>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53" name="Straight Connector 52">
            <a:extLst>
              <a:ext uri="{FF2B5EF4-FFF2-40B4-BE49-F238E27FC236}">
                <a16:creationId xmlns:a16="http://schemas.microsoft.com/office/drawing/2014/main" id="{1BE5BBCC-C957-48B6-99B6-EF1F3E80F622}"/>
              </a:ext>
            </a:extLst>
          </p:cNvPr>
          <p:cNvCxnSpPr>
            <a:cxnSpLocks/>
          </p:cNvCxnSpPr>
          <p:nvPr/>
        </p:nvCxnSpPr>
        <p:spPr>
          <a:xfrm>
            <a:off x="3047998" y="-2"/>
            <a:ext cx="0" cy="6311902"/>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94EF33C-E010-4503-AC38-BB48E62572E9}"/>
              </a:ext>
            </a:extLst>
          </p:cNvPr>
          <p:cNvSpPr/>
          <p:nvPr/>
        </p:nvSpPr>
        <p:spPr bwMode="white">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Placeholder 32">
            <a:extLst>
              <a:ext uri="{FF2B5EF4-FFF2-40B4-BE49-F238E27FC236}">
                <a16:creationId xmlns:a16="http://schemas.microsoft.com/office/drawing/2014/main" id="{15FC8104-48E6-B248-8FB6-974B5ABAE65B}"/>
              </a:ext>
            </a:extLst>
          </p:cNvPr>
          <p:cNvSpPr>
            <a:spLocks noGrp="1"/>
          </p:cNvSpPr>
          <p:nvPr>
            <p:ph type="body" sz="quarter" idx="22" hasCustomPrompt="1"/>
          </p:nvPr>
        </p:nvSpPr>
        <p:spPr>
          <a:xfrm>
            <a:off x="3428992" y="1490071"/>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 </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4" name="Text Placeholder 32">
            <a:extLst>
              <a:ext uri="{FF2B5EF4-FFF2-40B4-BE49-F238E27FC236}">
                <a16:creationId xmlns:a16="http://schemas.microsoft.com/office/drawing/2014/main" id="{27C860B3-C7A0-E840-9D83-305F7392029A}"/>
              </a:ext>
            </a:extLst>
          </p:cNvPr>
          <p:cNvSpPr>
            <a:spLocks noGrp="1"/>
          </p:cNvSpPr>
          <p:nvPr>
            <p:ph type="body" sz="quarter" idx="23" hasCustomPrompt="1"/>
          </p:nvPr>
        </p:nvSpPr>
        <p:spPr>
          <a:xfrm>
            <a:off x="380986" y="4646021"/>
            <a:ext cx="2285996" cy="1665879"/>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5" name="Text Placeholder 32">
            <a:extLst>
              <a:ext uri="{FF2B5EF4-FFF2-40B4-BE49-F238E27FC236}">
                <a16:creationId xmlns:a16="http://schemas.microsoft.com/office/drawing/2014/main" id="{0559DD1F-A98C-F14E-95DC-32EC947751EA}"/>
              </a:ext>
            </a:extLst>
          </p:cNvPr>
          <p:cNvSpPr>
            <a:spLocks noGrp="1"/>
          </p:cNvSpPr>
          <p:nvPr>
            <p:ph type="body" sz="quarter" idx="24" hasCustomPrompt="1"/>
          </p:nvPr>
        </p:nvSpPr>
        <p:spPr>
          <a:xfrm>
            <a:off x="3428992" y="4646020"/>
            <a:ext cx="2285996"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1" name="Footer Placeholder 3">
            <a:extLst>
              <a:ext uri="{FF2B5EF4-FFF2-40B4-BE49-F238E27FC236}">
                <a16:creationId xmlns:a16="http://schemas.microsoft.com/office/drawing/2014/main" id="{3B3ABE64-A2B2-4267-83DE-C2D349057BCF}"/>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bg1">
                    <a:alpha val="75000"/>
                  </a:schemeClr>
                </a:solidFill>
                <a:latin typeface="+mn-lt"/>
                <a:ea typeface="+mn-ea"/>
                <a:cs typeface="+mn-cs"/>
              </a:defRPr>
            </a:lvl1pPr>
          </a:lstStyle>
          <a:p>
            <a:r>
              <a:rPr lang="es-ES"/>
              <a:t>Copyright © 2020 Accenture. All rights reserved.</a:t>
            </a:r>
          </a:p>
        </p:txBody>
      </p:sp>
      <p:pic>
        <p:nvPicPr>
          <p:cNvPr id="19" name="Picture 18" descr="Accenture Greater Than symbol in white">
            <a:extLst>
              <a:ext uri="{FF2B5EF4-FFF2-40B4-BE49-F238E27FC236}">
                <a16:creationId xmlns:a16="http://schemas.microsoft.com/office/drawing/2014/main" id="{E8781F80-F3D9-42F9-B6EE-F6DC303E05F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black">
          <a:xfrm>
            <a:off x="381468" y="6482516"/>
            <a:ext cx="191087" cy="202328"/>
          </a:xfrm>
          <a:prstGeom prst="rect">
            <a:avLst/>
          </a:prstGeom>
        </p:spPr>
      </p:pic>
      <p:sp>
        <p:nvSpPr>
          <p:cNvPr id="2" name="Slide Number Placeholder 1">
            <a:extLst>
              <a:ext uri="{FF2B5EF4-FFF2-40B4-BE49-F238E27FC236}">
                <a16:creationId xmlns:a16="http://schemas.microsoft.com/office/drawing/2014/main" id="{32A306F6-3D4B-4153-AFB5-695424B80AC9}"/>
              </a:ext>
            </a:extLst>
          </p:cNvPr>
          <p:cNvSpPr>
            <a:spLocks noGrp="1"/>
          </p:cNvSpPr>
          <p:nvPr>
            <p:ph type="sldNum" sz="quarter" idx="25"/>
          </p:nvPr>
        </p:nvSpPr>
        <p:spPr/>
        <p:txBody>
          <a:bodyPr/>
          <a:lstStyle>
            <a:lvl1pPr>
              <a:defRPr>
                <a:solidFill>
                  <a:schemeClr val="bg1"/>
                </a:solidFill>
              </a:defRPr>
            </a:lvl1pPr>
          </a:lstStyle>
          <a:p>
            <a:fld id="{804BFBA5-6622-4657-A915-630FEC1BA0AA}" type="slidenum">
              <a:rPr lang="es-ES" smtClean="0"/>
              <a:pPr/>
              <a:t>‹#›</a:t>
            </a:fld>
            <a:endParaRPr lang="es-ES"/>
          </a:p>
        </p:txBody>
      </p:sp>
    </p:spTree>
    <p:extLst>
      <p:ext uri="{BB962C8B-B14F-4D97-AF65-F5344CB8AC3E}">
        <p14:creationId xmlns:p14="http://schemas.microsoft.com/office/powerpoint/2010/main" val="856195309"/>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Statistics 2">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8DBAF1-DC97-4CAB-B174-0AAA55CCB2E8}"/>
              </a:ext>
            </a:extLst>
          </p:cNvPr>
          <p:cNvSpPr/>
          <p:nvPr/>
        </p:nvSpPr>
        <p:spPr bwMode="white">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2E53630-789F-425F-8AB1-96EFF4EA1E46}"/>
              </a:ext>
            </a:extLst>
          </p:cNvPr>
          <p:cNvSpPr/>
          <p:nvPr/>
        </p:nvSpPr>
        <p:spPr bwMode="white">
          <a:xfrm>
            <a:off x="9144056" y="3155948"/>
            <a:ext cx="3047944" cy="315595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D16F949-3472-4EBC-9DC1-05EC807C9FC0}"/>
              </a:ext>
            </a:extLst>
          </p:cNvPr>
          <p:cNvSpPr/>
          <p:nvPr/>
        </p:nvSpPr>
        <p:spPr bwMode="white">
          <a:xfrm>
            <a:off x="3048000" y="3155948"/>
            <a:ext cx="3047968" cy="3155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76" y="-1"/>
            <a:ext cx="3048024" cy="3151189"/>
          </a:xfrm>
          <a:solidFill>
            <a:schemeClr val="bg1">
              <a:lumMod val="95000"/>
            </a:schemeClr>
          </a:solidFill>
        </p:spPr>
        <p:txBody>
          <a:bodyPr tIns="274320" anchor="t"/>
          <a:lstStyle>
            <a:lvl1pPr marL="0" indent="0" algn="ctr">
              <a:buNone/>
              <a:defRPr sz="1400" b="0">
                <a:solidFill>
                  <a:schemeClr val="tx1"/>
                </a:solidFill>
              </a:defRPr>
            </a:lvl1pPr>
          </a:lstStyle>
          <a:p>
            <a:r>
              <a:rPr lang="en-GB"/>
              <a:t>Drag picture to placeholder </a:t>
            </a:r>
          </a:p>
          <a:p>
            <a:r>
              <a:rPr lang="en-GB"/>
              <a:t>or click icon to add</a:t>
            </a:r>
            <a:endParaRPr lang="en-US"/>
          </a:p>
        </p:txBody>
      </p: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7" y="380999"/>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7" name="Text Placeholder 32">
            <a:extLst>
              <a:ext uri="{FF2B5EF4-FFF2-40B4-BE49-F238E27FC236}">
                <a16:creationId xmlns:a16="http://schemas.microsoft.com/office/drawing/2014/main" id="{705CC01D-6D66-4B27-8D0E-E2205E002C2F}"/>
              </a:ext>
            </a:extLst>
          </p:cNvPr>
          <p:cNvSpPr>
            <a:spLocks noGrp="1"/>
          </p:cNvSpPr>
          <p:nvPr>
            <p:ph type="body" sz="quarter" idx="18" hasCustomPrompt="1"/>
          </p:nvPr>
        </p:nvSpPr>
        <p:spPr>
          <a:xfrm>
            <a:off x="9525005" y="1490071"/>
            <a:ext cx="2285995"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8" y="3538763"/>
            <a:ext cx="2285996" cy="912223"/>
          </a:xfrm>
        </p:spPr>
        <p:txBody>
          <a:bodyPr anchor="ctr"/>
          <a:lstStyle>
            <a:lvl1pPr marL="0" indent="0">
              <a:buNone/>
              <a:defRPr lang="en-US" sz="4800" b="1" kern="1200" dirty="0">
                <a:solidFill>
                  <a:schemeClr val="bg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9" name="Text Placeholder 32">
            <a:extLst>
              <a:ext uri="{FF2B5EF4-FFF2-40B4-BE49-F238E27FC236}">
                <a16:creationId xmlns:a16="http://schemas.microsoft.com/office/drawing/2014/main" id="{D36C84D9-D180-4ECA-9C39-AB74A8A3E6B1}"/>
              </a:ext>
            </a:extLst>
          </p:cNvPr>
          <p:cNvSpPr>
            <a:spLocks noGrp="1"/>
          </p:cNvSpPr>
          <p:nvPr>
            <p:ph type="body" sz="quarter" idx="20" hasCustomPrompt="1"/>
          </p:nvPr>
        </p:nvSpPr>
        <p:spPr>
          <a:xfrm>
            <a:off x="3428986" y="4647836"/>
            <a:ext cx="2285995" cy="1284879"/>
          </a:xfrm>
        </p:spPr>
        <p:txBody>
          <a:bodyPr/>
          <a:lstStyle>
            <a:lvl1pPr marL="0" indent="0">
              <a:spcAft>
                <a:spcPts val="600"/>
              </a:spcAft>
              <a:buNone/>
              <a:defRPr lang="en-US" sz="2000" b="1" kern="1200" dirty="0" smtClean="0">
                <a:solidFill>
                  <a:schemeClr val="bg1"/>
                </a:solidFill>
                <a:latin typeface="+mj-lt"/>
                <a:ea typeface="+mn-ea"/>
                <a:cs typeface="+mn-cs"/>
              </a:defRPr>
            </a:lvl1pPr>
            <a:lvl2pPr marL="0" indent="0">
              <a:spcAft>
                <a:spcPts val="600"/>
              </a:spcAft>
              <a:buNone/>
              <a:defRPr lang="en-US" sz="1600" kern="1200" dirty="0">
                <a:solidFill>
                  <a:schemeClr val="bg1"/>
                </a:solidFill>
                <a:latin typeface="+mn-lt"/>
                <a:ea typeface="+mn-ea"/>
                <a:cs typeface="+mn-cs"/>
              </a:defRPr>
            </a:lvl2pPr>
            <a:lvl3pPr marL="285750" indent="-285750">
              <a:spcAft>
                <a:spcPts val="600"/>
              </a:spcAft>
              <a:defRPr lang="en-US" sz="1600" kern="1200" dirty="0">
                <a:solidFill>
                  <a:schemeClr val="bg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6" y="3538763"/>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1" name="Text Placeholder 32">
            <a:extLst>
              <a:ext uri="{FF2B5EF4-FFF2-40B4-BE49-F238E27FC236}">
                <a16:creationId xmlns:a16="http://schemas.microsoft.com/office/drawing/2014/main" id="{2ACA6616-E51D-4660-96C1-738E6693FAD3}"/>
              </a:ext>
            </a:extLst>
          </p:cNvPr>
          <p:cNvSpPr>
            <a:spLocks noGrp="1"/>
          </p:cNvSpPr>
          <p:nvPr>
            <p:ph type="body" sz="quarter" idx="22" hasCustomPrompt="1"/>
          </p:nvPr>
        </p:nvSpPr>
        <p:spPr>
          <a:xfrm>
            <a:off x="6476994" y="4647835"/>
            <a:ext cx="2285995" cy="1664208"/>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1" name="Picture Placeholder 35">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155942"/>
            <a:ext cx="3048000" cy="3155958"/>
          </a:xfrm>
          <a:solidFill>
            <a:schemeClr val="bg1">
              <a:lumMod val="95000"/>
            </a:schemeClr>
          </a:solidFill>
        </p:spPr>
        <p:txBody>
          <a:bodyPr vert="horz" lIns="0" tIns="274320" rIns="0" bIns="0" rtlCol="0" anchor="t">
            <a:noAutofit/>
          </a:bodyPr>
          <a:lstStyle>
            <a:lvl1pPr marL="0" indent="0" algn="ctr">
              <a:buNone/>
              <a:defRPr lang="en-US" sz="1400" dirty="0"/>
            </a:lvl1pPr>
          </a:lstStyle>
          <a:p>
            <a:pPr marL="228600" lvl="0" indent="-228600" algn="ctr"/>
            <a:r>
              <a:rPr lang="en-GB"/>
              <a:t>Drag picture to placeholder </a:t>
            </a:r>
          </a:p>
          <a:p>
            <a:pPr marL="228600" lvl="0" indent="-228600" algn="ctr"/>
            <a:r>
              <a:rPr lang="en-GB"/>
              <a:t>or click icon to add</a:t>
            </a:r>
            <a:endParaRPr lang="en-US"/>
          </a:p>
        </p:txBody>
      </p:sp>
      <p:sp>
        <p:nvSpPr>
          <p:cNvPr id="24" name="Text Placeholder 26">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1" y="3538763"/>
            <a:ext cx="2285996" cy="912223"/>
          </a:xfrm>
        </p:spPr>
        <p:txBody>
          <a:bodyPr anchor="ctr"/>
          <a:lstStyle>
            <a:lvl1pPr marL="0" indent="0">
              <a:buNone/>
              <a:defRPr lang="en-US" sz="4800" b="1" kern="1200" dirty="0">
                <a:solidFill>
                  <a:schemeClr val="accent1"/>
                </a:solidFill>
                <a:latin typeface="+mj-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25" name="Text Placeholder 32">
            <a:extLst>
              <a:ext uri="{FF2B5EF4-FFF2-40B4-BE49-F238E27FC236}">
                <a16:creationId xmlns:a16="http://schemas.microsoft.com/office/drawing/2014/main" id="{07ADCD97-A8C0-487C-9E6C-6CD77C3BE053}"/>
              </a:ext>
            </a:extLst>
          </p:cNvPr>
          <p:cNvSpPr>
            <a:spLocks noGrp="1"/>
          </p:cNvSpPr>
          <p:nvPr>
            <p:ph type="body" sz="quarter" idx="25" hasCustomPrompt="1"/>
          </p:nvPr>
        </p:nvSpPr>
        <p:spPr>
          <a:xfrm>
            <a:off x="9524999" y="4647836"/>
            <a:ext cx="2285995" cy="1662794"/>
          </a:xfrm>
        </p:spPr>
        <p:txBody>
          <a:bodyPr/>
          <a:lstStyle>
            <a:lvl1pPr marL="0" indent="0">
              <a:spcAft>
                <a:spcPts val="600"/>
              </a:spcAft>
              <a:buNone/>
              <a:defRPr lang="en-US" sz="2000" b="1" kern="1200" dirty="0" smtClean="0">
                <a:solidFill>
                  <a:schemeClr val="tx1"/>
                </a:solidFill>
                <a:latin typeface="+mj-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 16pt</a:t>
            </a:r>
          </a:p>
          <a:p>
            <a:pPr marL="228600" lvl="2" indent="-228600" algn="l" defTabSz="914400" rtl="0" eaLnBrk="1" latinLnBrk="0" hangingPunct="1">
              <a:lnSpc>
                <a:spcPct val="100000"/>
              </a:lnSpc>
              <a:spcBef>
                <a:spcPts val="0"/>
              </a:spcBef>
              <a:spcAft>
                <a:spcPts val="0"/>
              </a:spcAft>
              <a:buFont typeface="Graphik" panose="020B0604020202020204" pitchFamily="34" charset="0"/>
              <a:buChar char="•"/>
            </a:pPr>
            <a:r>
              <a:rPr lang="en-US"/>
              <a:t>Bullet point 16pt</a:t>
            </a:r>
          </a:p>
        </p:txBody>
      </p:sp>
      <p:sp>
        <p:nvSpPr>
          <p:cNvPr id="22" name="Footer Placeholder 3">
            <a:extLst>
              <a:ext uri="{FF2B5EF4-FFF2-40B4-BE49-F238E27FC236}">
                <a16:creationId xmlns:a16="http://schemas.microsoft.com/office/drawing/2014/main" id="{272DDB3A-459D-40AA-A5E7-DDCDD2DEA3B8}"/>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bg1">
                    <a:alpha val="75000"/>
                  </a:schemeClr>
                </a:solidFill>
                <a:latin typeface="+mn-lt"/>
                <a:ea typeface="+mn-ea"/>
                <a:cs typeface="+mn-cs"/>
              </a:defRPr>
            </a:lvl1pPr>
          </a:lstStyle>
          <a:p>
            <a:r>
              <a:rPr lang="es-ES"/>
              <a:t>Copyright © 2020 Accenture. All rights reserved.</a:t>
            </a:r>
          </a:p>
        </p:txBody>
      </p:sp>
      <p:pic>
        <p:nvPicPr>
          <p:cNvPr id="23" name="Picture 22" descr="Accenture Greater Than symbol in white">
            <a:extLst>
              <a:ext uri="{FF2B5EF4-FFF2-40B4-BE49-F238E27FC236}">
                <a16:creationId xmlns:a16="http://schemas.microsoft.com/office/drawing/2014/main" id="{78774BCE-242F-4FF9-9C01-D01B97743A9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black">
          <a:xfrm>
            <a:off x="381468" y="6482516"/>
            <a:ext cx="191087" cy="202328"/>
          </a:xfrm>
          <a:prstGeom prst="rect">
            <a:avLst/>
          </a:prstGeom>
        </p:spPr>
      </p:pic>
      <p:sp>
        <p:nvSpPr>
          <p:cNvPr id="2" name="Slide Number Placeholder 1">
            <a:extLst>
              <a:ext uri="{FF2B5EF4-FFF2-40B4-BE49-F238E27FC236}">
                <a16:creationId xmlns:a16="http://schemas.microsoft.com/office/drawing/2014/main" id="{911B33BA-8B14-4BE4-8987-4DD490763486}"/>
              </a:ext>
            </a:extLst>
          </p:cNvPr>
          <p:cNvSpPr>
            <a:spLocks noGrp="1"/>
          </p:cNvSpPr>
          <p:nvPr>
            <p:ph type="sldNum" sz="quarter" idx="27"/>
          </p:nvPr>
        </p:nvSpPr>
        <p:spPr/>
        <p:txBody>
          <a:bodyPr/>
          <a:lstStyle>
            <a:lvl1pPr>
              <a:defRPr>
                <a:solidFill>
                  <a:schemeClr val="bg1"/>
                </a:solidFill>
              </a:defRPr>
            </a:lvl1pPr>
          </a:lstStyle>
          <a:p>
            <a:fld id="{804BFBA5-6622-4657-A915-630FEC1BA0AA}" type="slidenum">
              <a:rPr lang="es-ES" smtClean="0"/>
              <a:pPr/>
              <a:t>‹#›</a:t>
            </a:fld>
            <a:endParaRPr lang="es-ES"/>
          </a:p>
        </p:txBody>
      </p:sp>
      <p:sp>
        <p:nvSpPr>
          <p:cNvPr id="3" name="Title 2">
            <a:extLst>
              <a:ext uri="{FF2B5EF4-FFF2-40B4-BE49-F238E27FC236}">
                <a16:creationId xmlns:a16="http://schemas.microsoft.com/office/drawing/2014/main" id="{1B14DCF5-5ED0-4270-8AF9-09AB7E3D7EE3}"/>
              </a:ext>
            </a:extLst>
          </p:cNvPr>
          <p:cNvSpPr>
            <a:spLocks noGrp="1"/>
          </p:cNvSpPr>
          <p:nvPr>
            <p:ph type="title" hasCustomPrompt="1"/>
          </p:nvPr>
        </p:nvSpPr>
        <p:spPr>
          <a:xfrm>
            <a:off x="381000" y="380998"/>
            <a:ext cx="5330952" cy="2395728"/>
          </a:xfrm>
        </p:spPr>
        <p:txBody>
          <a:bodyPr anchor="ctr"/>
          <a:lstStyle/>
          <a:p>
            <a:r>
              <a:rPr lang="en-GB"/>
              <a:t>Place headline here 36pt, min 30pt)</a:t>
            </a:r>
          </a:p>
        </p:txBody>
      </p:sp>
    </p:spTree>
    <p:extLst>
      <p:ext uri="{BB962C8B-B14F-4D97-AF65-F5344CB8AC3E}">
        <p14:creationId xmlns:p14="http://schemas.microsoft.com/office/powerpoint/2010/main" val="3556659695"/>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descr="Accenture Gradient Dark">
            <a:extLst>
              <a:ext uri="{FF2B5EF4-FFF2-40B4-BE49-F238E27FC236}">
                <a16:creationId xmlns:a16="http://schemas.microsoft.com/office/drawing/2014/main" id="{AB47B586-CFEE-4C32-8227-001B5A89C37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bwMode="invGray">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10" name="Footer Placeholder 3">
            <a:extLst>
              <a:ext uri="{FF2B5EF4-FFF2-40B4-BE49-F238E27FC236}">
                <a16:creationId xmlns:a16="http://schemas.microsoft.com/office/drawing/2014/main" id="{9310B6FD-F7E2-4120-A2CE-22852AAA9F5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2FF57A0A-C5DD-42B6-8DD3-E5EA041C72D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CF31A683-09B8-4B7C-917B-D192D06BBAE0}"/>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97581872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Key Message Mid Pur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7" name="TextBox 6">
            <a:extLst>
              <a:ext uri="{FF2B5EF4-FFF2-40B4-BE49-F238E27FC236}">
                <a16:creationId xmlns:a16="http://schemas.microsoft.com/office/drawing/2014/main" id="{A5CECBE8-C9DE-46DF-9582-7DB75BEDF4F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sp>
        <p:nvSpPr>
          <p:cNvPr id="10" name="Footer Placeholder 3">
            <a:extLst>
              <a:ext uri="{FF2B5EF4-FFF2-40B4-BE49-F238E27FC236}">
                <a16:creationId xmlns:a16="http://schemas.microsoft.com/office/drawing/2014/main" id="{8D9D8DCD-E7C3-4F1A-8A48-31319650AC37}"/>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11" name="GTS_WH" descr="Accenture Greater Than symbol in white">
            <a:extLst>
              <a:ext uri="{FF2B5EF4-FFF2-40B4-BE49-F238E27FC236}">
                <a16:creationId xmlns:a16="http://schemas.microsoft.com/office/drawing/2014/main" id="{B0B0C095-6C73-4899-AD8E-8F75768CF51A}"/>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52AFE70C-67B2-45BA-88F7-45C14692FC25}"/>
              </a:ext>
            </a:extLst>
          </p:cNvPr>
          <p:cNvSpPr>
            <a:spLocks noGrp="1"/>
          </p:cNvSpPr>
          <p:nvPr>
            <p:ph type="sldNum" sz="quarter" idx="11"/>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274587081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Full Bleed Image">
    <p:bg>
      <p:bgPr>
        <a:solidFill>
          <a:schemeClr val="accent3"/>
        </a:solidFill>
        <a:effectLst/>
      </p:bgPr>
    </p:bg>
    <p:spTree>
      <p:nvGrpSpPr>
        <p:cNvPr id="1" name=""/>
        <p:cNvGrpSpPr/>
        <p:nvPr/>
      </p:nvGrpSpPr>
      <p:grpSpPr>
        <a:xfrm>
          <a:off x="0" y="0"/>
          <a:ext cx="0" cy="0"/>
          <a:chOff x="0" y="0"/>
          <a:chExt cx="0" cy="0"/>
        </a:xfrm>
      </p:grpSpPr>
      <p:sp>
        <p:nvSpPr>
          <p:cNvPr id="14" name="Picture Placeholder 8">
            <a:extLst>
              <a:ext uri="{FF2B5EF4-FFF2-40B4-BE49-F238E27FC236}">
                <a16:creationId xmlns:a16="http://schemas.microsoft.com/office/drawing/2014/main" id="{5AD31DD4-2506-4E03-897C-F4C8C020F09C}"/>
              </a:ext>
            </a:extLst>
          </p:cNvPr>
          <p:cNvSpPr>
            <a:spLocks noGrp="1"/>
          </p:cNvSpPr>
          <p:nvPr>
            <p:ph type="pic" sz="quarter" idx="10" hasCustomPrompt="1"/>
          </p:nvPr>
        </p:nvSpPr>
        <p:spPr>
          <a:xfrm>
            <a:off x="-7620" y="-9144"/>
            <a:ext cx="12207240" cy="6876288"/>
          </a:xfrm>
        </p:spPr>
        <p:txBody>
          <a:bodyPr lIns="0" tIns="182880"/>
          <a:lstStyle>
            <a:lvl1pPr algn="ctr">
              <a:buNone/>
              <a:defRPr/>
            </a:lvl1pPr>
          </a:lstStyle>
          <a:p>
            <a:r>
              <a:rPr lang="en-GB"/>
              <a:t>Drag picture to placeholder or click icon to add, then send to back.</a:t>
            </a:r>
            <a:endParaRPr lang="en-US"/>
          </a:p>
        </p:txBody>
      </p:sp>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39" y="2015925"/>
            <a:ext cx="8656320" cy="2826150"/>
          </a:xfrm>
        </p:spPr>
        <p:txBody>
          <a:bodyPr anchor="ctr"/>
          <a:lstStyle>
            <a:lvl1pPr algn="ctr">
              <a:defRPr sz="5400">
                <a:solidFill>
                  <a:schemeClr val="tx1"/>
                </a:solidFill>
              </a:defRPr>
            </a:lvl1pPr>
          </a:lstStyle>
          <a:p>
            <a:r>
              <a:rPr lang="en-US"/>
              <a:t>Place headline here 54pt</a:t>
            </a:r>
          </a:p>
        </p:txBody>
      </p:sp>
      <p:sp>
        <p:nvSpPr>
          <p:cNvPr id="12" name="Footer Placeholder 3">
            <a:extLst>
              <a:ext uri="{FF2B5EF4-FFF2-40B4-BE49-F238E27FC236}">
                <a16:creationId xmlns:a16="http://schemas.microsoft.com/office/drawing/2014/main" id="{2A2CFACC-0767-48E1-9FD9-763E5025E7AD}"/>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7" name="GTS_WH" descr="Accenture Greater Than symbol in white">
            <a:extLst>
              <a:ext uri="{FF2B5EF4-FFF2-40B4-BE49-F238E27FC236}">
                <a16:creationId xmlns:a16="http://schemas.microsoft.com/office/drawing/2014/main" id="{AE479463-B4C9-4B9A-BE8B-62B5B9CF0075}"/>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945BAA91-4288-4230-8881-E1D51DEBFFC3}"/>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74654800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Long Headlin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8546ADE-103C-4652-A344-9C0C8C49EC1E}"/>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7" name="Footer Placeholder 3">
            <a:extLst>
              <a:ext uri="{FF2B5EF4-FFF2-40B4-BE49-F238E27FC236}">
                <a16:creationId xmlns:a16="http://schemas.microsoft.com/office/drawing/2014/main" id="{480EAEA1-D575-4107-8AFC-0CAE2D4FB3D6}"/>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 name="Slide Number Placeholder 1">
            <a:extLst>
              <a:ext uri="{FF2B5EF4-FFF2-40B4-BE49-F238E27FC236}">
                <a16:creationId xmlns:a16="http://schemas.microsoft.com/office/drawing/2014/main" id="{D20A237C-DB73-401B-BD5B-B8B91332335E}"/>
              </a:ext>
            </a:extLst>
          </p:cNvPr>
          <p:cNvSpPr>
            <a:spLocks noGrp="1"/>
          </p:cNvSpPr>
          <p:nvPr>
            <p:ph type="sldNum" sz="quarter" idx="1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3160283677"/>
      </p:ext>
    </p:extLst>
  </p:cSld>
  <p:clrMapOvr>
    <a:masterClrMapping/>
  </p:clrMapOvr>
  <p:hf hdr="0" dt="0"/>
  <p:extLst>
    <p:ext uri="{DCECCB84-F9BA-43D5-87BE-67443E8EF086}">
      <p15:sldGuideLst xmlns:p15="http://schemas.microsoft.com/office/powerpoint/2012/main"/>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Long Headline-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800100"/>
          </a:xfrm>
        </p:spPr>
        <p:txBody>
          <a:bodyPr/>
          <a:lstStyle>
            <a:lvl1pPr>
              <a:defRPr sz="3600"/>
            </a:lvl1pPr>
          </a:lstStyle>
          <a:p>
            <a:r>
              <a:rPr lang="en-GB"/>
              <a:t>Place headline here (36pt, min 30pt)</a:t>
            </a:r>
            <a:endParaRPr lang="en-US"/>
          </a:p>
        </p:txBody>
      </p:sp>
      <p:sp>
        <p:nvSpPr>
          <p:cNvPr id="4" name="Text Placeholder 3">
            <a:extLst>
              <a:ext uri="{FF2B5EF4-FFF2-40B4-BE49-F238E27FC236}">
                <a16:creationId xmlns:a16="http://schemas.microsoft.com/office/drawing/2014/main" id="{BB385C65-6BFC-4F61-A214-71B69537BB4B}"/>
              </a:ext>
            </a:extLst>
          </p:cNvPr>
          <p:cNvSpPr>
            <a:spLocks noGrp="1"/>
          </p:cNvSpPr>
          <p:nvPr>
            <p:ph type="body" sz="quarter" idx="11" hasCustomPrompt="1"/>
          </p:nvPr>
        </p:nvSpPr>
        <p:spPr>
          <a:xfrm>
            <a:off x="381000" y="1234440"/>
            <a:ext cx="11430000" cy="384048"/>
          </a:xfrm>
        </p:spPr>
        <p:txBody>
          <a:bodyPr anchor="t"/>
          <a:lstStyle>
            <a:lvl1pPr marL="0" indent="0">
              <a:spcAft>
                <a:spcPts val="0"/>
              </a:spcAft>
              <a:buNone/>
              <a:defRPr>
                <a:solidFill>
                  <a:schemeClr val="accent1"/>
                </a:solidFill>
                <a:latin typeface="GT Sectra Fine Rg" panose="00000500000000000000" pitchFamily="50" charset="0"/>
              </a:defRPr>
            </a:lvl1pPr>
          </a:lstStyle>
          <a:p>
            <a:pPr lvl="0"/>
            <a:r>
              <a:rPr lang="en-GB"/>
              <a:t>Place subtitle here in GT Sectra Fine </a:t>
            </a:r>
            <a:r>
              <a:rPr lang="en-GB" err="1"/>
              <a:t>Rg</a:t>
            </a:r>
            <a:r>
              <a:rPr lang="en-GB"/>
              <a:t> 20pt</a:t>
            </a:r>
          </a:p>
        </p:txBody>
      </p:sp>
      <p:sp>
        <p:nvSpPr>
          <p:cNvPr id="7" name="Footer Placeholder 3">
            <a:extLst>
              <a:ext uri="{FF2B5EF4-FFF2-40B4-BE49-F238E27FC236}">
                <a16:creationId xmlns:a16="http://schemas.microsoft.com/office/drawing/2014/main" id="{D81D62B4-50F4-4143-BFCC-F5508365C8BA}"/>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3" name="Slide Number Placeholder 2">
            <a:extLst>
              <a:ext uri="{FF2B5EF4-FFF2-40B4-BE49-F238E27FC236}">
                <a16:creationId xmlns:a16="http://schemas.microsoft.com/office/drawing/2014/main" id="{9F7CFBA7-F1B1-4FF3-932C-7525FBDA5B5C}"/>
              </a:ext>
            </a:extLst>
          </p:cNvPr>
          <p:cNvSpPr>
            <a:spLocks noGrp="1"/>
          </p:cNvSpPr>
          <p:nvPr>
            <p:ph type="sldNum" sz="quarter" idx="12"/>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717237876"/>
      </p:ext>
    </p:extLst>
  </p:cSld>
  <p:clrMapOvr>
    <a:masterClrMapping/>
  </p:clrMapOvr>
  <p:hf hdr="0" dt="0"/>
  <p:extLst>
    <p:ext uri="{DCECCB84-F9BA-43D5-87BE-67443E8EF086}">
      <p15:sldGuideLst xmlns:p15="http://schemas.microsoft.com/office/powerpoint/2012/main">
        <p15:guide id="1" orient="horz" pos="932">
          <p15:clr>
            <a:srgbClr val="547EBF"/>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16BF2C1-BAA9-4BAD-9934-C110D730322C}"/>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2" name="Slide Number Placeholder 1">
            <a:extLst>
              <a:ext uri="{FF2B5EF4-FFF2-40B4-BE49-F238E27FC236}">
                <a16:creationId xmlns:a16="http://schemas.microsoft.com/office/drawing/2014/main" id="{7F030600-A2B3-4AAD-808D-56DA9B773301}"/>
              </a:ext>
            </a:extLst>
          </p:cNvPr>
          <p:cNvSpPr>
            <a:spLocks noGrp="1"/>
          </p:cNvSpPr>
          <p:nvPr>
            <p:ph type="sldNum" sz="quarter" idx="10"/>
          </p:nvPr>
        </p:nvSpPr>
        <p:spPr/>
        <p:txBody>
          <a:bodyPr/>
          <a:lstStyle/>
          <a:p>
            <a:fld id="{804BFBA5-6622-4657-A915-630FEC1BA0AA}" type="slidenum">
              <a:rPr lang="es-ES" smtClean="0"/>
              <a:pPr/>
              <a:t>‹#›</a:t>
            </a:fld>
            <a:endParaRPr lang="es-ES"/>
          </a:p>
        </p:txBody>
      </p:sp>
    </p:spTree>
    <p:extLst>
      <p:ext uri="{BB962C8B-B14F-4D97-AF65-F5344CB8AC3E}">
        <p14:creationId xmlns:p14="http://schemas.microsoft.com/office/powerpoint/2010/main" val="1857652441"/>
      </p:ext>
    </p:extLst>
  </p:cSld>
  <p:clrMapOvr>
    <a:masterClrMapping/>
  </p:clrMapOvr>
  <p:hf hdr="0" dt="0"/>
  <p:extLst>
    <p:ext uri="{DCECCB84-F9BA-43D5-87BE-67443E8EF086}">
      <p15:sldGuideLst xmlns:p15="http://schemas.microsoft.com/office/powerpoint/2012/main"/>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cSld name="Icons Library Layout">
    <p:bg>
      <p:bgPr>
        <a:solidFill>
          <a:schemeClr val="tx2">
            <a:lumMod val="40000"/>
            <a:lumOff val="60000"/>
            <a:alpha val="80000"/>
          </a:schemeClr>
        </a:solidFill>
        <a:effectLst/>
      </p:bgPr>
    </p:bg>
    <p:spTree>
      <p:nvGrpSpPr>
        <p:cNvPr id="1" name=""/>
        <p:cNvGrpSpPr/>
        <p:nvPr/>
      </p:nvGrpSpPr>
      <p:grpSpPr>
        <a:xfrm>
          <a:off x="0" y="0"/>
          <a:ext cx="0" cy="0"/>
          <a:chOff x="0" y="0"/>
          <a:chExt cx="0" cy="0"/>
        </a:xfrm>
      </p:grpSpPr>
      <p:sp>
        <p:nvSpPr>
          <p:cNvPr id="11" name="Link">
            <a:hlinkClick r:id="" action="ppaction://noaction"/>
          </p:cNvPr>
          <p:cNvSpPr/>
          <p:nvPr/>
        </p:nvSpPr>
        <p:spPr>
          <a:xfrm>
            <a:off x="10882946" y="105450"/>
            <a:ext cx="1188720" cy="274320"/>
          </a:xfrm>
          <a:prstGeom prst="rect">
            <a:avLst/>
          </a:prstGeom>
          <a:solidFill>
            <a:schemeClr val="bg1">
              <a:alpha val="0"/>
            </a:schemeClr>
          </a:solidFill>
          <a:ln w="12700" cmpd="sng">
            <a:noFill/>
            <a:tailEnd type="none" w="med" len="med"/>
          </a:ln>
        </p:spPr>
        <p:style>
          <a:lnRef idx="1">
            <a:schemeClr val="accent1"/>
          </a:lnRef>
          <a:fillRef idx="0">
            <a:schemeClr val="accent1"/>
          </a:fillRef>
          <a:effectRef idx="0">
            <a:schemeClr val="accent1"/>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b="0">
                <a:solidFill>
                  <a:schemeClr val="tx2"/>
                </a:solidFill>
                <a:latin typeface="+mn-lt"/>
                <a:ea typeface="Roboto Medium" panose="02000000000000000000" pitchFamily="2" charset="0"/>
                <a:cs typeface="Arial" panose="020B0604020202020204" pitchFamily="34" charset="0"/>
              </a:rPr>
              <a:t>△ </a:t>
            </a:r>
            <a:r>
              <a:rPr lang="en-US" sz="1050" b="0" u="sng">
                <a:solidFill>
                  <a:schemeClr val="tx2"/>
                </a:solidFill>
                <a:latin typeface="+mn-lt"/>
                <a:ea typeface="Roboto Medium" panose="02000000000000000000" pitchFamily="2" charset="0"/>
                <a:cs typeface="Arial" panose="020B0604020202020204" pitchFamily="34" charset="0"/>
              </a:rPr>
              <a:t>Back to index</a:t>
            </a:r>
          </a:p>
        </p:txBody>
      </p:sp>
      <p:cxnSp>
        <p:nvCxnSpPr>
          <p:cNvPr id="14" name="Straight Connector 13"/>
          <p:cNvCxnSpPr/>
          <p:nvPr/>
        </p:nvCxnSpPr>
        <p:spPr>
          <a:xfrm>
            <a:off x="3635411" y="105450"/>
            <a:ext cx="6400800" cy="0"/>
          </a:xfrm>
          <a:prstGeom prst="line">
            <a:avLst/>
          </a:prstGeom>
          <a:ln w="12700">
            <a:solidFill>
              <a:schemeClr val="tx2"/>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3635411" y="379770"/>
            <a:ext cx="6400800" cy="0"/>
          </a:xfrm>
          <a:prstGeom prst="line">
            <a:avLst/>
          </a:prstGeom>
          <a:ln w="12700">
            <a:solidFill>
              <a:schemeClr val="tx2"/>
            </a:solidFill>
            <a:prstDash val="soli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3" name="Content Placeholder 9"/>
          <p:cNvSpPr txBox="1">
            <a:spLocks/>
          </p:cNvSpPr>
          <p:nvPr/>
        </p:nvSpPr>
        <p:spPr>
          <a:xfrm>
            <a:off x="3635411" y="174557"/>
            <a:ext cx="6400800" cy="136107"/>
          </a:xfrm>
          <a:prstGeom prst="rect">
            <a:avLst/>
          </a:prstGeom>
          <a:ln w="12700">
            <a:no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square" lIns="0" tIns="0" rIns="0" bIns="0" anchor="ctr">
            <a:spAutoFit/>
          </a:bodyPr>
          <a:lstStyle>
            <a:lvl1pPr marL="0" indent="0" algn="l" rtl="0" eaLnBrk="1" fontAlgn="base" hangingPunct="1">
              <a:lnSpc>
                <a:spcPct val="110000"/>
              </a:lnSpc>
              <a:spcBef>
                <a:spcPts val="800"/>
              </a:spcBef>
              <a:spcAft>
                <a:spcPct val="0"/>
              </a:spcAft>
              <a:buFont typeface="Graphik" pitchFamily="34" charset="0"/>
              <a:buNone/>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1pPr>
            <a:lvl2pPr marL="179388" indent="-179388" algn="l" rtl="0" eaLnBrk="1" fontAlgn="base" hangingPunct="1">
              <a:lnSpc>
                <a:spcPct val="110000"/>
              </a:lnSpc>
              <a:spcBef>
                <a:spcPts val="800"/>
              </a:spcBef>
              <a:spcAft>
                <a:spcPct val="0"/>
              </a:spcAft>
              <a:buFont typeface="Graphik" pitchFamily="34" charset="0"/>
              <a:buChar char="•"/>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2pPr>
            <a:lvl3pPr marL="358775" indent="-179388" algn="l" rtl="0" eaLnBrk="1" fontAlgn="base" hangingPunct="1">
              <a:lnSpc>
                <a:spcPct val="110000"/>
              </a:lnSpc>
              <a:spcBef>
                <a:spcPts val="800"/>
              </a:spcBef>
              <a:spcAft>
                <a:spcPct val="0"/>
              </a:spcAft>
              <a:buFont typeface="Graphik" pitchFamily="34" charset="0"/>
              <a:buChar char="‒"/>
              <a:tabLst/>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3pPr>
            <a:lvl4pPr marL="538163" indent="-179388" algn="l" rtl="0" eaLnBrk="1" fontAlgn="base" hangingPunct="1">
              <a:lnSpc>
                <a:spcPct val="110000"/>
              </a:lnSpc>
              <a:spcBef>
                <a:spcPts val="800"/>
              </a:spcBef>
              <a:spcAft>
                <a:spcPct val="0"/>
              </a:spcAft>
              <a:buFont typeface="Graphik" pitchFamily="34" charset="0"/>
              <a:buChar char="•"/>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4pPr>
            <a:lvl5pPr marL="717550" indent="-179388" algn="l" rtl="0" eaLnBrk="1" fontAlgn="base" hangingPunct="1">
              <a:lnSpc>
                <a:spcPct val="110000"/>
              </a:lnSpc>
              <a:spcBef>
                <a:spcPts val="800"/>
              </a:spcBef>
              <a:spcAft>
                <a:spcPct val="0"/>
              </a:spcAft>
              <a:buFont typeface="Graphik" pitchFamily="34" charset="0"/>
              <a:buChar char="‒"/>
              <a:defRPr sz="1400" kern="1200">
                <a:solidFill>
                  <a:schemeClr val="tx1"/>
                </a:solidFill>
                <a:latin typeface="Graphik" panose="020B0604020202020204" pitchFamily="34" charset="0"/>
                <a:ea typeface="Roboto" panose="02000000000000000000" pitchFamily="2" charset="0"/>
                <a:cs typeface="Arial" panose="020B0604020202020204" pitchFamily="34" charset="0"/>
              </a:defRPr>
            </a:lvl5pPr>
            <a:lvl6pPr marL="3352213"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Graphik" pitchFamily="34" charset="0"/>
              <a:buChar char="•"/>
              <a:defRPr sz="2700" kern="1200">
                <a:solidFill>
                  <a:schemeClr val="tx1"/>
                </a:solidFill>
                <a:latin typeface="+mn-lt"/>
                <a:ea typeface="+mn-ea"/>
                <a:cs typeface="+mn-cs"/>
              </a:defRPr>
            </a:lvl9pPr>
          </a:lstStyle>
          <a:p>
            <a:pPr algn="ctr"/>
            <a:r>
              <a:rPr lang="en-AU" sz="1000" b="1">
                <a:solidFill>
                  <a:schemeClr val="tx2"/>
                </a:solidFill>
                <a:latin typeface="+mj-lt"/>
              </a:rPr>
              <a:t>ONLY CHOOSE AN ICON THAT VERY CLEARLY MATCHES THE TEXT IT WILL ACCOMPANY</a:t>
            </a:r>
            <a:endParaRPr lang="en-AU" sz="900">
              <a:solidFill>
                <a:schemeClr val="tx2"/>
              </a:solidFill>
              <a:latin typeface="+mj-lt"/>
            </a:endParaRPr>
          </a:p>
        </p:txBody>
      </p:sp>
      <p:cxnSp>
        <p:nvCxnSpPr>
          <p:cNvPr id="17" name="Straight Connector 16"/>
          <p:cNvCxnSpPr/>
          <p:nvPr/>
        </p:nvCxnSpPr>
        <p:spPr>
          <a:xfrm>
            <a:off x="357328" y="4627141"/>
            <a:ext cx="11473293" cy="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357328" y="2597056"/>
            <a:ext cx="11473293" cy="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1996370"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10191581"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8552539"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5274454"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6913497"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3635412" y="682221"/>
            <a:ext cx="0" cy="1799583"/>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25" name="Group 24"/>
          <p:cNvGrpSpPr/>
          <p:nvPr/>
        </p:nvGrpSpPr>
        <p:grpSpPr>
          <a:xfrm>
            <a:off x="1996370" y="2712307"/>
            <a:ext cx="8195211" cy="1799583"/>
            <a:chOff x="1995590" y="682378"/>
            <a:chExt cx="8192010" cy="1800000"/>
          </a:xfrm>
        </p:grpSpPr>
        <p:cxnSp>
          <p:nvCxnSpPr>
            <p:cNvPr id="33" name="Straight Connector 32"/>
            <p:cNvCxnSpPr/>
            <p:nvPr/>
          </p:nvCxnSpPr>
          <p:spPr>
            <a:xfrm>
              <a:off x="199559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1018760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8549198"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5272394"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a:off x="6910796"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a:off x="3633992"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grpSp>
        <p:nvGrpSpPr>
          <p:cNvPr id="26" name="Group 25"/>
          <p:cNvGrpSpPr/>
          <p:nvPr/>
        </p:nvGrpSpPr>
        <p:grpSpPr>
          <a:xfrm>
            <a:off x="1996370" y="4742394"/>
            <a:ext cx="8195211" cy="1799583"/>
            <a:chOff x="1995590" y="682378"/>
            <a:chExt cx="8192010" cy="1800000"/>
          </a:xfrm>
        </p:grpSpPr>
        <p:cxnSp>
          <p:nvCxnSpPr>
            <p:cNvPr id="27" name="Straight Connector 26"/>
            <p:cNvCxnSpPr/>
            <p:nvPr/>
          </p:nvCxnSpPr>
          <p:spPr>
            <a:xfrm>
              <a:off x="199559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a:off x="10187600"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8549198"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a:off x="5272394"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a:off x="6910796"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3633992" y="682378"/>
              <a:ext cx="0" cy="1800000"/>
            </a:xfrm>
            <a:prstGeom prst="line">
              <a:avLst/>
            </a:prstGeom>
            <a:ln w="9525">
              <a:solidFill>
                <a:schemeClr val="tx2"/>
              </a:solidFill>
              <a:prstDash val="dot"/>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sp>
        <p:nvSpPr>
          <p:cNvPr id="39" name="Text Placeholder 4">
            <a:extLst>
              <a:ext uri="{FF2B5EF4-FFF2-40B4-BE49-F238E27FC236}">
                <a16:creationId xmlns:a16="http://schemas.microsoft.com/office/drawing/2014/main" id="{E4BC60B0-B1D6-4061-83BA-885AC97C4B09}"/>
              </a:ext>
            </a:extLst>
          </p:cNvPr>
          <p:cNvSpPr>
            <a:spLocks noGrp="1"/>
          </p:cNvSpPr>
          <p:nvPr>
            <p:ph type="body" sz="quarter" idx="34" hasCustomPrompt="1"/>
          </p:nvPr>
        </p:nvSpPr>
        <p:spPr>
          <a:xfrm>
            <a:off x="357328" y="105451"/>
            <a:ext cx="3278082" cy="314608"/>
          </a:xfrm>
          <a:ln>
            <a:noFill/>
          </a:ln>
        </p:spPr>
        <p:txBody>
          <a:bodyPr wrap="square" lIns="0" tIns="0" rIns="0" bIns="0" anchor="ctr">
            <a:noAutofit/>
          </a:bodyPr>
          <a:lstStyle>
            <a:lvl1pPr>
              <a:lnSpc>
                <a:spcPct val="100000"/>
              </a:lnSpc>
              <a:spcBef>
                <a:spcPts val="0"/>
              </a:spcBef>
              <a:defRPr lang="en-AU" sz="2000" b="1" i="0" kern="1200" cap="all" baseline="0" dirty="0">
                <a:solidFill>
                  <a:schemeClr val="tx2"/>
                </a:solidFill>
                <a:latin typeface="+mj-lt"/>
                <a:ea typeface="Roboto" panose="02000000000000000000" pitchFamily="2"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lvl="0" indent="0" algn="l" rtl="0" eaLnBrk="1" fontAlgn="base" hangingPunct="1">
              <a:lnSpc>
                <a:spcPct val="80000"/>
              </a:lnSpc>
              <a:spcBef>
                <a:spcPts val="1200"/>
              </a:spcBef>
              <a:spcAft>
                <a:spcPct val="0"/>
              </a:spcAft>
              <a:buFont typeface="Graphik" pitchFamily="34" charset="0"/>
              <a:buNone/>
            </a:pPr>
            <a:r>
              <a:rPr lang="en-US"/>
              <a:t>CATEGORY</a:t>
            </a:r>
            <a:endParaRPr lang="en-AU"/>
          </a:p>
        </p:txBody>
      </p:sp>
    </p:spTree>
    <p:extLst>
      <p:ext uri="{BB962C8B-B14F-4D97-AF65-F5344CB8AC3E}">
        <p14:creationId xmlns:p14="http://schemas.microsoft.com/office/powerpoint/2010/main" val="164806938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383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7.xml"/><Relationship Id="rId18" Type="http://schemas.openxmlformats.org/officeDocument/2006/relationships/slideLayout" Target="../slideLayouts/slideLayout22.xml"/><Relationship Id="rId26" Type="http://schemas.openxmlformats.org/officeDocument/2006/relationships/slideLayout" Target="../slideLayouts/slideLayout30.xml"/><Relationship Id="rId39" Type="http://schemas.openxmlformats.org/officeDocument/2006/relationships/slideLayout" Target="../slideLayouts/slideLayout43.xml"/><Relationship Id="rId21" Type="http://schemas.openxmlformats.org/officeDocument/2006/relationships/slideLayout" Target="../slideLayouts/slideLayout25.xml"/><Relationship Id="rId34" Type="http://schemas.openxmlformats.org/officeDocument/2006/relationships/slideLayout" Target="../slideLayouts/slideLayout38.xml"/><Relationship Id="rId42" Type="http://schemas.openxmlformats.org/officeDocument/2006/relationships/slideLayout" Target="../slideLayouts/slideLayout46.xml"/><Relationship Id="rId47" Type="http://schemas.openxmlformats.org/officeDocument/2006/relationships/slideLayout" Target="../slideLayouts/slideLayout51.xml"/><Relationship Id="rId50" Type="http://schemas.openxmlformats.org/officeDocument/2006/relationships/slideLayout" Target="../slideLayouts/slideLayout54.xml"/><Relationship Id="rId55" Type="http://schemas.openxmlformats.org/officeDocument/2006/relationships/oleObject" Target="../embeddings/oleObject1.bin"/><Relationship Id="rId7" Type="http://schemas.openxmlformats.org/officeDocument/2006/relationships/slideLayout" Target="../slideLayouts/slideLayout11.xml"/><Relationship Id="rId2" Type="http://schemas.openxmlformats.org/officeDocument/2006/relationships/slideLayout" Target="../slideLayouts/slideLayout6.xml"/><Relationship Id="rId16" Type="http://schemas.openxmlformats.org/officeDocument/2006/relationships/slideLayout" Target="../slideLayouts/slideLayout20.xml"/><Relationship Id="rId29" Type="http://schemas.openxmlformats.org/officeDocument/2006/relationships/slideLayout" Target="../slideLayouts/slideLayout33.xml"/><Relationship Id="rId11" Type="http://schemas.openxmlformats.org/officeDocument/2006/relationships/slideLayout" Target="../slideLayouts/slideLayout15.xml"/><Relationship Id="rId24" Type="http://schemas.openxmlformats.org/officeDocument/2006/relationships/slideLayout" Target="../slideLayouts/slideLayout28.xml"/><Relationship Id="rId32" Type="http://schemas.openxmlformats.org/officeDocument/2006/relationships/slideLayout" Target="../slideLayouts/slideLayout36.xml"/><Relationship Id="rId37" Type="http://schemas.openxmlformats.org/officeDocument/2006/relationships/slideLayout" Target="../slideLayouts/slideLayout41.xml"/><Relationship Id="rId40" Type="http://schemas.openxmlformats.org/officeDocument/2006/relationships/slideLayout" Target="../slideLayouts/slideLayout44.xml"/><Relationship Id="rId45" Type="http://schemas.openxmlformats.org/officeDocument/2006/relationships/slideLayout" Target="../slideLayouts/slideLayout49.xml"/><Relationship Id="rId53" Type="http://schemas.openxmlformats.org/officeDocument/2006/relationships/tags" Target="../tags/tag4.xml"/><Relationship Id="rId5" Type="http://schemas.openxmlformats.org/officeDocument/2006/relationships/slideLayout" Target="../slideLayouts/slideLayout9.xml"/><Relationship Id="rId10" Type="http://schemas.openxmlformats.org/officeDocument/2006/relationships/slideLayout" Target="../slideLayouts/slideLayout14.xml"/><Relationship Id="rId19" Type="http://schemas.openxmlformats.org/officeDocument/2006/relationships/slideLayout" Target="../slideLayouts/slideLayout23.xml"/><Relationship Id="rId31" Type="http://schemas.openxmlformats.org/officeDocument/2006/relationships/slideLayout" Target="../slideLayouts/slideLayout35.xml"/><Relationship Id="rId44" Type="http://schemas.openxmlformats.org/officeDocument/2006/relationships/slideLayout" Target="../slideLayouts/slideLayout48.xml"/><Relationship Id="rId52" Type="http://schemas.openxmlformats.org/officeDocument/2006/relationships/theme" Target="../theme/theme2.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 Id="rId22" Type="http://schemas.openxmlformats.org/officeDocument/2006/relationships/slideLayout" Target="../slideLayouts/slideLayout26.xml"/><Relationship Id="rId27" Type="http://schemas.openxmlformats.org/officeDocument/2006/relationships/slideLayout" Target="../slideLayouts/slideLayout31.xml"/><Relationship Id="rId30" Type="http://schemas.openxmlformats.org/officeDocument/2006/relationships/slideLayout" Target="../slideLayouts/slideLayout34.xml"/><Relationship Id="rId35" Type="http://schemas.openxmlformats.org/officeDocument/2006/relationships/slideLayout" Target="../slideLayouts/slideLayout39.xml"/><Relationship Id="rId43" Type="http://schemas.openxmlformats.org/officeDocument/2006/relationships/slideLayout" Target="../slideLayouts/slideLayout47.xml"/><Relationship Id="rId48" Type="http://schemas.openxmlformats.org/officeDocument/2006/relationships/slideLayout" Target="../slideLayouts/slideLayout52.xml"/><Relationship Id="rId56" Type="http://schemas.openxmlformats.org/officeDocument/2006/relationships/image" Target="../media/image1.emf"/><Relationship Id="rId8" Type="http://schemas.openxmlformats.org/officeDocument/2006/relationships/slideLayout" Target="../slideLayouts/slideLayout12.xml"/><Relationship Id="rId51" Type="http://schemas.openxmlformats.org/officeDocument/2006/relationships/slideLayout" Target="../slideLayouts/slideLayout55.xml"/><Relationship Id="rId3" Type="http://schemas.openxmlformats.org/officeDocument/2006/relationships/slideLayout" Target="../slideLayouts/slideLayout7.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5" Type="http://schemas.openxmlformats.org/officeDocument/2006/relationships/slideLayout" Target="../slideLayouts/slideLayout29.xml"/><Relationship Id="rId33" Type="http://schemas.openxmlformats.org/officeDocument/2006/relationships/slideLayout" Target="../slideLayouts/slideLayout37.xml"/><Relationship Id="rId38" Type="http://schemas.openxmlformats.org/officeDocument/2006/relationships/slideLayout" Target="../slideLayouts/slideLayout42.xml"/><Relationship Id="rId46" Type="http://schemas.openxmlformats.org/officeDocument/2006/relationships/slideLayout" Target="../slideLayouts/slideLayout50.xml"/><Relationship Id="rId20" Type="http://schemas.openxmlformats.org/officeDocument/2006/relationships/slideLayout" Target="../slideLayouts/slideLayout24.xml"/><Relationship Id="rId41" Type="http://schemas.openxmlformats.org/officeDocument/2006/relationships/slideLayout" Target="../slideLayouts/slideLayout45.xml"/><Relationship Id="rId54" Type="http://schemas.openxmlformats.org/officeDocument/2006/relationships/tags" Target="../tags/tag5.xml"/><Relationship Id="rId1" Type="http://schemas.openxmlformats.org/officeDocument/2006/relationships/slideLayout" Target="../slideLayouts/slideLayout5.xml"/><Relationship Id="rId6" Type="http://schemas.openxmlformats.org/officeDocument/2006/relationships/slideLayout" Target="../slideLayouts/slideLayout10.xml"/><Relationship Id="rId15" Type="http://schemas.openxmlformats.org/officeDocument/2006/relationships/slideLayout" Target="../slideLayouts/slideLayout19.xml"/><Relationship Id="rId23" Type="http://schemas.openxmlformats.org/officeDocument/2006/relationships/slideLayout" Target="../slideLayouts/slideLayout27.xml"/><Relationship Id="rId28" Type="http://schemas.openxmlformats.org/officeDocument/2006/relationships/slideLayout" Target="../slideLayouts/slideLayout32.xml"/><Relationship Id="rId36" Type="http://schemas.openxmlformats.org/officeDocument/2006/relationships/slideLayout" Target="../slideLayouts/slideLayout40.xml"/><Relationship Id="rId49" Type="http://schemas.openxmlformats.org/officeDocument/2006/relationships/slideLayout" Target="../slideLayouts/slideLayout53.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68.xml"/><Relationship Id="rId18" Type="http://schemas.openxmlformats.org/officeDocument/2006/relationships/slideLayout" Target="../slideLayouts/slideLayout73.xml"/><Relationship Id="rId26" Type="http://schemas.openxmlformats.org/officeDocument/2006/relationships/slideLayout" Target="../slideLayouts/slideLayout81.xml"/><Relationship Id="rId39" Type="http://schemas.openxmlformats.org/officeDocument/2006/relationships/slideLayout" Target="../slideLayouts/slideLayout94.xml"/><Relationship Id="rId21" Type="http://schemas.openxmlformats.org/officeDocument/2006/relationships/slideLayout" Target="../slideLayouts/slideLayout76.xml"/><Relationship Id="rId34" Type="http://schemas.openxmlformats.org/officeDocument/2006/relationships/slideLayout" Target="../slideLayouts/slideLayout89.xml"/><Relationship Id="rId42" Type="http://schemas.openxmlformats.org/officeDocument/2006/relationships/slideLayout" Target="../slideLayouts/slideLayout97.xml"/><Relationship Id="rId47" Type="http://schemas.openxmlformats.org/officeDocument/2006/relationships/slideLayout" Target="../slideLayouts/slideLayout102.xml"/><Relationship Id="rId50" Type="http://schemas.openxmlformats.org/officeDocument/2006/relationships/theme" Target="../theme/theme3.xml"/><Relationship Id="rId7" Type="http://schemas.openxmlformats.org/officeDocument/2006/relationships/slideLayout" Target="../slideLayouts/slideLayout62.xml"/><Relationship Id="rId2" Type="http://schemas.openxmlformats.org/officeDocument/2006/relationships/slideLayout" Target="../slideLayouts/slideLayout57.xml"/><Relationship Id="rId16" Type="http://schemas.openxmlformats.org/officeDocument/2006/relationships/slideLayout" Target="../slideLayouts/slideLayout71.xml"/><Relationship Id="rId29" Type="http://schemas.openxmlformats.org/officeDocument/2006/relationships/slideLayout" Target="../slideLayouts/slideLayout84.xml"/><Relationship Id="rId11" Type="http://schemas.openxmlformats.org/officeDocument/2006/relationships/slideLayout" Target="../slideLayouts/slideLayout66.xml"/><Relationship Id="rId24" Type="http://schemas.openxmlformats.org/officeDocument/2006/relationships/slideLayout" Target="../slideLayouts/slideLayout79.xml"/><Relationship Id="rId32" Type="http://schemas.openxmlformats.org/officeDocument/2006/relationships/slideLayout" Target="../slideLayouts/slideLayout87.xml"/><Relationship Id="rId37" Type="http://schemas.openxmlformats.org/officeDocument/2006/relationships/slideLayout" Target="../slideLayouts/slideLayout92.xml"/><Relationship Id="rId40" Type="http://schemas.openxmlformats.org/officeDocument/2006/relationships/slideLayout" Target="../slideLayouts/slideLayout95.xml"/><Relationship Id="rId45" Type="http://schemas.openxmlformats.org/officeDocument/2006/relationships/slideLayout" Target="../slideLayouts/slideLayout100.xml"/><Relationship Id="rId53" Type="http://schemas.openxmlformats.org/officeDocument/2006/relationships/oleObject" Target="../embeddings/oleObject1.bin"/><Relationship Id="rId5" Type="http://schemas.openxmlformats.org/officeDocument/2006/relationships/slideLayout" Target="../slideLayouts/slideLayout60.xml"/><Relationship Id="rId10" Type="http://schemas.openxmlformats.org/officeDocument/2006/relationships/slideLayout" Target="../slideLayouts/slideLayout65.xml"/><Relationship Id="rId19" Type="http://schemas.openxmlformats.org/officeDocument/2006/relationships/slideLayout" Target="../slideLayouts/slideLayout74.xml"/><Relationship Id="rId31" Type="http://schemas.openxmlformats.org/officeDocument/2006/relationships/slideLayout" Target="../slideLayouts/slideLayout86.xml"/><Relationship Id="rId44" Type="http://schemas.openxmlformats.org/officeDocument/2006/relationships/slideLayout" Target="../slideLayouts/slideLayout99.xml"/><Relationship Id="rId52" Type="http://schemas.openxmlformats.org/officeDocument/2006/relationships/tags" Target="../tags/tag7.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slideLayout" Target="../slideLayouts/slideLayout69.xml"/><Relationship Id="rId22" Type="http://schemas.openxmlformats.org/officeDocument/2006/relationships/slideLayout" Target="../slideLayouts/slideLayout77.xml"/><Relationship Id="rId27" Type="http://schemas.openxmlformats.org/officeDocument/2006/relationships/slideLayout" Target="../slideLayouts/slideLayout82.xml"/><Relationship Id="rId30" Type="http://schemas.openxmlformats.org/officeDocument/2006/relationships/slideLayout" Target="../slideLayouts/slideLayout85.xml"/><Relationship Id="rId35" Type="http://schemas.openxmlformats.org/officeDocument/2006/relationships/slideLayout" Target="../slideLayouts/slideLayout90.xml"/><Relationship Id="rId43" Type="http://schemas.openxmlformats.org/officeDocument/2006/relationships/slideLayout" Target="../slideLayouts/slideLayout98.xml"/><Relationship Id="rId48" Type="http://schemas.openxmlformats.org/officeDocument/2006/relationships/slideLayout" Target="../slideLayouts/slideLayout103.xml"/><Relationship Id="rId8" Type="http://schemas.openxmlformats.org/officeDocument/2006/relationships/slideLayout" Target="../slideLayouts/slideLayout63.xml"/><Relationship Id="rId51" Type="http://schemas.openxmlformats.org/officeDocument/2006/relationships/tags" Target="../tags/tag6.xml"/><Relationship Id="rId3" Type="http://schemas.openxmlformats.org/officeDocument/2006/relationships/slideLayout" Target="../slideLayouts/slideLayout58.xml"/><Relationship Id="rId12" Type="http://schemas.openxmlformats.org/officeDocument/2006/relationships/slideLayout" Target="../slideLayouts/slideLayout67.xml"/><Relationship Id="rId17" Type="http://schemas.openxmlformats.org/officeDocument/2006/relationships/slideLayout" Target="../slideLayouts/slideLayout72.xml"/><Relationship Id="rId25" Type="http://schemas.openxmlformats.org/officeDocument/2006/relationships/slideLayout" Target="../slideLayouts/slideLayout80.xml"/><Relationship Id="rId33" Type="http://schemas.openxmlformats.org/officeDocument/2006/relationships/slideLayout" Target="../slideLayouts/slideLayout88.xml"/><Relationship Id="rId38" Type="http://schemas.openxmlformats.org/officeDocument/2006/relationships/slideLayout" Target="../slideLayouts/slideLayout93.xml"/><Relationship Id="rId46" Type="http://schemas.openxmlformats.org/officeDocument/2006/relationships/slideLayout" Target="../slideLayouts/slideLayout101.xml"/><Relationship Id="rId20" Type="http://schemas.openxmlformats.org/officeDocument/2006/relationships/slideLayout" Target="../slideLayouts/slideLayout75.xml"/><Relationship Id="rId41" Type="http://schemas.openxmlformats.org/officeDocument/2006/relationships/slideLayout" Target="../slideLayouts/slideLayout96.xml"/><Relationship Id="rId54" Type="http://schemas.openxmlformats.org/officeDocument/2006/relationships/image" Target="../media/image1.emf"/><Relationship Id="rId1" Type="http://schemas.openxmlformats.org/officeDocument/2006/relationships/slideLayout" Target="../slideLayouts/slideLayout56.xml"/><Relationship Id="rId6" Type="http://schemas.openxmlformats.org/officeDocument/2006/relationships/slideLayout" Target="../slideLayouts/slideLayout61.xml"/><Relationship Id="rId15" Type="http://schemas.openxmlformats.org/officeDocument/2006/relationships/slideLayout" Target="../slideLayouts/slideLayout70.xml"/><Relationship Id="rId23" Type="http://schemas.openxmlformats.org/officeDocument/2006/relationships/slideLayout" Target="../slideLayouts/slideLayout78.xml"/><Relationship Id="rId28" Type="http://schemas.openxmlformats.org/officeDocument/2006/relationships/slideLayout" Target="../slideLayouts/slideLayout83.xml"/><Relationship Id="rId36" Type="http://schemas.openxmlformats.org/officeDocument/2006/relationships/slideLayout" Target="../slideLayouts/slideLayout91.xml"/><Relationship Id="rId49" Type="http://schemas.openxmlformats.org/officeDocument/2006/relationships/slideLayout" Target="../slideLayouts/slideLayout10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90F368C-0662-4B05-B5E4-7B52C6EBA962}"/>
              </a:ext>
            </a:extLst>
          </p:cNvPr>
          <p:cNvGraphicFramePr>
            <a:graphicFrameLocks noChangeAspect="1"/>
          </p:cNvGraphicFramePr>
          <p:nvPr userDrawn="1">
            <p:custDataLst>
              <p:tags r:id="rId6"/>
            </p:custDataLst>
            <p:extLst>
              <p:ext uri="{D42A27DB-BD31-4B8C-83A1-F6EECF244321}">
                <p14:modId xmlns:p14="http://schemas.microsoft.com/office/powerpoint/2010/main" val="6085935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32" imgH="530" progId="TCLayout.ActiveDocument.1">
                  <p:embed/>
                </p:oleObj>
              </mc:Choice>
              <mc:Fallback>
                <p:oleObj name="think-cell Slide" r:id="rId8" imgW="532" imgH="530" progId="TCLayout.ActiveDocument.1">
                  <p:embed/>
                  <p:pic>
                    <p:nvPicPr>
                      <p:cNvPr id="5" name="Object 4" hidden="1">
                        <a:extLst>
                          <a:ext uri="{FF2B5EF4-FFF2-40B4-BE49-F238E27FC236}">
                            <a16:creationId xmlns:a16="http://schemas.microsoft.com/office/drawing/2014/main" id="{490F368C-0662-4B05-B5E4-7B52C6EBA962}"/>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949DF7F-5FAC-4247-9933-EE9462252CF9}"/>
              </a:ext>
            </a:extLst>
          </p:cNvPr>
          <p:cNvSpPr/>
          <p:nvPr userDrawn="1">
            <p:custDataLst>
              <p:tags r:id="rId7"/>
            </p:custDataLst>
          </p:nvPr>
        </p:nvSpPr>
        <p:spPr>
          <a:xfrm>
            <a:off x="0" y="0"/>
            <a:ext cx="158750" cy="15875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s-ES" sz="2800" b="1" i="0" baseline="0">
              <a:latin typeface="Graphik" panose="020B0503030202060203" pitchFamily="34" charset="0"/>
              <a:ea typeface="+mj-ea"/>
              <a:cs typeface="+mj-cs"/>
              <a:sym typeface="Graphik" panose="020B0503030202060203" pitchFamily="34" charset="0"/>
            </a:endParaRPr>
          </a:p>
        </p:txBody>
      </p:sp>
      <p:sp>
        <p:nvSpPr>
          <p:cNvPr id="2" name="Title Placeholder 1">
            <a:extLst>
              <a:ext uri="{FF2B5EF4-FFF2-40B4-BE49-F238E27FC236}">
                <a16:creationId xmlns:a16="http://schemas.microsoft.com/office/drawing/2014/main" id="{A86D60B7-D06D-4830-BD69-35B1465FCFC2}"/>
              </a:ext>
            </a:extLst>
          </p:cNvPr>
          <p:cNvSpPr>
            <a:spLocks noGrp="1"/>
          </p:cNvSpPr>
          <p:nvPr>
            <p:ph type="title"/>
          </p:nvPr>
        </p:nvSpPr>
        <p:spPr>
          <a:xfrm>
            <a:off x="383458" y="365126"/>
            <a:ext cx="11425084" cy="824578"/>
          </a:xfrm>
          <a:prstGeom prst="rect">
            <a:avLst/>
          </a:prstGeom>
        </p:spPr>
        <p:txBody>
          <a:bodyPr vert="horz" lIns="0" tIns="0" rIns="0" bIns="0" rtlCol="0" anchor="b">
            <a:noAutofit/>
          </a:bodyPr>
          <a:lstStyle/>
          <a:p>
            <a:r>
              <a:rPr lang="es-ES" err="1"/>
              <a:t>Click</a:t>
            </a:r>
            <a:r>
              <a:rPr lang="es-ES"/>
              <a:t> </a:t>
            </a:r>
            <a:r>
              <a:rPr lang="es-ES" err="1"/>
              <a:t>to</a:t>
            </a:r>
            <a:r>
              <a:rPr lang="es-ES"/>
              <a:t> </a:t>
            </a:r>
            <a:r>
              <a:rPr lang="es-ES" err="1"/>
              <a:t>edit</a:t>
            </a:r>
            <a:r>
              <a:rPr lang="es-ES"/>
              <a:t> Master </a:t>
            </a:r>
            <a:r>
              <a:rPr lang="es-ES" err="1"/>
              <a:t>title</a:t>
            </a:r>
            <a:r>
              <a:rPr lang="es-ES"/>
              <a:t> </a:t>
            </a:r>
            <a:r>
              <a:rPr lang="es-ES" err="1"/>
              <a:t>style</a:t>
            </a:r>
            <a:endParaRPr lang="es-ES"/>
          </a:p>
        </p:txBody>
      </p:sp>
      <p:sp>
        <p:nvSpPr>
          <p:cNvPr id="3" name="Text Placeholder 2">
            <a:extLst>
              <a:ext uri="{FF2B5EF4-FFF2-40B4-BE49-F238E27FC236}">
                <a16:creationId xmlns:a16="http://schemas.microsoft.com/office/drawing/2014/main" id="{530DF177-00B3-4AFF-B6D4-A595D3A7C716}"/>
              </a:ext>
            </a:extLst>
          </p:cNvPr>
          <p:cNvSpPr>
            <a:spLocks noGrp="1"/>
          </p:cNvSpPr>
          <p:nvPr>
            <p:ph type="body" idx="1"/>
          </p:nvPr>
        </p:nvSpPr>
        <p:spPr>
          <a:xfrm>
            <a:off x="383458" y="1273629"/>
            <a:ext cx="11425084" cy="4903334"/>
          </a:xfrm>
          <a:prstGeom prst="rect">
            <a:avLst/>
          </a:prstGeom>
        </p:spPr>
        <p:txBody>
          <a:bodyPr vert="horz" lIns="0" tIns="0" rIns="0" bIns="0" rtlCol="0">
            <a:noAutofit/>
          </a:bodyPr>
          <a:lstStyle/>
          <a:p>
            <a:pPr lvl="0"/>
            <a:r>
              <a:rPr lang="es-ES" err="1"/>
              <a:t>Click</a:t>
            </a:r>
            <a:r>
              <a:rPr lang="es-ES"/>
              <a:t> </a:t>
            </a:r>
            <a:r>
              <a:rPr lang="es-ES" err="1"/>
              <a:t>to</a:t>
            </a:r>
            <a:r>
              <a:rPr lang="es-ES"/>
              <a:t> </a:t>
            </a:r>
            <a:r>
              <a:rPr lang="es-ES" err="1"/>
              <a:t>edit</a:t>
            </a:r>
            <a:r>
              <a:rPr lang="es-ES"/>
              <a:t> Master </a:t>
            </a:r>
            <a:r>
              <a:rPr lang="es-ES" err="1"/>
              <a:t>text</a:t>
            </a:r>
            <a:r>
              <a:rPr lang="es-ES"/>
              <a:t> </a:t>
            </a:r>
            <a:r>
              <a:rPr lang="es-ES" err="1"/>
              <a:t>styles</a:t>
            </a:r>
            <a:endParaRPr lang="es-ES"/>
          </a:p>
          <a:p>
            <a:pPr lvl="1"/>
            <a:r>
              <a:rPr lang="es-ES" err="1"/>
              <a:t>Second</a:t>
            </a:r>
            <a:r>
              <a:rPr lang="es-ES"/>
              <a:t> </a:t>
            </a:r>
            <a:r>
              <a:rPr lang="es-ES" err="1"/>
              <a:t>level</a:t>
            </a:r>
            <a:endParaRPr lang="es-ES"/>
          </a:p>
          <a:p>
            <a:pPr lvl="2"/>
            <a:r>
              <a:rPr lang="es-ES" err="1"/>
              <a:t>Third</a:t>
            </a:r>
            <a:r>
              <a:rPr lang="es-ES"/>
              <a:t> </a:t>
            </a:r>
            <a:r>
              <a:rPr lang="es-ES" err="1"/>
              <a:t>level</a:t>
            </a:r>
            <a:endParaRPr lang="es-ES"/>
          </a:p>
          <a:p>
            <a:pPr lvl="3"/>
            <a:r>
              <a:rPr lang="es-ES" err="1"/>
              <a:t>Fourth</a:t>
            </a:r>
            <a:r>
              <a:rPr lang="es-ES"/>
              <a:t> </a:t>
            </a:r>
            <a:r>
              <a:rPr lang="es-ES" err="1"/>
              <a:t>level</a:t>
            </a:r>
            <a:endParaRPr lang="es-ES"/>
          </a:p>
          <a:p>
            <a:pPr lvl="4"/>
            <a:r>
              <a:rPr lang="es-ES" err="1"/>
              <a:t>Fifth</a:t>
            </a:r>
            <a:r>
              <a:rPr lang="es-ES"/>
              <a:t> </a:t>
            </a:r>
            <a:r>
              <a:rPr lang="es-ES" err="1"/>
              <a:t>level</a:t>
            </a:r>
            <a:endParaRPr lang="es-ES"/>
          </a:p>
        </p:txBody>
      </p:sp>
      <p:sp>
        <p:nvSpPr>
          <p:cNvPr id="18" name="Footer Placeholder 2">
            <a:extLst>
              <a:ext uri="{FF2B5EF4-FFF2-40B4-BE49-F238E27FC236}">
                <a16:creationId xmlns:a16="http://schemas.microsoft.com/office/drawing/2014/main" id="{83EB6817-997F-4BFD-89D6-B40A72240A65}"/>
              </a:ext>
            </a:extLst>
          </p:cNvPr>
          <p:cNvSpPr>
            <a:spLocks noGrp="1"/>
          </p:cNvSpPr>
          <p:nvPr>
            <p:ph type="ftr" sz="quarter" idx="3"/>
          </p:nvPr>
        </p:nvSpPr>
        <p:spPr>
          <a:xfrm>
            <a:off x="7214419" y="6492875"/>
            <a:ext cx="4114800" cy="228600"/>
          </a:xfrm>
          <a:prstGeom prst="rect">
            <a:avLst/>
          </a:prstGeom>
        </p:spPr>
        <p:txBody>
          <a:bodyPr anchor="b" anchorCtr="0"/>
          <a:lstStyle>
            <a:lvl1pPr algn="r">
              <a:defRPr sz="700">
                <a:latin typeface="Graphik" panose="020B0503030202060203" pitchFamily="34" charset="0"/>
              </a:defRPr>
            </a:lvl1pPr>
          </a:lstStyle>
          <a:p>
            <a:r>
              <a:rPr lang="es-ES"/>
              <a:t>Copyright © 2020 Accenture. </a:t>
            </a:r>
            <a:r>
              <a:rPr lang="es-ES" err="1"/>
              <a:t>All</a:t>
            </a:r>
            <a:r>
              <a:rPr lang="es-ES"/>
              <a:t> </a:t>
            </a:r>
            <a:r>
              <a:rPr lang="es-ES" err="1"/>
              <a:t>rights</a:t>
            </a:r>
            <a:r>
              <a:rPr lang="es-ES"/>
              <a:t> </a:t>
            </a:r>
            <a:r>
              <a:rPr lang="es-ES" err="1"/>
              <a:t>reserved</a:t>
            </a:r>
            <a:r>
              <a:rPr lang="es-ES"/>
              <a:t>.</a:t>
            </a:r>
          </a:p>
        </p:txBody>
      </p:sp>
      <p:sp>
        <p:nvSpPr>
          <p:cNvPr id="19" name="Slide Number Placeholder 3">
            <a:extLst>
              <a:ext uri="{FF2B5EF4-FFF2-40B4-BE49-F238E27FC236}">
                <a16:creationId xmlns:a16="http://schemas.microsoft.com/office/drawing/2014/main" id="{9D47C7C1-747A-488B-90A2-DB416575D67B}"/>
              </a:ext>
            </a:extLst>
          </p:cNvPr>
          <p:cNvSpPr>
            <a:spLocks noGrp="1"/>
          </p:cNvSpPr>
          <p:nvPr>
            <p:ph type="sldNum" sz="quarter" idx="4"/>
          </p:nvPr>
        </p:nvSpPr>
        <p:spPr>
          <a:xfrm>
            <a:off x="11329219" y="6492875"/>
            <a:ext cx="479323" cy="228600"/>
          </a:xfrm>
          <a:prstGeom prst="rect">
            <a:avLst/>
          </a:prstGeom>
        </p:spPr>
        <p:txBody>
          <a:bodyPr anchor="b" anchorCtr="0"/>
          <a:lstStyle>
            <a:lvl1pPr algn="r">
              <a:defRPr sz="700">
                <a:latin typeface="Graphik" panose="020B0503030202060203" pitchFamily="34" charset="0"/>
              </a:defRPr>
            </a:lvl1pPr>
          </a:lstStyle>
          <a:p>
            <a:fld id="{804BFBA5-6622-4657-A915-630FEC1BA0AA}" type="slidenum">
              <a:rPr lang="es-ES" smtClean="0"/>
              <a:pPr/>
              <a:t>‹#›</a:t>
            </a:fld>
            <a:endParaRPr lang="es-ES"/>
          </a:p>
        </p:txBody>
      </p:sp>
    </p:spTree>
    <p:extLst>
      <p:ext uri="{BB962C8B-B14F-4D97-AF65-F5344CB8AC3E}">
        <p14:creationId xmlns:p14="http://schemas.microsoft.com/office/powerpoint/2010/main" val="1206866293"/>
      </p:ext>
    </p:extLst>
  </p:cSld>
  <p:clrMap bg1="lt1" tx1="dk1" bg2="lt2" tx2="dk2" accent1="accent1" accent2="accent2" accent3="accent3" accent4="accent4" accent5="accent5" accent6="accent6" hlink="hlink" folHlink="folHlink"/>
  <p:sldLayoutIdLst>
    <p:sldLayoutId id="2147483736" r:id="rId1"/>
    <p:sldLayoutId id="2147483756" r:id="rId2"/>
    <p:sldLayoutId id="2147483757" r:id="rId3"/>
    <p:sldLayoutId id="2147483759" r:id="rId4"/>
  </p:sldLayoutIdLst>
  <p:hf hdr="0" dt="0"/>
  <p:txStyles>
    <p:titleStyle>
      <a:lvl1pPr algn="l" defTabSz="914400" rtl="0" eaLnBrk="1" latinLnBrk="0" hangingPunct="1">
        <a:lnSpc>
          <a:spcPct val="70000"/>
        </a:lnSpc>
        <a:spcBef>
          <a:spcPct val="0"/>
        </a:spcBef>
        <a:buNone/>
        <a:defRPr sz="2800" b="1" kern="1200" cap="all" spc="-150" baseline="0">
          <a:solidFill>
            <a:schemeClr val="tx1"/>
          </a:solidFill>
          <a:latin typeface="Graphik" panose="020B0503030202060203" pitchFamily="34" charset="77"/>
          <a:ea typeface="+mj-ea"/>
          <a:cs typeface="+mj-cs"/>
        </a:defRPr>
      </a:lvl1pPr>
    </p:titleStyle>
    <p:bodyStyle>
      <a:lvl1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600" kern="1200">
          <a:solidFill>
            <a:schemeClr val="tx1"/>
          </a:solidFill>
          <a:latin typeface="Graphik" panose="020B0503030202060203" pitchFamily="34" charset="77"/>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381000" y="380999"/>
            <a:ext cx="11430000" cy="990601"/>
          </a:xfrm>
          <a:prstGeom prst="rect">
            <a:avLst/>
          </a:prstGeom>
        </p:spPr>
        <p:txBody>
          <a:bodyPr vert="horz" lIns="0" tIns="0" rIns="0" bIns="0" rtlCol="0" anchor="t">
            <a:noAutofit/>
          </a:bodyPr>
          <a:lstStyle/>
          <a:p>
            <a:r>
              <a:rPr lang="en-US"/>
              <a:t>Place headline here (36pt, min 30pt)</a:t>
            </a:r>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381000" y="1371600"/>
            <a:ext cx="11430000" cy="4936037"/>
          </a:xfrm>
          <a:prstGeom prst="rect">
            <a:avLst/>
          </a:prstGeom>
        </p:spPr>
        <p:txBody>
          <a:bodyPr vert="horz" lIns="0" tIns="0" rIns="0" bIns="0" rtlCol="0">
            <a:noAutofit/>
          </a:bodyPr>
          <a:lstStyle/>
          <a:p>
            <a:pPr lvl="0"/>
            <a:r>
              <a:rPr lang="en-US"/>
              <a:t>First level (bullet 20pt)</a:t>
            </a:r>
          </a:p>
          <a:p>
            <a:pPr lvl="1"/>
            <a:r>
              <a:rPr lang="en-US"/>
              <a:t>Second level (bullet 20pt)</a:t>
            </a:r>
          </a:p>
          <a:p>
            <a:pPr lvl="2"/>
            <a:r>
              <a:rPr lang="en-US"/>
              <a:t>Third level (bullet 20pt)</a:t>
            </a:r>
          </a:p>
          <a:p>
            <a:pPr lvl="3"/>
            <a:r>
              <a:rPr lang="en-US"/>
              <a:t>Fourth level (bullet 18pt)</a:t>
            </a:r>
          </a:p>
          <a:p>
            <a:pPr lvl="4"/>
            <a:r>
              <a:rPr lang="en-US"/>
              <a:t>Fifth level (bullet 18pt)</a:t>
            </a:r>
          </a:p>
          <a:p>
            <a:pPr lvl="5"/>
            <a:r>
              <a:rPr lang="en-US"/>
              <a:t>Sixth level (copy 16pt)</a:t>
            </a:r>
          </a:p>
          <a:p>
            <a:pPr lvl="6"/>
            <a:r>
              <a:rPr lang="en-US"/>
              <a:t>Seventh level (small copy 12pt)</a:t>
            </a:r>
          </a:p>
          <a:p>
            <a:pPr lvl="7"/>
            <a:r>
              <a:rPr lang="en-US"/>
              <a:t>EIGHT LEVEL (DESCRIPTOR 10PT)</a:t>
            </a:r>
          </a:p>
          <a:p>
            <a:pPr lvl="8"/>
            <a:r>
              <a:rPr lang="en-US"/>
              <a:t>Ninth level (footer 8pt)</a:t>
            </a:r>
          </a:p>
        </p:txBody>
      </p:sp>
      <p:sp>
        <p:nvSpPr>
          <p:cNvPr id="11" name="Date Placeholder 10">
            <a:extLst>
              <a:ext uri="{FF2B5EF4-FFF2-40B4-BE49-F238E27FC236}">
                <a16:creationId xmlns:a16="http://schemas.microsoft.com/office/drawing/2014/main" id="{DA171160-C7F3-46DE-911A-73C4F50C8896}"/>
              </a:ext>
            </a:extLst>
          </p:cNvPr>
          <p:cNvSpPr>
            <a:spLocks noGrp="1"/>
          </p:cNvSpPr>
          <p:nvPr>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endParaRPr lang="en-US"/>
          </a:p>
        </p:txBody>
      </p:sp>
      <p:sp>
        <p:nvSpPr>
          <p:cNvPr id="10" name="Footer Placeholder 3">
            <a:extLst>
              <a:ext uri="{FF2B5EF4-FFF2-40B4-BE49-F238E27FC236}">
                <a16:creationId xmlns:a16="http://schemas.microsoft.com/office/drawing/2014/main" id="{9624E0B2-760E-457A-8367-213CE89D65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9" name="GTS_Purple" descr="Accenture Greater Than symbol in purple">
            <a:extLst>
              <a:ext uri="{FF2B5EF4-FFF2-40B4-BE49-F238E27FC236}">
                <a16:creationId xmlns:a16="http://schemas.microsoft.com/office/drawing/2014/main" id="{AE0355C2-058C-4310-9508-BCC0F498FBBE}"/>
              </a:ext>
            </a:extLst>
          </p:cNvPr>
          <p:cNvSpPr>
            <a:spLocks noChangeAspect="1"/>
          </p:cNvSpPr>
          <p:nvPr/>
        </p:nvSpPr>
        <p:spPr bwMode="auto">
          <a:xfrm>
            <a:off x="380209" y="6483675"/>
            <a:ext cx="183202"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B069DFD1-72F5-4590-A067-19F2501AABC0}"/>
              </a:ext>
            </a:extLst>
          </p:cNvPr>
          <p:cNvSpPr>
            <a:spLocks noGrp="1"/>
          </p:cNvSpPr>
          <p:nvPr>
            <p:ph type="sldNum" sz="quarter" idx="4"/>
          </p:nvPr>
        </p:nvSpPr>
        <p:spPr>
          <a:xfrm>
            <a:off x="11484746" y="6490025"/>
            <a:ext cx="326254" cy="201168"/>
          </a:xfrm>
          <a:prstGeom prst="rect">
            <a:avLst/>
          </a:prstGeom>
        </p:spPr>
        <p:txBody>
          <a:bodyPr vert="horz" wrap="none" lIns="0" tIns="0" rIns="0" bIns="0" rtlCol="0" anchor="ctr"/>
          <a:lstStyle>
            <a:lvl1pPr algn="r">
              <a:defRPr sz="800">
                <a:solidFill>
                  <a:schemeClr val="tx1"/>
                </a:solidFill>
              </a:defRPr>
            </a:lvl1pPr>
          </a:lstStyle>
          <a:p>
            <a:fld id="{804BFBA5-6622-4657-A915-630FEC1BA0AA}" type="slidenum">
              <a:rPr lang="es-ES" smtClean="0"/>
              <a:pPr/>
              <a:t>‹#›</a:t>
            </a:fld>
            <a:endParaRPr lang="es-ES"/>
          </a:p>
        </p:txBody>
      </p:sp>
      <p:graphicFrame>
        <p:nvGraphicFramePr>
          <p:cNvPr id="5" name="Object 4" hidden="1">
            <a:extLst>
              <a:ext uri="{FF2B5EF4-FFF2-40B4-BE49-F238E27FC236}">
                <a16:creationId xmlns:a16="http://schemas.microsoft.com/office/drawing/2014/main" id="{E4DDAE6C-DBD6-9171-7CEF-37612C1A40C9}"/>
              </a:ext>
            </a:extLst>
          </p:cNvPr>
          <p:cNvGraphicFramePr>
            <a:graphicFrameLocks noChangeAspect="1"/>
          </p:cNvGraphicFramePr>
          <p:nvPr userDrawn="1">
            <p:custDataLst>
              <p:tags r:id="rId53"/>
            </p:custDataLst>
            <p:extLst>
              <p:ext uri="{D42A27DB-BD31-4B8C-83A1-F6EECF244321}">
                <p14:modId xmlns:p14="http://schemas.microsoft.com/office/powerpoint/2010/main" val="6085935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5" imgW="532" imgH="530" progId="TCLayout.ActiveDocument.1">
                  <p:embed/>
                </p:oleObj>
              </mc:Choice>
              <mc:Fallback>
                <p:oleObj name="think-cell Slide" r:id="rId55" imgW="532" imgH="530" progId="TCLayout.ActiveDocument.1">
                  <p:embed/>
                  <p:pic>
                    <p:nvPicPr>
                      <p:cNvPr id="5" name="Object 4" hidden="1">
                        <a:extLst>
                          <a:ext uri="{FF2B5EF4-FFF2-40B4-BE49-F238E27FC236}">
                            <a16:creationId xmlns:a16="http://schemas.microsoft.com/office/drawing/2014/main" id="{E4DDAE6C-DBD6-9171-7CEF-37612C1A40C9}"/>
                          </a:ext>
                        </a:extLst>
                      </p:cNvPr>
                      <p:cNvPicPr/>
                      <p:nvPr/>
                    </p:nvPicPr>
                    <p:blipFill>
                      <a:blip r:embed="rId56"/>
                      <a:stretch>
                        <a:fillRect/>
                      </a:stretch>
                    </p:blipFill>
                    <p:spPr>
                      <a:xfrm>
                        <a:off x="1588" y="1588"/>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6918C99E-8041-E18D-FDC3-3EAD90D1708D}"/>
              </a:ext>
            </a:extLst>
          </p:cNvPr>
          <p:cNvSpPr/>
          <p:nvPr userDrawn="1">
            <p:custDataLst>
              <p:tags r:id="rId54"/>
            </p:custDataLst>
          </p:nvPr>
        </p:nvSpPr>
        <p:spPr>
          <a:xfrm>
            <a:off x="0" y="0"/>
            <a:ext cx="158750" cy="15875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s-ES" sz="2800" b="1" i="0" baseline="0">
              <a:latin typeface="Graphik" panose="020B0503030202060203" pitchFamily="34" charset="0"/>
              <a:ea typeface="+mj-ea"/>
              <a:cs typeface="+mj-cs"/>
              <a:sym typeface="Graphik" panose="020B0503030202060203" pitchFamily="34" charset="0"/>
            </a:endParaRPr>
          </a:p>
        </p:txBody>
      </p:sp>
    </p:spTree>
    <p:extLst>
      <p:ext uri="{BB962C8B-B14F-4D97-AF65-F5344CB8AC3E}">
        <p14:creationId xmlns:p14="http://schemas.microsoft.com/office/powerpoint/2010/main" val="1664714135"/>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 id="2147483773" r:id="rId13"/>
    <p:sldLayoutId id="2147483774" r:id="rId14"/>
    <p:sldLayoutId id="2147483775" r:id="rId15"/>
    <p:sldLayoutId id="2147483776" r:id="rId16"/>
    <p:sldLayoutId id="2147483777" r:id="rId17"/>
    <p:sldLayoutId id="2147483778" r:id="rId18"/>
    <p:sldLayoutId id="2147483779" r:id="rId19"/>
    <p:sldLayoutId id="2147483780" r:id="rId20"/>
    <p:sldLayoutId id="2147483781" r:id="rId21"/>
    <p:sldLayoutId id="2147483782" r:id="rId22"/>
    <p:sldLayoutId id="2147483783" r:id="rId23"/>
    <p:sldLayoutId id="2147483784" r:id="rId24"/>
    <p:sldLayoutId id="2147483785" r:id="rId25"/>
    <p:sldLayoutId id="2147483786" r:id="rId26"/>
    <p:sldLayoutId id="2147483787" r:id="rId27"/>
    <p:sldLayoutId id="2147483788" r:id="rId28"/>
    <p:sldLayoutId id="2147483789" r:id="rId29"/>
    <p:sldLayoutId id="2147483790" r:id="rId30"/>
    <p:sldLayoutId id="2147483791" r:id="rId31"/>
    <p:sldLayoutId id="2147483792" r:id="rId32"/>
    <p:sldLayoutId id="2147483793" r:id="rId33"/>
    <p:sldLayoutId id="2147483794" r:id="rId34"/>
    <p:sldLayoutId id="2147483795" r:id="rId35"/>
    <p:sldLayoutId id="2147483796" r:id="rId36"/>
    <p:sldLayoutId id="2147483797" r:id="rId37"/>
    <p:sldLayoutId id="2147483798" r:id="rId38"/>
    <p:sldLayoutId id="2147483799" r:id="rId39"/>
    <p:sldLayoutId id="2147483800" r:id="rId40"/>
    <p:sldLayoutId id="2147483801" r:id="rId41"/>
    <p:sldLayoutId id="2147483802" r:id="rId42"/>
    <p:sldLayoutId id="2147483803" r:id="rId43"/>
    <p:sldLayoutId id="2147483804" r:id="rId44"/>
    <p:sldLayoutId id="2147483805" r:id="rId45"/>
    <p:sldLayoutId id="2147483806" r:id="rId46"/>
    <p:sldLayoutId id="2147483807" r:id="rId47"/>
    <p:sldLayoutId id="2147483808" r:id="rId48"/>
    <p:sldLayoutId id="2147483809" r:id="rId49"/>
    <p:sldLayoutId id="2147483810" r:id="rId50"/>
    <p:sldLayoutId id="2147483811" r:id="rId51"/>
  </p:sldLayoutIdLst>
  <p:hf hdr="0" dt="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C35EA4"/>
          </p15:clr>
        </p15:guide>
        <p15:guide id="2" orient="horz" pos="3976">
          <p15:clr>
            <a:srgbClr val="C35EA4"/>
          </p15:clr>
        </p15:guide>
        <p15:guide id="3" pos="240">
          <p15:clr>
            <a:srgbClr val="C35EA4"/>
          </p15:clr>
        </p15:guide>
        <p15:guide id="4" pos="7440">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381000" y="380999"/>
            <a:ext cx="11430000" cy="990601"/>
          </a:xfrm>
          <a:prstGeom prst="rect">
            <a:avLst/>
          </a:prstGeom>
        </p:spPr>
        <p:txBody>
          <a:bodyPr vert="horz" lIns="0" tIns="0" rIns="0" bIns="0" rtlCol="0" anchor="t">
            <a:noAutofit/>
          </a:bodyPr>
          <a:lstStyle/>
          <a:p>
            <a:r>
              <a:rPr lang="en-US"/>
              <a:t>Place headline here (36pt, min 30pt)</a:t>
            </a:r>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381000" y="1371600"/>
            <a:ext cx="11430000" cy="4936037"/>
          </a:xfrm>
          <a:prstGeom prst="rect">
            <a:avLst/>
          </a:prstGeom>
        </p:spPr>
        <p:txBody>
          <a:bodyPr vert="horz" lIns="0" tIns="0" rIns="0" bIns="0" rtlCol="0">
            <a:noAutofit/>
          </a:bodyPr>
          <a:lstStyle/>
          <a:p>
            <a:pPr lvl="0"/>
            <a:r>
              <a:rPr lang="en-US"/>
              <a:t>First level (bullet 20pt)</a:t>
            </a:r>
          </a:p>
          <a:p>
            <a:pPr lvl="1"/>
            <a:r>
              <a:rPr lang="en-US"/>
              <a:t>Second level (bullet 20pt)</a:t>
            </a:r>
          </a:p>
          <a:p>
            <a:pPr lvl="2"/>
            <a:r>
              <a:rPr lang="en-US"/>
              <a:t>Third level (bullet 20pt)</a:t>
            </a:r>
          </a:p>
          <a:p>
            <a:pPr lvl="3"/>
            <a:r>
              <a:rPr lang="en-US"/>
              <a:t>Fourth level (bullet 18pt)</a:t>
            </a:r>
          </a:p>
          <a:p>
            <a:pPr lvl="4"/>
            <a:r>
              <a:rPr lang="en-US"/>
              <a:t>Fifth level (bullet 18pt)</a:t>
            </a:r>
          </a:p>
          <a:p>
            <a:pPr lvl="5"/>
            <a:r>
              <a:rPr lang="en-US"/>
              <a:t>Sixth level (copy 16pt)</a:t>
            </a:r>
          </a:p>
          <a:p>
            <a:pPr lvl="6"/>
            <a:r>
              <a:rPr lang="en-US"/>
              <a:t>Seventh level (small copy 12pt)</a:t>
            </a:r>
          </a:p>
          <a:p>
            <a:pPr lvl="7"/>
            <a:r>
              <a:rPr lang="en-US"/>
              <a:t>EIGHT LEVEL (DESCRIPTOR 10PT)</a:t>
            </a:r>
          </a:p>
          <a:p>
            <a:pPr lvl="8"/>
            <a:r>
              <a:rPr lang="en-US"/>
              <a:t>Ninth level (footer 8pt)</a:t>
            </a:r>
          </a:p>
        </p:txBody>
      </p:sp>
      <p:sp>
        <p:nvSpPr>
          <p:cNvPr id="11" name="Date Placeholder 10">
            <a:extLst>
              <a:ext uri="{FF2B5EF4-FFF2-40B4-BE49-F238E27FC236}">
                <a16:creationId xmlns:a16="http://schemas.microsoft.com/office/drawing/2014/main" id="{DA171160-C7F3-46DE-911A-73C4F50C8896}"/>
              </a:ext>
            </a:extLst>
          </p:cNvPr>
          <p:cNvSpPr>
            <a:spLocks noGrp="1"/>
          </p:cNvSpPr>
          <p:nvPr>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endParaRPr lang="en-US"/>
          </a:p>
        </p:txBody>
      </p:sp>
      <p:sp>
        <p:nvSpPr>
          <p:cNvPr id="10" name="Footer Placeholder 3">
            <a:extLst>
              <a:ext uri="{FF2B5EF4-FFF2-40B4-BE49-F238E27FC236}">
                <a16:creationId xmlns:a16="http://schemas.microsoft.com/office/drawing/2014/main" id="{9624E0B2-760E-457A-8367-213CE89D650B}"/>
              </a:ext>
            </a:extLst>
          </p:cNvPr>
          <p:cNvSpPr>
            <a:spLocks noGrp="1"/>
          </p:cNvSpPr>
          <p:nvPr>
            <p:ph type="ftr" sz="quarter" idx="3"/>
          </p:nvPr>
        </p:nvSpPr>
        <p:spPr>
          <a:xfrm>
            <a:off x="7315200" y="6488234"/>
            <a:ext cx="4114800" cy="198318"/>
          </a:xfrm>
          <a:prstGeom prst="rect">
            <a:avLst/>
          </a:prstGeom>
          <a:noFill/>
        </p:spPr>
        <p:txBody>
          <a:bodyPr wrap="square" lIns="0" tIns="0" rIns="0" bIns="0" rtlCol="0" anchor="ctr">
            <a:noAutofit/>
          </a:bodyPr>
          <a:lstStyle>
            <a:lvl1pPr algn="r">
              <a:defRPr lang="en-US" sz="800" kern="1200" dirty="0">
                <a:solidFill>
                  <a:schemeClr val="tx1">
                    <a:alpha val="75000"/>
                  </a:schemeClr>
                </a:solidFill>
                <a:latin typeface="+mn-lt"/>
                <a:ea typeface="+mn-ea"/>
                <a:cs typeface="+mn-cs"/>
              </a:defRPr>
            </a:lvl1pPr>
          </a:lstStyle>
          <a:p>
            <a:r>
              <a:rPr lang="es-ES"/>
              <a:t>Copyright © 2020 Accenture. All rights reserved.</a:t>
            </a:r>
          </a:p>
        </p:txBody>
      </p:sp>
      <p:sp>
        <p:nvSpPr>
          <p:cNvPr id="9" name="GTS_Purple" descr="Accenture Greater Than symbol in purple">
            <a:extLst>
              <a:ext uri="{FF2B5EF4-FFF2-40B4-BE49-F238E27FC236}">
                <a16:creationId xmlns:a16="http://schemas.microsoft.com/office/drawing/2014/main" id="{AE0355C2-058C-4310-9508-BCC0F498FBBE}"/>
              </a:ext>
            </a:extLst>
          </p:cNvPr>
          <p:cNvSpPr>
            <a:spLocks noChangeAspect="1"/>
          </p:cNvSpPr>
          <p:nvPr/>
        </p:nvSpPr>
        <p:spPr bwMode="auto">
          <a:xfrm>
            <a:off x="380209" y="6483675"/>
            <a:ext cx="183202"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B069DFD1-72F5-4590-A067-19F2501AABC0}"/>
              </a:ext>
            </a:extLst>
          </p:cNvPr>
          <p:cNvSpPr>
            <a:spLocks noGrp="1"/>
          </p:cNvSpPr>
          <p:nvPr>
            <p:ph type="sldNum" sz="quarter" idx="4"/>
          </p:nvPr>
        </p:nvSpPr>
        <p:spPr>
          <a:xfrm>
            <a:off x="11484746" y="6490025"/>
            <a:ext cx="326254" cy="201168"/>
          </a:xfrm>
          <a:prstGeom prst="rect">
            <a:avLst/>
          </a:prstGeom>
        </p:spPr>
        <p:txBody>
          <a:bodyPr vert="horz" wrap="none" lIns="0" tIns="0" rIns="0" bIns="0" rtlCol="0" anchor="ctr"/>
          <a:lstStyle>
            <a:lvl1pPr algn="r">
              <a:defRPr sz="800">
                <a:solidFill>
                  <a:schemeClr val="tx1"/>
                </a:solidFill>
              </a:defRPr>
            </a:lvl1pPr>
          </a:lstStyle>
          <a:p>
            <a:fld id="{804BFBA5-6622-4657-A915-630FEC1BA0AA}" type="slidenum">
              <a:rPr lang="es-ES" smtClean="0"/>
              <a:pPr/>
              <a:t>‹#›</a:t>
            </a:fld>
            <a:endParaRPr lang="es-ES"/>
          </a:p>
        </p:txBody>
      </p:sp>
      <p:graphicFrame>
        <p:nvGraphicFramePr>
          <p:cNvPr id="5" name="Object 4" hidden="1">
            <a:extLst>
              <a:ext uri="{FF2B5EF4-FFF2-40B4-BE49-F238E27FC236}">
                <a16:creationId xmlns:a16="http://schemas.microsoft.com/office/drawing/2014/main" id="{937483A8-E899-0C9C-DC82-453B940B15E0}"/>
              </a:ext>
            </a:extLst>
          </p:cNvPr>
          <p:cNvGraphicFramePr>
            <a:graphicFrameLocks noChangeAspect="1"/>
          </p:cNvGraphicFramePr>
          <p:nvPr userDrawn="1">
            <p:custDataLst>
              <p:tags r:id="rId51"/>
            </p:custDataLst>
            <p:extLst>
              <p:ext uri="{D42A27DB-BD31-4B8C-83A1-F6EECF244321}">
                <p14:modId xmlns:p14="http://schemas.microsoft.com/office/powerpoint/2010/main" val="6085935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3" imgW="532" imgH="530" progId="TCLayout.ActiveDocument.1">
                  <p:embed/>
                </p:oleObj>
              </mc:Choice>
              <mc:Fallback>
                <p:oleObj name="think-cell Slide" r:id="rId53" imgW="532" imgH="530" progId="TCLayout.ActiveDocument.1">
                  <p:embed/>
                  <p:pic>
                    <p:nvPicPr>
                      <p:cNvPr id="5" name="Object 4" hidden="1">
                        <a:extLst>
                          <a:ext uri="{FF2B5EF4-FFF2-40B4-BE49-F238E27FC236}">
                            <a16:creationId xmlns:a16="http://schemas.microsoft.com/office/drawing/2014/main" id="{937483A8-E899-0C9C-DC82-453B940B15E0}"/>
                          </a:ext>
                        </a:extLst>
                      </p:cNvPr>
                      <p:cNvPicPr/>
                      <p:nvPr/>
                    </p:nvPicPr>
                    <p:blipFill>
                      <a:blip r:embed="rId54"/>
                      <a:stretch>
                        <a:fillRect/>
                      </a:stretch>
                    </p:blipFill>
                    <p:spPr>
                      <a:xfrm>
                        <a:off x="1588" y="1588"/>
                        <a:ext cx="1588" cy="1588"/>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D1B92786-28A6-2E84-7F69-1F45B9050E9B}"/>
              </a:ext>
            </a:extLst>
          </p:cNvPr>
          <p:cNvSpPr/>
          <p:nvPr userDrawn="1">
            <p:custDataLst>
              <p:tags r:id="rId52"/>
            </p:custDataLst>
          </p:nvPr>
        </p:nvSpPr>
        <p:spPr>
          <a:xfrm>
            <a:off x="0" y="0"/>
            <a:ext cx="158750" cy="15875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s-ES" sz="2800" b="1" i="0" baseline="0">
              <a:latin typeface="Graphik" panose="020B0503030202060203" pitchFamily="34" charset="0"/>
              <a:ea typeface="+mj-ea"/>
              <a:cs typeface="+mj-cs"/>
              <a:sym typeface="Graphik" panose="020B0503030202060203" pitchFamily="34" charset="0"/>
            </a:endParaRPr>
          </a:p>
        </p:txBody>
      </p:sp>
    </p:spTree>
    <p:extLst>
      <p:ext uri="{BB962C8B-B14F-4D97-AF65-F5344CB8AC3E}">
        <p14:creationId xmlns:p14="http://schemas.microsoft.com/office/powerpoint/2010/main" val="792985454"/>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 id="2147483824" r:id="rId12"/>
    <p:sldLayoutId id="2147483825" r:id="rId13"/>
    <p:sldLayoutId id="2147483826" r:id="rId14"/>
    <p:sldLayoutId id="2147483827" r:id="rId15"/>
    <p:sldLayoutId id="2147483828" r:id="rId16"/>
    <p:sldLayoutId id="2147483829" r:id="rId17"/>
    <p:sldLayoutId id="2147483830" r:id="rId18"/>
    <p:sldLayoutId id="2147483831" r:id="rId19"/>
    <p:sldLayoutId id="2147483832" r:id="rId20"/>
    <p:sldLayoutId id="2147483833" r:id="rId21"/>
    <p:sldLayoutId id="2147483834" r:id="rId22"/>
    <p:sldLayoutId id="2147483835" r:id="rId23"/>
    <p:sldLayoutId id="2147483836" r:id="rId24"/>
    <p:sldLayoutId id="2147483837" r:id="rId25"/>
    <p:sldLayoutId id="2147483838" r:id="rId26"/>
    <p:sldLayoutId id="2147483839" r:id="rId27"/>
    <p:sldLayoutId id="2147483840" r:id="rId28"/>
    <p:sldLayoutId id="2147483841" r:id="rId29"/>
    <p:sldLayoutId id="2147483842" r:id="rId30"/>
    <p:sldLayoutId id="2147483843" r:id="rId31"/>
    <p:sldLayoutId id="2147483844" r:id="rId32"/>
    <p:sldLayoutId id="2147483845" r:id="rId33"/>
    <p:sldLayoutId id="2147483846" r:id="rId34"/>
    <p:sldLayoutId id="2147483847" r:id="rId35"/>
    <p:sldLayoutId id="2147483848" r:id="rId36"/>
    <p:sldLayoutId id="2147483849" r:id="rId37"/>
    <p:sldLayoutId id="2147483850" r:id="rId38"/>
    <p:sldLayoutId id="2147483851" r:id="rId39"/>
    <p:sldLayoutId id="2147483852" r:id="rId40"/>
    <p:sldLayoutId id="2147483853" r:id="rId41"/>
    <p:sldLayoutId id="2147483854" r:id="rId42"/>
    <p:sldLayoutId id="2147483855" r:id="rId43"/>
    <p:sldLayoutId id="2147483856" r:id="rId44"/>
    <p:sldLayoutId id="2147483857" r:id="rId45"/>
    <p:sldLayoutId id="2147483858" r:id="rId46"/>
    <p:sldLayoutId id="2147483859" r:id="rId47"/>
    <p:sldLayoutId id="2147483860" r:id="rId48"/>
    <p:sldLayoutId id="2147483861" r:id="rId49"/>
  </p:sldLayoutIdLst>
  <p:hf hdr="0" dt="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C35EA4"/>
          </p15:clr>
        </p15:guide>
        <p15:guide id="2" orient="horz" pos="3976">
          <p15:clr>
            <a:srgbClr val="C35EA4"/>
          </p15:clr>
        </p15:guide>
        <p15:guide id="3" pos="240">
          <p15:clr>
            <a:srgbClr val="C35EA4"/>
          </p15:clr>
        </p15:guide>
        <p15:guide id="4" pos="7440">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96.xml"/><Relationship Id="rId4" Type="http://schemas.openxmlformats.org/officeDocument/2006/relationships/image" Target="../media/image1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E490BE8-905C-97DD-78EE-1C434E39E52B}"/>
              </a:ext>
            </a:extLst>
          </p:cNvPr>
          <p:cNvSpPr/>
          <p:nvPr/>
        </p:nvSpPr>
        <p:spPr>
          <a:xfrm>
            <a:off x="4186491" y="5236791"/>
            <a:ext cx="2491709" cy="1033560"/>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dirty="0"/>
          </a:p>
        </p:txBody>
      </p:sp>
      <p:pic>
        <p:nvPicPr>
          <p:cNvPr id="13" name="Picture 12" descr="A picture containing diagram&#10;&#10;Description automatically generated">
            <a:extLst>
              <a:ext uri="{FF2B5EF4-FFF2-40B4-BE49-F238E27FC236}">
                <a16:creationId xmlns:a16="http://schemas.microsoft.com/office/drawing/2014/main" id="{339CA5F8-5150-298C-D8C9-4C8811B32464}"/>
              </a:ext>
            </a:extLst>
          </p:cNvPr>
          <p:cNvPicPr>
            <a:picLocks noGrp="1" noRot="1" noChangeAspect="1" noMove="1" noResize="1" noEditPoints="1" noAdjustHandles="1" noChangeArrowheads="1" noChangeShapeType="1" noCrop="1"/>
          </p:cNvPicPr>
          <p:nvPr/>
        </p:nvPicPr>
        <p:blipFill>
          <a:blip r:embed="rId3"/>
          <a:stretch>
            <a:fillRect/>
          </a:stretch>
        </p:blipFill>
        <p:spPr>
          <a:xfrm>
            <a:off x="1" y="0"/>
            <a:ext cx="12191999" cy="6352674"/>
          </a:xfrm>
          <a:prstGeom prst="rect">
            <a:avLst/>
          </a:prstGeom>
        </p:spPr>
      </p:pic>
      <p:sp>
        <p:nvSpPr>
          <p:cNvPr id="2" name="Text Placeholder 4">
            <a:extLst>
              <a:ext uri="{FF2B5EF4-FFF2-40B4-BE49-F238E27FC236}">
                <a16:creationId xmlns:a16="http://schemas.microsoft.com/office/drawing/2014/main" id="{1CEEF2B6-12FF-1F3B-0ADF-93251083EC65}"/>
              </a:ext>
            </a:extLst>
          </p:cNvPr>
          <p:cNvSpPr txBox="1">
            <a:spLocks/>
          </p:cNvSpPr>
          <p:nvPr/>
        </p:nvSpPr>
        <p:spPr>
          <a:xfrm>
            <a:off x="100870" y="208333"/>
            <a:ext cx="6449864" cy="393765"/>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3200" b="1" dirty="0">
                <a:solidFill>
                  <a:schemeClr val="accent3"/>
                </a:solidFill>
                <a:latin typeface="Graphik"/>
              </a:rPr>
              <a:t>Pablo Negro</a:t>
            </a:r>
            <a:endParaRPr lang="en-US" sz="3200" b="1" dirty="0">
              <a:solidFill>
                <a:schemeClr val="accent3"/>
              </a:solidFill>
            </a:endParaRPr>
          </a:p>
        </p:txBody>
      </p:sp>
      <p:sp>
        <p:nvSpPr>
          <p:cNvPr id="3" name="Text Placeholder 5">
            <a:extLst>
              <a:ext uri="{FF2B5EF4-FFF2-40B4-BE49-F238E27FC236}">
                <a16:creationId xmlns:a16="http://schemas.microsoft.com/office/drawing/2014/main" id="{FBD5EC0B-4D54-E441-7F31-D4C98525F636}"/>
              </a:ext>
            </a:extLst>
          </p:cNvPr>
          <p:cNvSpPr txBox="1">
            <a:spLocks/>
          </p:cNvSpPr>
          <p:nvPr/>
        </p:nvSpPr>
        <p:spPr>
          <a:xfrm>
            <a:off x="1875000" y="956458"/>
            <a:ext cx="4712989" cy="1405505"/>
          </a:xfrm>
          <a:prstGeom prst="rect">
            <a:avLst/>
          </a:prstGeom>
        </p:spPr>
        <p:txBody>
          <a:bodyPr vert="horz" lIns="0" tIns="0" rIns="0" bIns="0" rtlCol="0" anchor="t">
            <a:normAutofit lnSpcReduction="10000"/>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n-US" dirty="0">
                <a:solidFill>
                  <a:schemeClr val="accent3"/>
                </a:solidFill>
                <a:latin typeface="Graphik Black"/>
              </a:rPr>
              <a:t>Machine Learning Engineering Principal</a:t>
            </a:r>
          </a:p>
          <a:p>
            <a:pPr marL="0" indent="0">
              <a:buNone/>
            </a:pPr>
            <a:r>
              <a:rPr lang="en-US" sz="1200" dirty="0"/>
              <a:t>Technology – Cloud First / Data &amp; AI</a:t>
            </a:r>
          </a:p>
          <a:p>
            <a:pPr marL="0" indent="0">
              <a:buNone/>
            </a:pPr>
            <a:r>
              <a:rPr lang="en-US" sz="1200" b="1" dirty="0">
                <a:latin typeface="Graphik"/>
              </a:rPr>
              <a:t>Pablo.negro@accenture.com</a:t>
            </a:r>
          </a:p>
          <a:p>
            <a:pPr marL="0" indent="0">
              <a:buNone/>
            </a:pPr>
            <a:r>
              <a:rPr lang="en-US" sz="1200" dirty="0">
                <a:latin typeface="Graphik"/>
              </a:rPr>
              <a:t>Buenos Aires, Argentina</a:t>
            </a:r>
            <a:endParaRPr lang="en-US" sz="1200" dirty="0"/>
          </a:p>
          <a:p>
            <a:endParaRPr lang="en-US" sz="900" b="1" dirty="0"/>
          </a:p>
          <a:p>
            <a:endParaRPr lang="en-US" sz="1200" dirty="0"/>
          </a:p>
          <a:p>
            <a:endParaRPr lang="en-US" dirty="0"/>
          </a:p>
        </p:txBody>
      </p:sp>
      <p:sp>
        <p:nvSpPr>
          <p:cNvPr id="9" name="Rectangle 8">
            <a:extLst>
              <a:ext uri="{FF2B5EF4-FFF2-40B4-BE49-F238E27FC236}">
                <a16:creationId xmlns:a16="http://schemas.microsoft.com/office/drawing/2014/main" id="{74A37382-FFD1-74CD-A6A0-BA715F04BEDE}"/>
              </a:ext>
            </a:extLst>
          </p:cNvPr>
          <p:cNvSpPr/>
          <p:nvPr/>
        </p:nvSpPr>
        <p:spPr>
          <a:xfrm>
            <a:off x="6790076" y="171448"/>
            <a:ext cx="5301053" cy="6098903"/>
          </a:xfrm>
          <a:prstGeom prst="rect">
            <a:avLst/>
          </a:prstGeom>
          <a:solidFill>
            <a:schemeClr val="bg1"/>
          </a:solidFill>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err="1"/>
          </a:p>
        </p:txBody>
      </p:sp>
      <p:sp>
        <p:nvSpPr>
          <p:cNvPr id="11" name="Text Placeholder 4">
            <a:extLst>
              <a:ext uri="{FF2B5EF4-FFF2-40B4-BE49-F238E27FC236}">
                <a16:creationId xmlns:a16="http://schemas.microsoft.com/office/drawing/2014/main" id="{0E58DF97-0E0E-C3A8-6E0E-C6ED1FC42713}"/>
              </a:ext>
            </a:extLst>
          </p:cNvPr>
          <p:cNvSpPr txBox="1">
            <a:spLocks/>
          </p:cNvSpPr>
          <p:nvPr/>
        </p:nvSpPr>
        <p:spPr>
          <a:xfrm>
            <a:off x="6907844" y="312234"/>
            <a:ext cx="2594524" cy="205646"/>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600" b="1">
                <a:solidFill>
                  <a:schemeClr val="accent2"/>
                </a:solidFill>
                <a:latin typeface="+mj-lt"/>
              </a:rPr>
              <a:t>SELECTED EXPERIENCE </a:t>
            </a:r>
            <a:endParaRPr lang="en-US" sz="1600" b="1">
              <a:solidFill>
                <a:schemeClr val="accent2"/>
              </a:solidFill>
              <a:latin typeface="+mj-lt"/>
            </a:endParaRPr>
          </a:p>
        </p:txBody>
      </p:sp>
      <p:sp>
        <p:nvSpPr>
          <p:cNvPr id="23" name="Rectangle 22">
            <a:extLst>
              <a:ext uri="{FF2B5EF4-FFF2-40B4-BE49-F238E27FC236}">
                <a16:creationId xmlns:a16="http://schemas.microsoft.com/office/drawing/2014/main" id="{CB125A6B-6104-78D8-2910-B3EC4F868DBE}"/>
              </a:ext>
            </a:extLst>
          </p:cNvPr>
          <p:cNvSpPr/>
          <p:nvPr/>
        </p:nvSpPr>
        <p:spPr>
          <a:xfrm>
            <a:off x="4172912" y="2349359"/>
            <a:ext cx="2505288" cy="2816970"/>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err="1"/>
          </a:p>
        </p:txBody>
      </p:sp>
      <p:sp>
        <p:nvSpPr>
          <p:cNvPr id="25" name="Text Placeholder 4">
            <a:extLst>
              <a:ext uri="{FF2B5EF4-FFF2-40B4-BE49-F238E27FC236}">
                <a16:creationId xmlns:a16="http://schemas.microsoft.com/office/drawing/2014/main" id="{3AF538BA-C4F9-94DB-B619-3A89CAF5483A}"/>
              </a:ext>
            </a:extLst>
          </p:cNvPr>
          <p:cNvSpPr txBox="1">
            <a:spLocks/>
          </p:cNvSpPr>
          <p:nvPr/>
        </p:nvSpPr>
        <p:spPr>
          <a:xfrm>
            <a:off x="4306701" y="2598950"/>
            <a:ext cx="2280772" cy="263977"/>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000" b="1" dirty="0">
                <a:solidFill>
                  <a:schemeClr val="accent2"/>
                </a:solidFill>
                <a:latin typeface="+mj-lt"/>
              </a:rPr>
              <a:t>HARD/SOFT SKILLS &amp; TOOLS</a:t>
            </a:r>
            <a:endParaRPr lang="en-US" sz="1000" b="1" dirty="0">
              <a:solidFill>
                <a:schemeClr val="accent2"/>
              </a:solidFill>
              <a:latin typeface="+mj-lt"/>
            </a:endParaRPr>
          </a:p>
        </p:txBody>
      </p:sp>
      <p:sp>
        <p:nvSpPr>
          <p:cNvPr id="36" name="Rectangle 35">
            <a:extLst>
              <a:ext uri="{FF2B5EF4-FFF2-40B4-BE49-F238E27FC236}">
                <a16:creationId xmlns:a16="http://schemas.microsoft.com/office/drawing/2014/main" id="{CD3F3331-A2F2-3187-3314-9536E3A05809}"/>
              </a:ext>
            </a:extLst>
          </p:cNvPr>
          <p:cNvSpPr/>
          <p:nvPr/>
        </p:nvSpPr>
        <p:spPr>
          <a:xfrm>
            <a:off x="3431214" y="5236790"/>
            <a:ext cx="3246987" cy="969022"/>
          </a:xfrm>
          <a:prstGeom prst="rect">
            <a:avLst/>
          </a:prstGeom>
        </p:spPr>
        <p:txBody>
          <a:bodyPr vert="horz" lIns="0" tIns="0" rIns="0" bIns="0" rtlCol="0" anchor="t">
            <a:noAutofit/>
          </a:bodyPr>
          <a:lstStyle/>
          <a:p>
            <a:pPr marL="171450" indent="-171450">
              <a:lnSpc>
                <a:spcPct val="90000"/>
              </a:lnSpc>
              <a:spcAft>
                <a:spcPts val="600"/>
              </a:spcAft>
              <a:buClr>
                <a:schemeClr val="accent1"/>
              </a:buClr>
              <a:buFont typeface="Arial" panose="020B0604020202020204" pitchFamily="34" charset="0"/>
              <a:buChar char="•"/>
            </a:pPr>
            <a:endParaRPr lang="en-US" sz="1000" dirty="0">
              <a:solidFill>
                <a:schemeClr val="tx1"/>
              </a:solidFill>
              <a:latin typeface="Graphik"/>
            </a:endParaRPr>
          </a:p>
        </p:txBody>
      </p:sp>
      <p:sp>
        <p:nvSpPr>
          <p:cNvPr id="37" name="Text Placeholder 4">
            <a:extLst>
              <a:ext uri="{FF2B5EF4-FFF2-40B4-BE49-F238E27FC236}">
                <a16:creationId xmlns:a16="http://schemas.microsoft.com/office/drawing/2014/main" id="{E2E6DC0A-D16B-3A77-6077-F57069BD7EDC}"/>
              </a:ext>
            </a:extLst>
          </p:cNvPr>
          <p:cNvSpPr txBox="1">
            <a:spLocks/>
          </p:cNvSpPr>
          <p:nvPr/>
        </p:nvSpPr>
        <p:spPr>
          <a:xfrm>
            <a:off x="328699" y="5268752"/>
            <a:ext cx="1478408" cy="200101"/>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a:solidFill>
                  <a:schemeClr val="accent1"/>
                </a:solidFill>
                <a:latin typeface="+mj-lt"/>
              </a:rPr>
              <a:t>LANGUAGES</a:t>
            </a:r>
            <a:endParaRPr lang="en-US" sz="1200" b="1">
              <a:solidFill>
                <a:schemeClr val="accent1"/>
              </a:solidFill>
              <a:latin typeface="+mj-lt"/>
            </a:endParaRPr>
          </a:p>
        </p:txBody>
      </p:sp>
      <p:sp>
        <p:nvSpPr>
          <p:cNvPr id="40" name="Text Placeholder 4">
            <a:extLst>
              <a:ext uri="{FF2B5EF4-FFF2-40B4-BE49-F238E27FC236}">
                <a16:creationId xmlns:a16="http://schemas.microsoft.com/office/drawing/2014/main" id="{6F73DCD2-A285-29D0-D542-E4F69730AE06}"/>
              </a:ext>
            </a:extLst>
          </p:cNvPr>
          <p:cNvSpPr txBox="1">
            <a:spLocks/>
          </p:cNvSpPr>
          <p:nvPr/>
        </p:nvSpPr>
        <p:spPr>
          <a:xfrm>
            <a:off x="4306474" y="2422648"/>
            <a:ext cx="2280772" cy="223201"/>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AREA OF EXPERTISE</a:t>
            </a:r>
            <a:endParaRPr lang="en-US" sz="1200" b="1" dirty="0">
              <a:solidFill>
                <a:schemeClr val="accent1"/>
              </a:solidFill>
              <a:latin typeface="+mj-lt"/>
            </a:endParaRPr>
          </a:p>
        </p:txBody>
      </p:sp>
      <p:sp>
        <p:nvSpPr>
          <p:cNvPr id="47" name="Text Placeholder 10">
            <a:extLst>
              <a:ext uri="{FF2B5EF4-FFF2-40B4-BE49-F238E27FC236}">
                <a16:creationId xmlns:a16="http://schemas.microsoft.com/office/drawing/2014/main" id="{88916E2A-4E45-86B5-A986-94589B9AFC66}"/>
              </a:ext>
            </a:extLst>
          </p:cNvPr>
          <p:cNvSpPr txBox="1">
            <a:spLocks/>
          </p:cNvSpPr>
          <p:nvPr/>
        </p:nvSpPr>
        <p:spPr>
          <a:xfrm>
            <a:off x="4306701" y="2874620"/>
            <a:ext cx="2362952" cy="2215307"/>
          </a:xfrm>
          <a:prstGeom prst="rect">
            <a:avLst/>
          </a:prstGeom>
        </p:spPr>
        <p:txBody>
          <a:bodyPr vert="horz" lIns="0" tIns="0" rIns="0" bIns="0" rtlCol="0" anchor="t">
            <a:noAutofit/>
          </a:bodyPr>
          <a:lstStyle>
            <a:defPPr>
              <a:defRPr lang="en-US"/>
            </a:defPPr>
            <a:lvl1pPr marL="171450" indent="-171450" fontAlgn="base">
              <a:lnSpc>
                <a:spcPct val="100000"/>
              </a:lnSpc>
              <a:spcBef>
                <a:spcPts val="0"/>
              </a:spcBef>
              <a:spcAft>
                <a:spcPts val="0"/>
              </a:spcAft>
              <a:buClr>
                <a:schemeClr val="accent1"/>
              </a:buClr>
              <a:buFont typeface="Arial" panose="020B0604020202020204" pitchFamily="34" charset="0"/>
              <a:buChar char="•"/>
              <a:defRPr sz="1000" b="1" i="0" u="none" strike="noStrike">
                <a:solidFill>
                  <a:schemeClr val="accent3"/>
                </a:solidFill>
                <a:effectLst/>
                <a:latin typeface="+mj-lt"/>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CIO</a:t>
            </a:r>
          </a:p>
          <a:p>
            <a:r>
              <a:rPr lang="en-US" dirty="0"/>
              <a:t>Software Engineer</a:t>
            </a:r>
          </a:p>
          <a:p>
            <a:r>
              <a:rPr lang="en-US" dirty="0"/>
              <a:t>Project Management</a:t>
            </a:r>
          </a:p>
          <a:p>
            <a:r>
              <a:rPr lang="en-US" dirty="0"/>
              <a:t>Ultra Low Latency</a:t>
            </a:r>
          </a:p>
          <a:p>
            <a:r>
              <a:rPr lang="en-US" dirty="0"/>
              <a:t>Scalability</a:t>
            </a:r>
          </a:p>
          <a:p>
            <a:r>
              <a:rPr lang="en-US" dirty="0"/>
              <a:t>Research</a:t>
            </a:r>
          </a:p>
          <a:p>
            <a:r>
              <a:rPr lang="en-US" dirty="0"/>
              <a:t>High Availability</a:t>
            </a:r>
          </a:p>
          <a:p>
            <a:r>
              <a:rPr lang="en-US" dirty="0"/>
              <a:t>Software Architecture</a:t>
            </a:r>
          </a:p>
          <a:p>
            <a:r>
              <a:rPr lang="en-US" dirty="0"/>
              <a:t>Deep Learning</a:t>
            </a:r>
          </a:p>
          <a:p>
            <a:r>
              <a:rPr lang="en-US" dirty="0"/>
              <a:t>NLP</a:t>
            </a:r>
          </a:p>
          <a:p>
            <a:r>
              <a:rPr lang="en-US" dirty="0"/>
              <a:t>XAI / RAI</a:t>
            </a:r>
          </a:p>
          <a:p>
            <a:endParaRPr lang="en-US" dirty="0"/>
          </a:p>
        </p:txBody>
      </p:sp>
      <p:sp>
        <p:nvSpPr>
          <p:cNvPr id="67" name="Text Placeholder 11">
            <a:extLst>
              <a:ext uri="{FF2B5EF4-FFF2-40B4-BE49-F238E27FC236}">
                <a16:creationId xmlns:a16="http://schemas.microsoft.com/office/drawing/2014/main" id="{C6A51E4F-7155-0013-A033-1BFC0B3D9F3D}"/>
              </a:ext>
            </a:extLst>
          </p:cNvPr>
          <p:cNvSpPr txBox="1">
            <a:spLocks/>
          </p:cNvSpPr>
          <p:nvPr/>
        </p:nvSpPr>
        <p:spPr>
          <a:xfrm>
            <a:off x="6907843" y="611620"/>
            <a:ext cx="5081751" cy="5009064"/>
          </a:xfrm>
          <a:prstGeom prst="rect">
            <a:avLst/>
          </a:prstGeom>
        </p:spPr>
        <p:txBody>
          <a:bodyPr vert="horz" lIns="0" tIns="0" rIns="0" bIns="0" rtlCol="0" anchor="t">
            <a:spAutoFit/>
          </a:bodyPr>
          <a:lstStyle>
            <a:lvl1pPr marL="0" indent="0" algn="l" defTabSz="228600" rtl="0" eaLnBrk="1" latinLnBrk="0" hangingPunct="1">
              <a:lnSpc>
                <a:spcPct val="100000"/>
              </a:lnSpc>
              <a:spcBef>
                <a:spcPts val="0"/>
              </a:spcBef>
              <a:spcAft>
                <a:spcPts val="600"/>
              </a:spcAft>
              <a:buFont typeface="Graphik" panose="020B0604020202020204" pitchFamily="34" charset="0"/>
              <a:buNone/>
              <a:defRPr lang="en-US" sz="4800" b="1" kern="1200" dirty="0">
                <a:solidFill>
                  <a:schemeClr val="accent1"/>
                </a:solidFill>
                <a:latin typeface="+mj-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defTabSz="912813">
              <a:lnSpc>
                <a:spcPct val="100000"/>
              </a:lnSpc>
              <a:spcBef>
                <a:spcPts val="0"/>
              </a:spcBef>
              <a:buNone/>
              <a:tabLst>
                <a:tab pos="917575" algn="l"/>
              </a:tabLst>
              <a:defRPr/>
            </a:pPr>
            <a:r>
              <a:rPr lang="en-US" sz="1000" dirty="0">
                <a:solidFill>
                  <a:srgbClr val="000000"/>
                </a:solidFill>
                <a:latin typeface="+mn-lt"/>
              </a:rPr>
              <a:t>TEAM LEADER @ Important Multinational Steel Company</a:t>
            </a:r>
          </a:p>
          <a:p>
            <a:pPr marL="285750" indent="-285750">
              <a:spcAft>
                <a:spcPts val="300"/>
              </a:spcAft>
              <a:buFont typeface="Arial" panose="020B0604020202020204" pitchFamily="34" charset="0"/>
              <a:buChar char="•"/>
              <a:tabLst>
                <a:tab pos="917575" algn="l"/>
              </a:tabLst>
              <a:defRPr/>
            </a:pPr>
            <a:r>
              <a:rPr lang="en-US" sz="1000" b="0" dirty="0">
                <a:solidFill>
                  <a:schemeClr val="accent3"/>
                </a:solidFill>
                <a:latin typeface="+mn-lt"/>
                <a:cs typeface="Calibri" panose="020F0502020204030204" pitchFamily="34" charset="0"/>
              </a:rPr>
              <a:t>Develop the strategy and architecture for migrating costs applications</a:t>
            </a:r>
          </a:p>
          <a:p>
            <a:pPr marL="285750" indent="-285750">
              <a:spcAft>
                <a:spcPts val="300"/>
              </a:spcAft>
              <a:buFont typeface="Arial" panose="020B0604020202020204" pitchFamily="34" charset="0"/>
              <a:buChar char="•"/>
              <a:tabLst>
                <a:tab pos="917575" algn="l"/>
              </a:tabLst>
              <a:defRPr/>
            </a:pPr>
            <a:r>
              <a:rPr lang="en-US" sz="1000" b="0" dirty="0">
                <a:solidFill>
                  <a:schemeClr val="accent3"/>
                </a:solidFill>
                <a:latin typeface="+mn-lt"/>
                <a:cs typeface="Calibri" panose="020F0502020204030204" pitchFamily="34" charset="0"/>
              </a:rPr>
              <a:t>Provide guidance to the team</a:t>
            </a:r>
          </a:p>
          <a:p>
            <a:pPr marL="285750" indent="-285750">
              <a:spcAft>
                <a:spcPts val="300"/>
              </a:spcAft>
              <a:buFont typeface="Arial" panose="020B0604020202020204" pitchFamily="34" charset="0"/>
              <a:buChar char="•"/>
              <a:tabLst>
                <a:tab pos="917575" algn="l"/>
              </a:tabLst>
              <a:defRPr/>
            </a:pPr>
            <a:r>
              <a:rPr lang="en-US" sz="1000" b="0" dirty="0" err="1">
                <a:solidFill>
                  <a:schemeClr val="accent3"/>
                </a:solidFill>
                <a:latin typeface="+mn-lt"/>
                <a:cs typeface="Calibri" panose="020F0502020204030204" pitchFamily="34" charset="0"/>
              </a:rPr>
              <a:t>DataBricks</a:t>
            </a:r>
            <a:r>
              <a:rPr lang="en-US" sz="1000" b="0" dirty="0">
                <a:solidFill>
                  <a:schemeClr val="accent3"/>
                </a:solidFill>
                <a:latin typeface="+mn-lt"/>
                <a:cs typeface="Calibri" panose="020F0502020204030204" pitchFamily="34" charset="0"/>
              </a:rPr>
              <a:t> Pipelines orchestration</a:t>
            </a:r>
          </a:p>
          <a:p>
            <a:pPr marL="285750" indent="-285750">
              <a:spcAft>
                <a:spcPts val="300"/>
              </a:spcAft>
              <a:buFont typeface="Arial" panose="020B0604020202020204" pitchFamily="34" charset="0"/>
              <a:buChar char="•"/>
              <a:tabLst>
                <a:tab pos="917575" algn="l"/>
              </a:tabLst>
              <a:defRPr/>
            </a:pPr>
            <a:r>
              <a:rPr lang="en-US" sz="1000" b="0" dirty="0">
                <a:solidFill>
                  <a:schemeClr val="accent3"/>
                </a:solidFill>
                <a:latin typeface="+mn-lt"/>
                <a:cs typeface="Calibri" panose="020F0502020204030204" pitchFamily="34" charset="0"/>
              </a:rPr>
              <a:t>Tech Documentation generation</a:t>
            </a:r>
          </a:p>
          <a:p>
            <a:pPr marL="285750" indent="-285750">
              <a:spcAft>
                <a:spcPts val="300"/>
              </a:spcAft>
              <a:buFont typeface="Arial" panose="020B0604020202020204" pitchFamily="34" charset="0"/>
              <a:buChar char="•"/>
              <a:tabLst>
                <a:tab pos="917575" algn="l"/>
              </a:tabLst>
              <a:defRPr/>
            </a:pPr>
            <a:r>
              <a:rPr lang="en-US" sz="1000" b="0" dirty="0">
                <a:solidFill>
                  <a:schemeClr val="accent3"/>
                </a:solidFill>
                <a:latin typeface="+mn-lt"/>
                <a:cs typeface="Calibri" panose="020F0502020204030204" pitchFamily="34" charset="0"/>
              </a:rPr>
              <a:t>Client facing</a:t>
            </a:r>
          </a:p>
          <a:p>
            <a:pPr marL="0" indent="0" defTabSz="912813">
              <a:lnSpc>
                <a:spcPct val="100000"/>
              </a:lnSpc>
              <a:spcBef>
                <a:spcPts val="0"/>
              </a:spcBef>
              <a:buNone/>
              <a:tabLst>
                <a:tab pos="917575" algn="l"/>
              </a:tabLst>
              <a:defRPr/>
            </a:pPr>
            <a:r>
              <a:rPr lang="en-US" sz="1000" dirty="0">
                <a:solidFill>
                  <a:srgbClr val="000000"/>
                </a:solidFill>
                <a:latin typeface="+mn-lt"/>
              </a:rPr>
              <a:t>PRODCUT OWNWER @ NLP ACN PRODUCT TO INTEGRATING WITH AWS </a:t>
            </a:r>
          </a:p>
          <a:p>
            <a:pPr marL="285750" indent="-285750">
              <a:spcAft>
                <a:spcPts val="300"/>
              </a:spcAft>
              <a:buFont typeface="Arial" panose="020B0604020202020204" pitchFamily="34" charset="0"/>
              <a:buChar char="•"/>
              <a:tabLst>
                <a:tab pos="917575" algn="l"/>
              </a:tabLst>
              <a:defRPr/>
            </a:pPr>
            <a:r>
              <a:rPr lang="en-US" sz="1000" b="0" dirty="0">
                <a:solidFill>
                  <a:schemeClr val="accent3"/>
                </a:solidFill>
                <a:latin typeface="+mn-lt"/>
                <a:cs typeface="Calibri" panose="020F0502020204030204" pitchFamily="34" charset="0"/>
              </a:rPr>
              <a:t>NLP models developing, assessment &amp; evaluation</a:t>
            </a:r>
          </a:p>
          <a:p>
            <a:pPr marL="285750" indent="-285750">
              <a:spcAft>
                <a:spcPts val="300"/>
              </a:spcAft>
              <a:buFont typeface="Arial" panose="020B0604020202020204" pitchFamily="34" charset="0"/>
              <a:buChar char="•"/>
              <a:tabLst>
                <a:tab pos="917575" algn="l"/>
              </a:tabLst>
              <a:defRPr/>
            </a:pPr>
            <a:r>
              <a:rPr lang="en-US" sz="1000" b="0" dirty="0">
                <a:solidFill>
                  <a:schemeClr val="accent3"/>
                </a:solidFill>
                <a:latin typeface="+mn-lt"/>
                <a:cs typeface="Calibri" panose="020F0502020204030204" pitchFamily="34" charset="0"/>
              </a:rPr>
              <a:t>Team integration</a:t>
            </a:r>
          </a:p>
          <a:p>
            <a:pPr marL="285750" indent="-285750">
              <a:spcAft>
                <a:spcPts val="300"/>
              </a:spcAft>
              <a:buFont typeface="Arial" panose="020B0604020202020204" pitchFamily="34" charset="0"/>
              <a:buChar char="•"/>
              <a:tabLst>
                <a:tab pos="917575" algn="l"/>
              </a:tabLst>
              <a:defRPr/>
            </a:pPr>
            <a:r>
              <a:rPr lang="en-US" sz="1000" b="0" dirty="0">
                <a:solidFill>
                  <a:schemeClr val="accent3"/>
                </a:solidFill>
                <a:latin typeface="+mn-lt"/>
                <a:cs typeface="Calibri" panose="020F0502020204030204" pitchFamily="34" charset="0"/>
              </a:rPr>
              <a:t>Quality Assurance</a:t>
            </a:r>
          </a:p>
          <a:p>
            <a:pPr lvl="0" defTabSz="912813">
              <a:tabLst>
                <a:tab pos="917575" algn="l"/>
              </a:tabLst>
              <a:defRPr/>
            </a:pPr>
            <a:r>
              <a:rPr lang="en-US" sz="1000" dirty="0">
                <a:solidFill>
                  <a:srgbClr val="000000"/>
                </a:solidFill>
                <a:latin typeface="+mn-lt"/>
              </a:rPr>
              <a:t>PERFORMANCE ENGINEER @ INTERNATIONAL PHARMACY COMPANY</a:t>
            </a:r>
          </a:p>
          <a:p>
            <a:pPr marL="285750" lvl="0" indent="-285750">
              <a:spcAft>
                <a:spcPts val="300"/>
              </a:spcAft>
              <a:buFont typeface="Arial" panose="020B0604020202020204" pitchFamily="34" charset="0"/>
              <a:buChar char="•"/>
              <a:tabLst>
                <a:tab pos="917575" algn="l"/>
              </a:tabLst>
              <a:defRPr/>
            </a:pPr>
            <a:r>
              <a:rPr lang="en-US" sz="1000" b="0" dirty="0">
                <a:solidFill>
                  <a:schemeClr val="accent3"/>
                </a:solidFill>
                <a:latin typeface="+mn-lt"/>
                <a:cs typeface="Calibri" panose="020F0502020204030204" pitchFamily="34" charset="0"/>
              </a:rPr>
              <a:t>Performance improvement &amp; code tuning with Databricks on Azure.</a:t>
            </a:r>
          </a:p>
          <a:p>
            <a:pPr marL="285750" lvl="0" indent="-285750">
              <a:spcAft>
                <a:spcPts val="300"/>
              </a:spcAft>
              <a:buFont typeface="Arial" panose="020B0604020202020204" pitchFamily="34" charset="0"/>
              <a:buChar char="•"/>
              <a:tabLst>
                <a:tab pos="917575" algn="l"/>
              </a:tabLst>
              <a:defRPr/>
            </a:pPr>
            <a:r>
              <a:rPr lang="en-US" sz="1000" b="0" dirty="0">
                <a:solidFill>
                  <a:schemeClr val="accent3"/>
                </a:solidFill>
                <a:latin typeface="+mn-lt"/>
                <a:cs typeface="Calibri" panose="020F0502020204030204" pitchFamily="34" charset="0"/>
              </a:rPr>
              <a:t>Query analysis &amp; tunning with Snowflake on Azure.</a:t>
            </a:r>
          </a:p>
          <a:p>
            <a:pPr marL="285750" lvl="0" indent="-285750">
              <a:spcAft>
                <a:spcPts val="300"/>
              </a:spcAft>
              <a:buFont typeface="Arial" panose="020B0604020202020204" pitchFamily="34" charset="0"/>
              <a:buChar char="•"/>
              <a:tabLst>
                <a:tab pos="917575" algn="l"/>
              </a:tabLst>
              <a:defRPr/>
            </a:pPr>
            <a:r>
              <a:rPr lang="en-US" sz="1000" b="0" dirty="0">
                <a:solidFill>
                  <a:schemeClr val="accent3"/>
                </a:solidFill>
                <a:latin typeface="+mn-lt"/>
                <a:cs typeface="Calibri" panose="020F0502020204030204" pitchFamily="34" charset="0"/>
              </a:rPr>
              <a:t>Data Visualization with </a:t>
            </a:r>
            <a:r>
              <a:rPr lang="en-US" sz="1000" b="0" dirty="0" err="1">
                <a:solidFill>
                  <a:schemeClr val="accent3"/>
                </a:solidFill>
                <a:latin typeface="+mn-lt"/>
                <a:cs typeface="Calibri" panose="020F0502020204030204" pitchFamily="34" charset="0"/>
              </a:rPr>
              <a:t>DataBricks</a:t>
            </a:r>
            <a:r>
              <a:rPr lang="en-US" sz="1000" b="0" dirty="0">
                <a:solidFill>
                  <a:schemeClr val="accent3"/>
                </a:solidFill>
                <a:latin typeface="+mn-lt"/>
                <a:cs typeface="Calibri" panose="020F0502020204030204" pitchFamily="34" charset="0"/>
              </a:rPr>
              <a:t> dashboards.</a:t>
            </a:r>
          </a:p>
          <a:p>
            <a:pPr marL="0" lvl="0" indent="0" defTabSz="912813">
              <a:lnSpc>
                <a:spcPct val="100000"/>
              </a:lnSpc>
              <a:spcBef>
                <a:spcPts val="0"/>
              </a:spcBef>
              <a:buNone/>
              <a:tabLst>
                <a:tab pos="917575" algn="l"/>
              </a:tabLst>
              <a:defRPr/>
            </a:pPr>
            <a:r>
              <a:rPr lang="en-US" sz="1000" dirty="0">
                <a:solidFill>
                  <a:srgbClr val="000000"/>
                </a:solidFill>
                <a:latin typeface="+mn-lt"/>
              </a:rPr>
              <a:t>MACHINE LEARNING ENGINEERING MANAGER @ INTERNATIONAL MINING COMPANY</a:t>
            </a:r>
          </a:p>
          <a:p>
            <a:pPr marL="285750" indent="-285750">
              <a:spcAft>
                <a:spcPts val="300"/>
              </a:spcAft>
              <a:buFont typeface="Arial" panose="020B0604020202020204" pitchFamily="34" charset="0"/>
              <a:buChar char="•"/>
              <a:tabLst>
                <a:tab pos="917575" algn="l"/>
              </a:tabLst>
              <a:defRPr/>
            </a:pPr>
            <a:r>
              <a:rPr lang="en-US" sz="1000" b="0" dirty="0">
                <a:solidFill>
                  <a:schemeClr val="accent3"/>
                </a:solidFill>
                <a:latin typeface="+mn-lt"/>
                <a:cs typeface="Calibri" panose="020F0502020204030204" pitchFamily="34" charset="0"/>
              </a:rPr>
              <a:t>Providing </a:t>
            </a:r>
            <a:r>
              <a:rPr lang="en-US" sz="1000" b="0" dirty="0" err="1">
                <a:solidFill>
                  <a:schemeClr val="accent3"/>
                </a:solidFill>
                <a:latin typeface="+mn-lt"/>
                <a:cs typeface="Calibri" panose="020F0502020204030204" pitchFamily="34" charset="0"/>
              </a:rPr>
              <a:t>MLOps</a:t>
            </a:r>
            <a:r>
              <a:rPr lang="en-US" sz="1000" b="0" dirty="0">
                <a:solidFill>
                  <a:schemeClr val="accent3"/>
                </a:solidFill>
                <a:latin typeface="+mn-lt"/>
                <a:cs typeface="Calibri" panose="020F0502020204030204" pitchFamily="34" charset="0"/>
              </a:rPr>
              <a:t> &amp; DevOps Services on Azure with Databricks.</a:t>
            </a:r>
          </a:p>
          <a:p>
            <a:pPr defTabSz="912813">
              <a:tabLst>
                <a:tab pos="917575" algn="l"/>
              </a:tabLst>
              <a:defRPr/>
            </a:pPr>
            <a:r>
              <a:rPr lang="en-US" sz="1000" dirty="0">
                <a:solidFill>
                  <a:srgbClr val="000000"/>
                </a:solidFill>
                <a:latin typeface="+mn-lt"/>
              </a:rPr>
              <a:t>ENGINEERING MANAGER &amp; PRODUCT OWNER @ CAPITAL MARKET EXCHANGE, ARGENTINA</a:t>
            </a:r>
          </a:p>
          <a:p>
            <a:pPr marL="285750" indent="-285750">
              <a:spcAft>
                <a:spcPts val="300"/>
              </a:spcAft>
              <a:buFont typeface="Arial" panose="020B0604020202020204" pitchFamily="34" charset="0"/>
              <a:buChar char="•"/>
              <a:tabLst>
                <a:tab pos="917575" algn="l"/>
              </a:tabLst>
              <a:defRPr/>
            </a:pPr>
            <a:r>
              <a:rPr lang="en-US" sz="1000" b="0" dirty="0">
                <a:solidFill>
                  <a:schemeClr val="accent3"/>
                </a:solidFill>
                <a:latin typeface="+mn-lt"/>
                <a:cs typeface="Calibri" panose="020F0502020204030204" pitchFamily="34" charset="0"/>
              </a:rPr>
              <a:t>Team Building. </a:t>
            </a:r>
          </a:p>
          <a:p>
            <a:pPr marL="285750" indent="-285750">
              <a:spcAft>
                <a:spcPts val="300"/>
              </a:spcAft>
              <a:buFont typeface="Arial" panose="020B0604020202020204" pitchFamily="34" charset="0"/>
              <a:buChar char="•"/>
              <a:tabLst>
                <a:tab pos="917575" algn="l"/>
              </a:tabLst>
              <a:defRPr/>
            </a:pPr>
            <a:r>
              <a:rPr lang="en-US" sz="1000" b="0" dirty="0">
                <a:solidFill>
                  <a:schemeClr val="accent3"/>
                </a:solidFill>
                <a:latin typeface="+mn-lt"/>
                <a:cs typeface="Calibri" panose="020F0502020204030204" pitchFamily="34" charset="0"/>
              </a:rPr>
              <a:t>Architecture Design. </a:t>
            </a:r>
          </a:p>
          <a:p>
            <a:pPr marL="285750" indent="-285750">
              <a:spcAft>
                <a:spcPts val="300"/>
              </a:spcAft>
              <a:buFont typeface="Arial" panose="020B0604020202020204" pitchFamily="34" charset="0"/>
              <a:buChar char="•"/>
              <a:tabLst>
                <a:tab pos="917575" algn="l"/>
              </a:tabLst>
              <a:defRPr/>
            </a:pPr>
            <a:r>
              <a:rPr lang="en-US" sz="1000" b="0" dirty="0">
                <a:solidFill>
                  <a:schemeClr val="accent3"/>
                </a:solidFill>
                <a:latin typeface="+mn-lt"/>
                <a:cs typeface="Calibri" panose="020F0502020204030204" pitchFamily="34" charset="0"/>
              </a:rPr>
              <a:t>Coordination and Planning.</a:t>
            </a:r>
          </a:p>
          <a:p>
            <a:pPr marL="285750" indent="-285750">
              <a:spcAft>
                <a:spcPts val="300"/>
              </a:spcAft>
              <a:buFont typeface="Arial" panose="020B0604020202020204" pitchFamily="34" charset="0"/>
              <a:buChar char="•"/>
              <a:tabLst>
                <a:tab pos="917575" algn="l"/>
              </a:tabLst>
              <a:defRPr/>
            </a:pPr>
            <a:r>
              <a:rPr lang="en-US" sz="1000" b="0" dirty="0">
                <a:solidFill>
                  <a:schemeClr val="accent3"/>
                </a:solidFill>
                <a:latin typeface="+mn-lt"/>
                <a:cs typeface="Calibri" panose="020F0502020204030204" pitchFamily="34" charset="0"/>
              </a:rPr>
              <a:t>Development and implementation of software solution for middleware integrations.</a:t>
            </a:r>
          </a:p>
          <a:p>
            <a:pPr marL="285750" indent="-285750">
              <a:spcAft>
                <a:spcPts val="300"/>
              </a:spcAft>
              <a:buFont typeface="Arial" panose="020B0604020202020204" pitchFamily="34" charset="0"/>
              <a:buChar char="•"/>
              <a:tabLst>
                <a:tab pos="917575" algn="l"/>
              </a:tabLst>
              <a:defRPr/>
            </a:pPr>
            <a:r>
              <a:rPr lang="en-US" sz="1000" b="0" dirty="0">
                <a:solidFill>
                  <a:schemeClr val="accent3"/>
                </a:solidFill>
                <a:latin typeface="+mn-lt"/>
                <a:cs typeface="Calibri" panose="020F0502020204030204" pitchFamily="34" charset="0"/>
              </a:rPr>
              <a:t>Product Owner. </a:t>
            </a:r>
          </a:p>
          <a:p>
            <a:pPr marL="0" lvl="0" indent="0" defTabSz="912813">
              <a:lnSpc>
                <a:spcPct val="100000"/>
              </a:lnSpc>
              <a:spcBef>
                <a:spcPts val="0"/>
              </a:spcBef>
              <a:buNone/>
              <a:tabLst>
                <a:tab pos="917575" algn="l"/>
              </a:tabLst>
              <a:defRPr/>
            </a:pPr>
            <a:endParaRPr lang="en-US" sz="800" b="0" dirty="0">
              <a:solidFill>
                <a:prstClr val="black"/>
              </a:solidFill>
            </a:endParaRPr>
          </a:p>
        </p:txBody>
      </p:sp>
      <p:sp>
        <p:nvSpPr>
          <p:cNvPr id="69" name="Footer Placeholder 3">
            <a:extLst>
              <a:ext uri="{FF2B5EF4-FFF2-40B4-BE49-F238E27FC236}">
                <a16:creationId xmlns:a16="http://schemas.microsoft.com/office/drawing/2014/main" id="{17669171-BA86-2E1F-B097-BA943AB81EC0}"/>
              </a:ext>
            </a:extLst>
          </p:cNvPr>
          <p:cNvSpPr>
            <a:spLocks noGrp="1"/>
          </p:cNvSpPr>
          <p:nvPr>
            <p:ph type="ftr" sz="quarter" idx="3"/>
          </p:nvPr>
        </p:nvSpPr>
        <p:spPr>
          <a:xfrm>
            <a:off x="7315200" y="6488234"/>
            <a:ext cx="4114800" cy="198318"/>
          </a:xfrm>
        </p:spPr>
        <p:txBody>
          <a:bodyPr wrap="square" lIns="0" tIns="0" rIns="0" bIns="0" rtlCol="0" anchor="ctr">
            <a:normAutofit/>
          </a:bodyPr>
          <a:lstStyle/>
          <a:p>
            <a:pPr>
              <a:spcAft>
                <a:spcPts val="600"/>
              </a:spcAft>
            </a:pPr>
            <a:r>
              <a:rPr lang="es-ES" kern="1200" dirty="0">
                <a:solidFill>
                  <a:schemeClr val="bg1"/>
                </a:solidFill>
                <a:latin typeface="+mn-lt"/>
                <a:ea typeface="+mn-ea"/>
                <a:cs typeface="+mn-cs"/>
              </a:rPr>
              <a:t>Copyright © 2022 Accenture. </a:t>
            </a:r>
            <a:r>
              <a:rPr lang="es-ES" kern="1200" dirty="0" err="1">
                <a:solidFill>
                  <a:schemeClr val="bg1"/>
                </a:solidFill>
                <a:latin typeface="+mn-lt"/>
                <a:ea typeface="+mn-ea"/>
                <a:cs typeface="+mn-cs"/>
              </a:rPr>
              <a:t>All</a:t>
            </a:r>
            <a:r>
              <a:rPr lang="es-ES" kern="1200" dirty="0">
                <a:solidFill>
                  <a:schemeClr val="bg1"/>
                </a:solidFill>
                <a:latin typeface="+mn-lt"/>
                <a:ea typeface="+mn-ea"/>
                <a:cs typeface="+mn-cs"/>
              </a:rPr>
              <a:t> </a:t>
            </a:r>
            <a:r>
              <a:rPr lang="es-ES" kern="1200" dirty="0" err="1">
                <a:solidFill>
                  <a:schemeClr val="bg1"/>
                </a:solidFill>
                <a:latin typeface="+mn-lt"/>
                <a:ea typeface="+mn-ea"/>
                <a:cs typeface="+mn-cs"/>
              </a:rPr>
              <a:t>rights</a:t>
            </a:r>
            <a:r>
              <a:rPr lang="es-ES" kern="1200" dirty="0">
                <a:solidFill>
                  <a:schemeClr val="bg1"/>
                </a:solidFill>
                <a:latin typeface="+mn-lt"/>
                <a:ea typeface="+mn-ea"/>
                <a:cs typeface="+mn-cs"/>
              </a:rPr>
              <a:t> </a:t>
            </a:r>
            <a:r>
              <a:rPr lang="es-ES" kern="1200" dirty="0" err="1">
                <a:solidFill>
                  <a:schemeClr val="bg1"/>
                </a:solidFill>
                <a:latin typeface="+mn-lt"/>
                <a:ea typeface="+mn-ea"/>
                <a:cs typeface="+mn-cs"/>
              </a:rPr>
              <a:t>reserved</a:t>
            </a:r>
            <a:r>
              <a:rPr lang="es-ES" kern="1200" dirty="0">
                <a:solidFill>
                  <a:schemeClr val="bg1"/>
                </a:solidFill>
                <a:latin typeface="+mn-lt"/>
                <a:ea typeface="+mn-ea"/>
                <a:cs typeface="+mn-cs"/>
              </a:rPr>
              <a:t>.</a:t>
            </a:r>
          </a:p>
        </p:txBody>
      </p:sp>
      <p:sp>
        <p:nvSpPr>
          <p:cNvPr id="70" name="Title 8">
            <a:extLst>
              <a:ext uri="{FF2B5EF4-FFF2-40B4-BE49-F238E27FC236}">
                <a16:creationId xmlns:a16="http://schemas.microsoft.com/office/drawing/2014/main" id="{96770A72-DC69-0907-ADF8-C3F228C3B9E6}"/>
              </a:ext>
            </a:extLst>
          </p:cNvPr>
          <p:cNvSpPr txBox="1">
            <a:spLocks/>
          </p:cNvSpPr>
          <p:nvPr/>
        </p:nvSpPr>
        <p:spPr>
          <a:xfrm>
            <a:off x="641267" y="6352674"/>
            <a:ext cx="5761038" cy="505326"/>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a:lstStyle>
          <a:p>
            <a:pPr>
              <a:lnSpc>
                <a:spcPct val="90000"/>
              </a:lnSpc>
            </a:pPr>
            <a:r>
              <a:rPr lang="en-US" sz="2000" dirty="0">
                <a:solidFill>
                  <a:schemeClr val="bg1"/>
                </a:solidFill>
              </a:rPr>
              <a:t>Accenture Applied Intelligence</a:t>
            </a:r>
          </a:p>
        </p:txBody>
      </p:sp>
      <p:pic>
        <p:nvPicPr>
          <p:cNvPr id="10" name="Picture 2">
            <a:extLst>
              <a:ext uri="{FF2B5EF4-FFF2-40B4-BE49-F238E27FC236}">
                <a16:creationId xmlns:a16="http://schemas.microsoft.com/office/drawing/2014/main" id="{07D5CA4C-948D-B1E7-A2F5-DDC9FCF65B63}"/>
              </a:ext>
            </a:extLst>
          </p:cNvPr>
          <p:cNvPicPr>
            <a:picLocks noChangeAspect="1"/>
          </p:cNvPicPr>
          <p:nvPr/>
        </p:nvPicPr>
        <p:blipFill>
          <a:blip r:embed="rId4"/>
          <a:srcRect t="6047" b="6047"/>
          <a:stretch/>
        </p:blipFill>
        <p:spPr>
          <a:xfrm>
            <a:off x="151712" y="819316"/>
            <a:ext cx="1640637" cy="1517904"/>
          </a:xfrm>
          <a:prstGeom prst="ellipse">
            <a:avLst/>
          </a:prstGeom>
          <a:effectLst>
            <a:softEdge rad="0"/>
          </a:effectLst>
        </p:spPr>
      </p:pic>
      <p:sp>
        <p:nvSpPr>
          <p:cNvPr id="12" name="Rectangle 11">
            <a:extLst>
              <a:ext uri="{FF2B5EF4-FFF2-40B4-BE49-F238E27FC236}">
                <a16:creationId xmlns:a16="http://schemas.microsoft.com/office/drawing/2014/main" id="{C99CBEA1-1572-AE45-9D04-FA330F835AD4}"/>
              </a:ext>
            </a:extLst>
          </p:cNvPr>
          <p:cNvSpPr/>
          <p:nvPr/>
        </p:nvSpPr>
        <p:spPr>
          <a:xfrm>
            <a:off x="100867" y="5551110"/>
            <a:ext cx="4003518" cy="719720"/>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dirty="0"/>
          </a:p>
        </p:txBody>
      </p:sp>
      <p:sp>
        <p:nvSpPr>
          <p:cNvPr id="51" name="Text Placeholder 13">
            <a:extLst>
              <a:ext uri="{FF2B5EF4-FFF2-40B4-BE49-F238E27FC236}">
                <a16:creationId xmlns:a16="http://schemas.microsoft.com/office/drawing/2014/main" id="{72302F36-E7BC-42A3-0A43-CDD2E2AB577E}"/>
              </a:ext>
            </a:extLst>
          </p:cNvPr>
          <p:cNvSpPr txBox="1">
            <a:spLocks/>
          </p:cNvSpPr>
          <p:nvPr/>
        </p:nvSpPr>
        <p:spPr>
          <a:xfrm>
            <a:off x="204840" y="5827255"/>
            <a:ext cx="1906908" cy="413522"/>
          </a:xfrm>
          <a:prstGeom prst="rect">
            <a:avLst/>
          </a:prstGeom>
        </p:spPr>
        <p:txBody>
          <a:bodyPr vert="horz" lIns="0" tIns="0" rIns="0" bIns="0" rtlCol="0" anchor="t">
            <a:noAutofit/>
          </a:bodyPr>
          <a:lstStyle>
            <a:defPPr>
              <a:defRPr lang="en-US"/>
            </a:defPPr>
            <a:lvl1pPr marL="171450" indent="-171450">
              <a:lnSpc>
                <a:spcPct val="90000"/>
              </a:lnSpc>
              <a:spcBef>
                <a:spcPts val="0"/>
              </a:spcBef>
              <a:spcAft>
                <a:spcPts val="600"/>
              </a:spcAft>
              <a:buClr>
                <a:schemeClr val="accent1"/>
              </a:buClr>
              <a:buFont typeface="Arial" panose="020B0604020202020204" pitchFamily="34" charset="0"/>
              <a:buChar char="•"/>
              <a:defRPr sz="1000">
                <a:latin typeface="Graphik"/>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Spanish (Native Speaker).</a:t>
            </a:r>
          </a:p>
          <a:p>
            <a:r>
              <a:rPr lang="en-US" dirty="0"/>
              <a:t>English (Advanced).</a:t>
            </a:r>
          </a:p>
        </p:txBody>
      </p:sp>
      <p:sp>
        <p:nvSpPr>
          <p:cNvPr id="21" name="Text Placeholder 4">
            <a:extLst>
              <a:ext uri="{FF2B5EF4-FFF2-40B4-BE49-F238E27FC236}">
                <a16:creationId xmlns:a16="http://schemas.microsoft.com/office/drawing/2014/main" id="{DD6599D1-8825-92DA-8832-92535F9E3D11}"/>
              </a:ext>
            </a:extLst>
          </p:cNvPr>
          <p:cNvSpPr txBox="1">
            <a:spLocks/>
          </p:cNvSpPr>
          <p:nvPr/>
        </p:nvSpPr>
        <p:spPr>
          <a:xfrm>
            <a:off x="228685" y="5617218"/>
            <a:ext cx="1278123" cy="200101"/>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LANGUAGES</a:t>
            </a:r>
            <a:endParaRPr lang="en-US" sz="1200" b="1" dirty="0">
              <a:solidFill>
                <a:schemeClr val="accent1"/>
              </a:solidFill>
              <a:latin typeface="+mj-lt"/>
            </a:endParaRPr>
          </a:p>
        </p:txBody>
      </p:sp>
      <p:sp>
        <p:nvSpPr>
          <p:cNvPr id="26" name="Rectangle 25">
            <a:extLst>
              <a:ext uri="{FF2B5EF4-FFF2-40B4-BE49-F238E27FC236}">
                <a16:creationId xmlns:a16="http://schemas.microsoft.com/office/drawing/2014/main" id="{7AB14698-C111-E862-4B03-3CEA5E264033}"/>
              </a:ext>
            </a:extLst>
          </p:cNvPr>
          <p:cNvSpPr>
            <a:spLocks/>
          </p:cNvSpPr>
          <p:nvPr/>
        </p:nvSpPr>
        <p:spPr>
          <a:xfrm>
            <a:off x="100869" y="2349359"/>
            <a:ext cx="4003518" cy="3146161"/>
          </a:xfrm>
          <a:prstGeom prst="rect">
            <a:avLst/>
          </a:prstGeom>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dirty="0"/>
          </a:p>
        </p:txBody>
      </p:sp>
      <p:sp>
        <p:nvSpPr>
          <p:cNvPr id="28" name="Text Placeholder 4">
            <a:extLst>
              <a:ext uri="{FF2B5EF4-FFF2-40B4-BE49-F238E27FC236}">
                <a16:creationId xmlns:a16="http://schemas.microsoft.com/office/drawing/2014/main" id="{72A9259A-DC95-7929-2407-42F74D35B297}"/>
              </a:ext>
            </a:extLst>
          </p:cNvPr>
          <p:cNvSpPr txBox="1">
            <a:spLocks/>
          </p:cNvSpPr>
          <p:nvPr/>
        </p:nvSpPr>
        <p:spPr>
          <a:xfrm>
            <a:off x="228685" y="2398584"/>
            <a:ext cx="2887778" cy="140294"/>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PROFESSIONAL BACKGROUND</a:t>
            </a:r>
            <a:endParaRPr lang="en-US" sz="1200" b="1" dirty="0">
              <a:solidFill>
                <a:schemeClr val="accent1"/>
              </a:solidFill>
              <a:latin typeface="+mj-lt"/>
            </a:endParaRPr>
          </a:p>
        </p:txBody>
      </p:sp>
      <p:sp>
        <p:nvSpPr>
          <p:cNvPr id="48" name="Text Placeholder 13">
            <a:extLst>
              <a:ext uri="{FF2B5EF4-FFF2-40B4-BE49-F238E27FC236}">
                <a16:creationId xmlns:a16="http://schemas.microsoft.com/office/drawing/2014/main" id="{CE6DAE4F-8226-621D-1573-393F25103FEA}"/>
              </a:ext>
            </a:extLst>
          </p:cNvPr>
          <p:cNvSpPr txBox="1">
            <a:spLocks/>
          </p:cNvSpPr>
          <p:nvPr/>
        </p:nvSpPr>
        <p:spPr>
          <a:xfrm>
            <a:off x="200894" y="4110103"/>
            <a:ext cx="3821939" cy="784830"/>
          </a:xfrm>
          <a:prstGeom prst="rect">
            <a:avLst/>
          </a:prstGeom>
        </p:spPr>
        <p:txBody>
          <a:bodyPr vert="horz" lIns="0" tIns="0" rIns="0" bIns="0" rtlCol="0" anchor="t">
            <a:spAutoFit/>
          </a:bodyPr>
          <a:lstStyle>
            <a:lvl1pPr marL="171450" indent="-171450"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buChar char="•"/>
            </a:pPr>
            <a:r>
              <a:rPr lang="en-US" sz="1000" dirty="0">
                <a:solidFill>
                  <a:srgbClr val="000000"/>
                </a:solidFill>
              </a:rPr>
              <a:t>Systems Engineer (UAI)</a:t>
            </a:r>
          </a:p>
          <a:p>
            <a:pPr marL="171450" indent="-171450">
              <a:buChar char="•"/>
            </a:pPr>
            <a:r>
              <a:rPr lang="en-US" sz="1000" dirty="0">
                <a:solidFill>
                  <a:srgbClr val="000000"/>
                </a:solidFill>
              </a:rPr>
              <a:t>Magister in Information Technology (UAI)</a:t>
            </a:r>
          </a:p>
          <a:p>
            <a:r>
              <a:rPr lang="en-US" sz="1000" dirty="0">
                <a:solidFill>
                  <a:srgbClr val="000000"/>
                </a:solidFill>
              </a:rPr>
              <a:t>Doctor in Information Technology (UAI)</a:t>
            </a:r>
          </a:p>
          <a:p>
            <a:pPr marL="171450" indent="-171450">
              <a:buChar char="•"/>
            </a:pPr>
            <a:endParaRPr lang="en-US" sz="1000" dirty="0"/>
          </a:p>
        </p:txBody>
      </p:sp>
      <p:sp>
        <p:nvSpPr>
          <p:cNvPr id="49" name="Text Placeholder 13">
            <a:extLst>
              <a:ext uri="{FF2B5EF4-FFF2-40B4-BE49-F238E27FC236}">
                <a16:creationId xmlns:a16="http://schemas.microsoft.com/office/drawing/2014/main" id="{67B10EEE-BF1A-4587-0DE7-065C396FC396}"/>
              </a:ext>
            </a:extLst>
          </p:cNvPr>
          <p:cNvSpPr txBox="1">
            <a:spLocks/>
          </p:cNvSpPr>
          <p:nvPr/>
        </p:nvSpPr>
        <p:spPr>
          <a:xfrm>
            <a:off x="228685" y="2606641"/>
            <a:ext cx="3909324" cy="1626086"/>
          </a:xfrm>
          <a:prstGeom prst="rect">
            <a:avLst/>
          </a:prstGeom>
        </p:spPr>
        <p:txBody>
          <a:bodyPr vert="horz" wrap="square" lIns="0" tIns="0" rIns="0" bIns="0" rtlCol="0" anchor="t">
            <a:spAutoFit/>
          </a:bodyPr>
          <a:lstStyle>
            <a:lvl1pPr marL="171450" indent="-171450"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Aft>
                <a:spcPts val="400"/>
              </a:spcAft>
              <a:buNone/>
            </a:pPr>
            <a:r>
              <a:rPr lang="en-US" sz="1000" dirty="0">
                <a:solidFill>
                  <a:prstClr val="black"/>
                </a:solidFill>
              </a:rPr>
              <a:t>Pablo is a Systems Engineer with more than 25 years of experience in Software Industry. Passionate about software engineering and AI. Focused on building solutions to real people’s problems, actively managing and collaborating in ML projects. He is currently a Machine Learning Engineering Principal at Accenture Applied Intelligence </a:t>
            </a:r>
            <a:r>
              <a:rPr lang="en-US" sz="1000" dirty="0" err="1">
                <a:solidFill>
                  <a:prstClr val="black"/>
                </a:solidFill>
              </a:rPr>
              <a:t>Latam</a:t>
            </a:r>
            <a:r>
              <a:rPr lang="en-US" sz="1000" dirty="0">
                <a:solidFill>
                  <a:prstClr val="black"/>
                </a:solidFill>
              </a:rPr>
              <a:t> Hub. </a:t>
            </a:r>
            <a:r>
              <a:rPr lang="en-US" sz="1000" dirty="0">
                <a:solidFill>
                  <a:schemeClr val="dk1"/>
                </a:solidFill>
              </a:rPr>
              <a:t>Responsible for industrialization and operationalization of AI models  by applying </a:t>
            </a:r>
            <a:r>
              <a:rPr lang="en-US" sz="1000" dirty="0" err="1">
                <a:solidFill>
                  <a:schemeClr val="dk1"/>
                </a:solidFill>
              </a:rPr>
              <a:t>MLOps</a:t>
            </a:r>
            <a:r>
              <a:rPr lang="en-US" sz="1000" dirty="0">
                <a:solidFill>
                  <a:schemeClr val="dk1"/>
                </a:solidFill>
              </a:rPr>
              <a:t> techniques to automatize client’s AI processes. </a:t>
            </a:r>
          </a:p>
          <a:p>
            <a:pPr marL="0" indent="0" algn="just">
              <a:spcAft>
                <a:spcPts val="400"/>
              </a:spcAft>
              <a:buNone/>
            </a:pPr>
            <a:endParaRPr lang="en-US" sz="1000" dirty="0">
              <a:solidFill>
                <a:prstClr val="black"/>
              </a:solidFill>
            </a:endParaRPr>
          </a:p>
          <a:p>
            <a:pPr marL="0" indent="0" algn="just">
              <a:spcAft>
                <a:spcPts val="400"/>
              </a:spcAft>
              <a:buNone/>
            </a:pPr>
            <a:endParaRPr lang="en-US" sz="1000" dirty="0"/>
          </a:p>
        </p:txBody>
      </p:sp>
      <p:sp>
        <p:nvSpPr>
          <p:cNvPr id="14" name="Text Placeholder 4">
            <a:extLst>
              <a:ext uri="{FF2B5EF4-FFF2-40B4-BE49-F238E27FC236}">
                <a16:creationId xmlns:a16="http://schemas.microsoft.com/office/drawing/2014/main" id="{B07B91B1-EE0B-F641-A7FC-DCF04AC387EB}"/>
              </a:ext>
            </a:extLst>
          </p:cNvPr>
          <p:cNvSpPr txBox="1">
            <a:spLocks/>
          </p:cNvSpPr>
          <p:nvPr/>
        </p:nvSpPr>
        <p:spPr>
          <a:xfrm>
            <a:off x="231461" y="4758912"/>
            <a:ext cx="2887778" cy="213921"/>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SPECIALIZATIONS</a:t>
            </a:r>
            <a:endParaRPr lang="en-US" sz="1200" b="1" dirty="0">
              <a:solidFill>
                <a:schemeClr val="accent1"/>
              </a:solidFill>
              <a:latin typeface="+mj-lt"/>
            </a:endParaRPr>
          </a:p>
        </p:txBody>
      </p:sp>
      <p:sp>
        <p:nvSpPr>
          <p:cNvPr id="15" name="Text Placeholder 4">
            <a:extLst>
              <a:ext uri="{FF2B5EF4-FFF2-40B4-BE49-F238E27FC236}">
                <a16:creationId xmlns:a16="http://schemas.microsoft.com/office/drawing/2014/main" id="{C6C6F30C-8A03-ED31-28E1-B55E7A796408}"/>
              </a:ext>
            </a:extLst>
          </p:cNvPr>
          <p:cNvSpPr txBox="1">
            <a:spLocks/>
          </p:cNvSpPr>
          <p:nvPr/>
        </p:nvSpPr>
        <p:spPr>
          <a:xfrm>
            <a:off x="228685" y="3876984"/>
            <a:ext cx="2887778" cy="202224"/>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EDUCATION</a:t>
            </a:r>
            <a:endParaRPr lang="en-US" sz="1200" b="1" dirty="0">
              <a:solidFill>
                <a:schemeClr val="accent1"/>
              </a:solidFill>
              <a:latin typeface="+mj-lt"/>
            </a:endParaRPr>
          </a:p>
        </p:txBody>
      </p:sp>
      <p:grpSp>
        <p:nvGrpSpPr>
          <p:cNvPr id="27" name="Group 26">
            <a:extLst>
              <a:ext uri="{FF2B5EF4-FFF2-40B4-BE49-F238E27FC236}">
                <a16:creationId xmlns:a16="http://schemas.microsoft.com/office/drawing/2014/main" id="{B2F514F6-C65C-FCC0-5FEA-F784D644ADF0}"/>
              </a:ext>
            </a:extLst>
          </p:cNvPr>
          <p:cNvGrpSpPr/>
          <p:nvPr/>
        </p:nvGrpSpPr>
        <p:grpSpPr>
          <a:xfrm>
            <a:off x="4186491" y="5341908"/>
            <a:ext cx="2483914" cy="923816"/>
            <a:chOff x="4186491" y="5341908"/>
            <a:chExt cx="2483914" cy="923816"/>
          </a:xfrm>
        </p:grpSpPr>
        <p:sp>
          <p:nvSpPr>
            <p:cNvPr id="45" name="Text Placeholder 4">
              <a:extLst>
                <a:ext uri="{FF2B5EF4-FFF2-40B4-BE49-F238E27FC236}">
                  <a16:creationId xmlns:a16="http://schemas.microsoft.com/office/drawing/2014/main" id="{83AF36ED-0DC5-5D34-4D4E-DFABF505923D}"/>
                </a:ext>
              </a:extLst>
            </p:cNvPr>
            <p:cNvSpPr txBox="1">
              <a:spLocks/>
            </p:cNvSpPr>
            <p:nvPr/>
          </p:nvSpPr>
          <p:spPr>
            <a:xfrm>
              <a:off x="4306473" y="5404297"/>
              <a:ext cx="1278123" cy="224573"/>
            </a:xfrm>
            <a:prstGeom prst="rect">
              <a:avLst/>
            </a:prstGeom>
          </p:spPr>
          <p:txBody>
            <a:bodyPr vert="horz" lIns="0" tIns="0" rIns="0" bIns="0" rtlCol="0" anchor="t">
              <a:noAutofit/>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indent="0">
                <a:buNone/>
              </a:pPr>
              <a:r>
                <a:rPr lang="es-AR" sz="1200" b="1" dirty="0">
                  <a:solidFill>
                    <a:schemeClr val="accent1"/>
                  </a:solidFill>
                  <a:latin typeface="+mj-lt"/>
                </a:rPr>
                <a:t>INDUSTRIES</a:t>
              </a:r>
              <a:endParaRPr lang="en-US" sz="1200" b="1" dirty="0">
                <a:solidFill>
                  <a:schemeClr val="accent1"/>
                </a:solidFill>
                <a:latin typeface="+mj-lt"/>
              </a:endParaRPr>
            </a:p>
          </p:txBody>
        </p:sp>
        <p:sp>
          <p:nvSpPr>
            <p:cNvPr id="53" name="Text Placeholder 13">
              <a:extLst>
                <a:ext uri="{FF2B5EF4-FFF2-40B4-BE49-F238E27FC236}">
                  <a16:creationId xmlns:a16="http://schemas.microsoft.com/office/drawing/2014/main" id="{30377A8A-69CD-5F83-DA2E-98B9A486EC39}"/>
                </a:ext>
              </a:extLst>
            </p:cNvPr>
            <p:cNvSpPr txBox="1">
              <a:spLocks/>
            </p:cNvSpPr>
            <p:nvPr/>
          </p:nvSpPr>
          <p:spPr>
            <a:xfrm>
              <a:off x="4306474" y="5615188"/>
              <a:ext cx="1135619" cy="646214"/>
            </a:xfrm>
            <a:prstGeom prst="rect">
              <a:avLst/>
            </a:prstGeom>
          </p:spPr>
          <p:txBody>
            <a:bodyPr vert="horz" lIns="0" tIns="0" rIns="0" bIns="0" rtlCol="0" anchor="t">
              <a:noAutofit/>
            </a:bodyPr>
            <a:lstStyle>
              <a:defPPr>
                <a:defRPr lang="en-US"/>
              </a:defPPr>
              <a:lvl1pPr marL="171450" indent="-171450">
                <a:lnSpc>
                  <a:spcPct val="90000"/>
                </a:lnSpc>
                <a:spcBef>
                  <a:spcPts val="0"/>
                </a:spcBef>
                <a:spcAft>
                  <a:spcPts val="600"/>
                </a:spcAft>
                <a:buClr>
                  <a:schemeClr val="accent1"/>
                </a:buClr>
                <a:buFont typeface="Arial" panose="020B0604020202020204" pitchFamily="34" charset="0"/>
                <a:buChar char="•"/>
                <a:defRPr sz="1000">
                  <a:latin typeface="Graphik"/>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Banking</a:t>
              </a:r>
            </a:p>
            <a:p>
              <a:r>
                <a:rPr lang="en-US" dirty="0"/>
                <a:t>Capital Markets</a:t>
              </a:r>
            </a:p>
            <a:p>
              <a:r>
                <a:rPr lang="en-US" dirty="0"/>
                <a:t>Education</a:t>
              </a:r>
              <a:endParaRPr lang="es-AR" dirty="0"/>
            </a:p>
          </p:txBody>
        </p:sp>
        <p:sp>
          <p:nvSpPr>
            <p:cNvPr id="17" name="Rectangle 16">
              <a:extLst>
                <a:ext uri="{FF2B5EF4-FFF2-40B4-BE49-F238E27FC236}">
                  <a16:creationId xmlns:a16="http://schemas.microsoft.com/office/drawing/2014/main" id="{2E44810B-2E97-BE6F-C788-8DF77A685C56}"/>
                </a:ext>
              </a:extLst>
            </p:cNvPr>
            <p:cNvSpPr/>
            <p:nvPr/>
          </p:nvSpPr>
          <p:spPr>
            <a:xfrm>
              <a:off x="4186491" y="5341908"/>
              <a:ext cx="2483162" cy="923816"/>
            </a:xfrm>
            <a:prstGeom prst="rect">
              <a:avLst/>
            </a:prstGeom>
            <a:noFill/>
            <a:ln>
              <a:solidFill>
                <a:schemeClr val="bg1">
                  <a:lumMod val="85000"/>
                </a:schemeClr>
              </a:solidFill>
            </a:ln>
          </p:spPr>
          <p:style>
            <a:lnRef idx="2">
              <a:schemeClr val="accent5"/>
            </a:lnRef>
            <a:fillRef idx="1">
              <a:schemeClr val="lt1"/>
            </a:fillRef>
            <a:effectRef idx="0">
              <a:schemeClr val="accent5"/>
            </a:effectRef>
            <a:fontRef idx="minor">
              <a:schemeClr val="dk1"/>
            </a:fontRef>
          </p:style>
          <p:txBody>
            <a:bodyPr tIns="91440" bIns="91440" rtlCol="0" anchor="ctr"/>
            <a:lstStyle/>
            <a:p>
              <a:pPr algn="ctr"/>
              <a:endParaRPr lang="en-US" dirty="0"/>
            </a:p>
          </p:txBody>
        </p:sp>
        <p:sp>
          <p:nvSpPr>
            <p:cNvPr id="24" name="Text Placeholder 13">
              <a:extLst>
                <a:ext uri="{FF2B5EF4-FFF2-40B4-BE49-F238E27FC236}">
                  <a16:creationId xmlns:a16="http://schemas.microsoft.com/office/drawing/2014/main" id="{532FA9C9-9BA3-4782-688E-F9BEA30813E6}"/>
                </a:ext>
              </a:extLst>
            </p:cNvPr>
            <p:cNvSpPr txBox="1">
              <a:spLocks/>
            </p:cNvSpPr>
            <p:nvPr/>
          </p:nvSpPr>
          <p:spPr>
            <a:xfrm>
              <a:off x="5534786" y="5615188"/>
              <a:ext cx="1135619" cy="646214"/>
            </a:xfrm>
            <a:prstGeom prst="rect">
              <a:avLst/>
            </a:prstGeom>
          </p:spPr>
          <p:txBody>
            <a:bodyPr vert="horz" lIns="0" tIns="0" rIns="0" bIns="0" rtlCol="0" anchor="t">
              <a:noAutofit/>
            </a:bodyPr>
            <a:lstStyle>
              <a:defPPr>
                <a:defRPr lang="en-US"/>
              </a:defPPr>
              <a:lvl1pPr marL="171450" indent="-171450">
                <a:lnSpc>
                  <a:spcPct val="90000"/>
                </a:lnSpc>
                <a:spcBef>
                  <a:spcPts val="0"/>
                </a:spcBef>
                <a:spcAft>
                  <a:spcPts val="600"/>
                </a:spcAft>
                <a:buClr>
                  <a:schemeClr val="accent1"/>
                </a:buClr>
                <a:buFont typeface="Arial" panose="020B0604020202020204" pitchFamily="34" charset="0"/>
                <a:buChar char="•"/>
                <a:defRPr sz="1000">
                  <a:latin typeface="Graphik"/>
                </a:defRPr>
              </a:lvl1pPr>
              <a:lvl2pPr marL="511175" indent="-228600">
                <a:lnSpc>
                  <a:spcPct val="80000"/>
                </a:lnSpc>
                <a:spcBef>
                  <a:spcPts val="0"/>
                </a:spcBef>
                <a:spcAft>
                  <a:spcPts val="300"/>
                </a:spcAft>
                <a:buClr>
                  <a:schemeClr val="accent1"/>
                </a:buClr>
                <a:buFont typeface="Arial" panose="020B0604020202020204" pitchFamily="34" charset="0"/>
                <a:buChar char="•"/>
                <a:defRPr sz="1400">
                  <a:latin typeface="Graphik" panose="020B0503030202060203" pitchFamily="34" charset="77"/>
                </a:defRPr>
              </a:lvl2pPr>
              <a:lvl3pPr marL="0" indent="0">
                <a:lnSpc>
                  <a:spcPct val="80000"/>
                </a:lnSpc>
                <a:spcBef>
                  <a:spcPts val="600"/>
                </a:spcBef>
                <a:spcAft>
                  <a:spcPts val="0"/>
                </a:spcAft>
                <a:buClr>
                  <a:schemeClr val="accent1"/>
                </a:buClr>
                <a:buFont typeface="Arial" panose="020B0604020202020204" pitchFamily="34" charset="0"/>
                <a:buNone/>
                <a:defRPr>
                  <a:solidFill>
                    <a:schemeClr val="accent1"/>
                  </a:solidFill>
                  <a:latin typeface="Graphik" panose="020B0503030202060203" pitchFamily="34" charset="77"/>
                </a:defRPr>
              </a:lvl3pPr>
              <a:lvl4pPr marL="0" indent="0">
                <a:lnSpc>
                  <a:spcPct val="80000"/>
                </a:lnSpc>
                <a:spcBef>
                  <a:spcPts val="600"/>
                </a:spcBef>
                <a:spcAft>
                  <a:spcPts val="0"/>
                </a:spcAft>
                <a:buClr>
                  <a:schemeClr val="accent1"/>
                </a:buClr>
                <a:buFont typeface="Arial" panose="020B0604020202020204" pitchFamily="34" charset="0"/>
                <a:buNone/>
                <a:defRPr sz="1600" b="1" cap="all" baseline="0">
                  <a:solidFill>
                    <a:schemeClr val="accent2"/>
                  </a:solidFill>
                  <a:latin typeface="Graphik" panose="020B0503030202060203" pitchFamily="34" charset="77"/>
                </a:defRPr>
              </a:lvl4pPr>
              <a:lvl5pPr marL="0" indent="0">
                <a:lnSpc>
                  <a:spcPct val="90000"/>
                </a:lnSpc>
                <a:spcBef>
                  <a:spcPts val="0"/>
                </a:spcBef>
                <a:spcAft>
                  <a:spcPts val="600"/>
                </a:spcAft>
                <a:buClr>
                  <a:schemeClr val="accent1"/>
                </a:buClr>
                <a:buFont typeface="Arial" panose="020B0604020202020204" pitchFamily="34" charset="0"/>
                <a:buNone/>
                <a:defRPr sz="1400" b="1">
                  <a:solidFill>
                    <a:schemeClr val="accent4"/>
                  </a:solidFill>
                  <a:latin typeface="Graphik" panose="020B0503030202060203" pitchFamily="34"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Consulting</a:t>
              </a:r>
            </a:p>
            <a:p>
              <a:r>
                <a:rPr lang="en-US" dirty="0"/>
                <a:t>Steel</a:t>
              </a:r>
            </a:p>
          </p:txBody>
        </p:sp>
      </p:grpSp>
      <p:sp>
        <p:nvSpPr>
          <p:cNvPr id="4" name="Text Placeholder 13">
            <a:extLst>
              <a:ext uri="{FF2B5EF4-FFF2-40B4-BE49-F238E27FC236}">
                <a16:creationId xmlns:a16="http://schemas.microsoft.com/office/drawing/2014/main" id="{5DC2CF0C-DBEE-3EE3-BA15-FA5994081D28}"/>
              </a:ext>
            </a:extLst>
          </p:cNvPr>
          <p:cNvSpPr txBox="1">
            <a:spLocks/>
          </p:cNvSpPr>
          <p:nvPr/>
        </p:nvSpPr>
        <p:spPr>
          <a:xfrm>
            <a:off x="122078" y="4960328"/>
            <a:ext cx="3821939" cy="770980"/>
          </a:xfrm>
          <a:prstGeom prst="rect">
            <a:avLst/>
          </a:prstGeom>
        </p:spPr>
        <p:txBody>
          <a:bodyPr vert="horz" lIns="0" tIns="0" rIns="0" bIns="0" rtlCol="0" anchor="t">
            <a:spAutoFit/>
          </a:bodyPr>
          <a:lstStyle>
            <a:lvl1pPr marL="171450" indent="-171450"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buChar char="•"/>
            </a:pPr>
            <a:r>
              <a:rPr lang="en-US" sz="900" dirty="0" err="1">
                <a:solidFill>
                  <a:srgbClr val="000000"/>
                </a:solidFill>
              </a:rPr>
              <a:t>DataBricks</a:t>
            </a:r>
            <a:r>
              <a:rPr lang="en-US" sz="900" dirty="0">
                <a:solidFill>
                  <a:srgbClr val="000000"/>
                </a:solidFill>
              </a:rPr>
              <a:t> Certified Associate Developer for Apache Spark 3.0</a:t>
            </a:r>
          </a:p>
          <a:p>
            <a:pPr marL="171450" indent="-171450">
              <a:buChar char="•"/>
            </a:pPr>
            <a:r>
              <a:rPr lang="en-US" sz="900" dirty="0">
                <a:solidFill>
                  <a:srgbClr val="000000"/>
                </a:solidFill>
              </a:rPr>
              <a:t>AZ-900 Microsoft Azure Fundamentals</a:t>
            </a:r>
          </a:p>
          <a:p>
            <a:r>
              <a:rPr lang="en-US" sz="900" dirty="0">
                <a:solidFill>
                  <a:srgbClr val="000000"/>
                </a:solidFill>
              </a:rPr>
              <a:t>GCP – Cloud Digital Leader</a:t>
            </a:r>
          </a:p>
          <a:p>
            <a:pPr marL="171450" indent="-171450">
              <a:buChar char="•"/>
            </a:pPr>
            <a:endParaRPr lang="en-US" sz="1000" dirty="0"/>
          </a:p>
        </p:txBody>
      </p:sp>
    </p:spTree>
    <p:extLst>
      <p:ext uri="{BB962C8B-B14F-4D97-AF65-F5344CB8AC3E}">
        <p14:creationId xmlns:p14="http://schemas.microsoft.com/office/powerpoint/2010/main" val="275361425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P_AGENDA" val="TOC Dividers SectionNumber SlideNumber"/>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1vZvkRSR5KMO17f7BvNcZ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1vZvkRSR5KMO17f7BvNcZ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1vZvkRSR5KMO17f7BvNcZA"/>
</p:tagLst>
</file>

<file path=ppt/theme/theme1.xml><?xml version="1.0" encoding="utf-8"?>
<a:theme xmlns:a="http://schemas.openxmlformats.org/drawingml/2006/main" name="6_Office Theme">
  <a:themeElements>
    <a:clrScheme name="VISA">
      <a:dk1>
        <a:sysClr val="windowText" lastClr="000000"/>
      </a:dk1>
      <a:lt1>
        <a:sysClr val="window" lastClr="FFFFFF"/>
      </a:lt1>
      <a:dk2>
        <a:srgbClr val="F0F0F0"/>
      </a:dk2>
      <a:lt2>
        <a:srgbClr val="ADADAD"/>
      </a:lt2>
      <a:accent1>
        <a:srgbClr val="1A1F71"/>
      </a:accent1>
      <a:accent2>
        <a:srgbClr val="F7B600"/>
      </a:accent2>
      <a:accent3>
        <a:srgbClr val="5C5C5C"/>
      </a:accent3>
      <a:accent4>
        <a:srgbClr val="003EA9"/>
      </a:accent4>
      <a:accent5>
        <a:srgbClr val="EF8400"/>
      </a:accent5>
      <a:accent6>
        <a:srgbClr val="FFD700"/>
      </a:accent6>
      <a:hlink>
        <a:srgbClr val="1A1F71"/>
      </a:hlink>
      <a:folHlink>
        <a:srgbClr val="ADADAD"/>
      </a:folHlink>
    </a:clrScheme>
    <a:fontScheme name="Custom 1">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lumMod val="75000"/>
          </a:schemeClr>
        </a:solidFill>
        <a:ln>
          <a:no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lnDef>
      <a:spPr>
        <a:ln w="25400" cap="sq">
          <a:solidFill>
            <a:schemeClr val="bg2">
              <a:lumMod val="9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emeACCENture">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Acc_Fonts_Arial">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ThemeACCENture" id="{CC97BB4A-B5B4-4409-B17B-7852844FDFFA}" vid="{0BB4CAA1-AE1F-4AF8-B344-62FB55F0150B}"/>
    </a:ext>
  </a:extLst>
</a:theme>
</file>

<file path=ppt/theme/theme3.xml><?xml version="1.0" encoding="utf-8"?>
<a:theme xmlns:a="http://schemas.openxmlformats.org/drawingml/2006/main" name="ThemeACN2">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Custom 1">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ThemeACN2" id="{C5CBB487-2795-4FA3-82FE-53D900CF3761}" vid="{C10CF5D9-D365-43EF-8820-07B68B70E832}"/>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1666D6F4CFFA446B5D32C4039F08BDD" ma:contentTypeVersion="11" ma:contentTypeDescription="Create a new document." ma:contentTypeScope="" ma:versionID="24e4c7a8421853a402df6e265f794394">
  <xsd:schema xmlns:xsd="http://www.w3.org/2001/XMLSchema" xmlns:xs="http://www.w3.org/2001/XMLSchema" xmlns:p="http://schemas.microsoft.com/office/2006/metadata/properties" xmlns:ns2="9e5dff9b-ec84-400a-8d4d-02e969566393" xmlns:ns3="9e1adda6-93f2-443e-b0ef-40d6e1dc8c9d" targetNamespace="http://schemas.microsoft.com/office/2006/metadata/properties" ma:root="true" ma:fieldsID="ca37c5a048a84fd67bc1e66e7d26fe3d" ns2:_="" ns3:_="">
    <xsd:import namespace="9e5dff9b-ec84-400a-8d4d-02e969566393"/>
    <xsd:import namespace="9e1adda6-93f2-443e-b0ef-40d6e1dc8c9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5dff9b-ec84-400a-8d4d-02e9695663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e1adda6-93f2-443e-b0ef-40d6e1dc8c9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4a7b0e6-297d-4a6a-b5d6-da3887b93b0d}" ma:internalName="TaxCatchAll" ma:showField="CatchAllData" ma:web="9e1adda6-93f2-443e-b0ef-40d6e1dc8c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e5dff9b-ec84-400a-8d4d-02e969566393">
      <Terms xmlns="http://schemas.microsoft.com/office/infopath/2007/PartnerControls"/>
    </lcf76f155ced4ddcb4097134ff3c332f>
    <TaxCatchAll xmlns="9e1adda6-93f2-443e-b0ef-40d6e1dc8c9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E68023F-6B20-4005-90B6-B394B9E382EE}"/>
</file>

<file path=customXml/itemProps2.xml><?xml version="1.0" encoding="utf-8"?>
<ds:datastoreItem xmlns:ds="http://schemas.openxmlformats.org/officeDocument/2006/customXml" ds:itemID="{247B172E-CD09-404A-9D73-CF6EC1E50CB2}">
  <ds:schemaRefs>
    <ds:schemaRef ds:uri="8bf43e9c-ec30-4b03-90a4-56360b8dd0ac"/>
    <ds:schemaRef ds:uri="http://purl.org/dc/terms/"/>
    <ds:schemaRef ds:uri="http://schemas.microsoft.com/office/2006/metadata/properties"/>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a9ec5491-ab8d-4b40-a3b8-06014ad5eeda"/>
    <ds:schemaRef ds:uri="http://purl.org/dc/dcmitype/"/>
  </ds:schemaRefs>
</ds:datastoreItem>
</file>

<file path=customXml/itemProps3.xml><?xml version="1.0" encoding="utf-8"?>
<ds:datastoreItem xmlns:ds="http://schemas.openxmlformats.org/officeDocument/2006/customXml" ds:itemID="{E953E4F1-EED6-4251-8956-041C290CBDF2}">
  <ds:schemaRefs>
    <ds:schemaRef ds:uri="http://schemas.microsoft.com/sharepoint/v3/contenttype/forms"/>
  </ds:schemaRefs>
</ds:datastoreItem>
</file>

<file path=docMetadata/LabelInfo.xml><?xml version="1.0" encoding="utf-8"?>
<clbl:labelList xmlns:clbl="http://schemas.microsoft.com/office/2020/mipLabelMetadata">
  <clbl:label id="{1bc0f418-96a4-4caf-9d7c-ccc5ec7f9d91}" enabled="1" method="Privileged" siteId="{e0793d39-0939-496d-b129-198edd916feb}" removed="0"/>
</clbl:labelList>
</file>

<file path=docProps/app.xml><?xml version="1.0" encoding="utf-8"?>
<Properties xmlns="http://schemas.openxmlformats.org/officeDocument/2006/extended-properties" xmlns:vt="http://schemas.openxmlformats.org/officeDocument/2006/docPropsVTypes">
  <TotalTime>549</TotalTime>
  <Words>333</Words>
  <Application>Microsoft Office PowerPoint</Application>
  <PresentationFormat>Widescreen</PresentationFormat>
  <Paragraphs>65</Paragraphs>
  <Slides>1</Slides>
  <Notes>1</Notes>
  <HiddenSlides>0</HiddenSlides>
  <MMClips>0</MMClips>
  <ScaleCrop>false</ScaleCrop>
  <HeadingPairs>
    <vt:vector size="8" baseType="variant">
      <vt:variant>
        <vt:lpstr>Fonts Used</vt:lpstr>
      </vt:variant>
      <vt:variant>
        <vt:i4>7</vt:i4>
      </vt:variant>
      <vt:variant>
        <vt:lpstr>Theme</vt:lpstr>
      </vt:variant>
      <vt:variant>
        <vt:i4>3</vt:i4>
      </vt:variant>
      <vt:variant>
        <vt:lpstr>Embedded OLE Servers</vt:lpstr>
      </vt:variant>
      <vt:variant>
        <vt:i4>1</vt:i4>
      </vt:variant>
      <vt:variant>
        <vt:lpstr>Slide Titles</vt:lpstr>
      </vt:variant>
      <vt:variant>
        <vt:i4>1</vt:i4>
      </vt:variant>
    </vt:vector>
  </HeadingPairs>
  <TitlesOfParts>
    <vt:vector size="12" baseType="lpstr">
      <vt:lpstr>Arial</vt:lpstr>
      <vt:lpstr>Arial Black</vt:lpstr>
      <vt:lpstr>Graphik</vt:lpstr>
      <vt:lpstr>Graphik Black</vt:lpstr>
      <vt:lpstr>Graphik Super</vt:lpstr>
      <vt:lpstr>GT Sectra Fine Rg</vt:lpstr>
      <vt:lpstr>Palatino Linotype</vt:lpstr>
      <vt:lpstr>6_Office Theme</vt:lpstr>
      <vt:lpstr>ThemeACCENture</vt:lpstr>
      <vt:lpstr>ThemeACN2</vt:lpstr>
      <vt:lpstr>think-cell Slide</vt:lpstr>
      <vt:lpstr>PowerPoint Presentation</vt:lpstr>
    </vt:vector>
  </TitlesOfParts>
  <Company>Accenture GmbH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Consulting Proposal CoE</dc:title>
  <dc:creator>rosana.gonzalez@accenture.com</dc:creator>
  <cp:keywords>Products CV Template</cp:keywords>
  <cp:lastModifiedBy>Negro, Pablo</cp:lastModifiedBy>
  <cp:revision>9</cp:revision>
  <dcterms:modified xsi:type="dcterms:W3CDTF">2024-03-21T17:14:55Z</dcterms:modified>
  <cp:category>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0x010100D1666D6F4CFFA446B5D32C4039F08BDD</vt:lpwstr>
  </property>
  <property fmtid="{D5CDD505-2E9C-101B-9397-08002B2CF9AE}" pid="3" name="Order">
    <vt:r8>390400</vt:r8>
  </property>
  <property fmtid="{D5CDD505-2E9C-101B-9397-08002B2CF9AE}" pid="4" name="xd_ProgID">
    <vt:lpwstr/>
  </property>
  <property fmtid="{D5CDD505-2E9C-101B-9397-08002B2CF9AE}" pid="5" name="_CopySource">
    <vt:lpwstr>https://ts.accenture.com/sites/PRODUCTS_ASG/dcde/Mentoring/PRD Onboarding Deck/ASG_PRD Onboarding Session_2018_01_January_final.pptx</vt:lpwstr>
  </property>
  <property fmtid="{D5CDD505-2E9C-101B-9397-08002B2CF9AE}" pid="6" name="TemplateUrl">
    <vt:lpwstr/>
  </property>
  <property fmtid="{D5CDD505-2E9C-101B-9397-08002B2CF9AE}" pid="7" name="MSIP_Label_1bc0f418-96a4-4caf-9d7c-ccc5ec7f9d91_Enabled">
    <vt:lpwstr>true</vt:lpwstr>
  </property>
  <property fmtid="{D5CDD505-2E9C-101B-9397-08002B2CF9AE}" pid="8" name="MSIP_Label_1bc0f418-96a4-4caf-9d7c-ccc5ec7f9d91_SetDate">
    <vt:lpwstr>2020-04-30T23:14:57Z</vt:lpwstr>
  </property>
  <property fmtid="{D5CDD505-2E9C-101B-9397-08002B2CF9AE}" pid="9" name="MSIP_Label_1bc0f418-96a4-4caf-9d7c-ccc5ec7f9d91_Method">
    <vt:lpwstr>Privileged</vt:lpwstr>
  </property>
  <property fmtid="{D5CDD505-2E9C-101B-9397-08002B2CF9AE}" pid="10" name="MSIP_Label_1bc0f418-96a4-4caf-9d7c-ccc5ec7f9d91_Name">
    <vt:lpwstr>1bc0f418-96a4-4caf-9d7c-ccc5ec7f9d91</vt:lpwstr>
  </property>
  <property fmtid="{D5CDD505-2E9C-101B-9397-08002B2CF9AE}" pid="11" name="MSIP_Label_1bc0f418-96a4-4caf-9d7c-ccc5ec7f9d91_SiteId">
    <vt:lpwstr>e0793d39-0939-496d-b129-198edd916feb</vt:lpwstr>
  </property>
  <property fmtid="{D5CDD505-2E9C-101B-9397-08002B2CF9AE}" pid="12" name="MSIP_Label_1bc0f418-96a4-4caf-9d7c-ccc5ec7f9d91_ActionId">
    <vt:lpwstr>6258137a-c4ad-4877-b5d3-000067d54560</vt:lpwstr>
  </property>
  <property fmtid="{D5CDD505-2E9C-101B-9397-08002B2CF9AE}" pid="13" name="MSIP_Label_1bc0f418-96a4-4caf-9d7c-ccc5ec7f9d91_ContentBits">
    <vt:lpwstr>0</vt:lpwstr>
  </property>
  <property fmtid="{D5CDD505-2E9C-101B-9397-08002B2CF9AE}" pid="14" name="MediaServiceImageTags">
    <vt:lpwstr/>
  </property>
</Properties>
</file>