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7"/>
  </p:notesMasterIdLst>
  <p:sldIdLst>
    <p:sldId id="207613621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82" d="100"/>
          <a:sy n="82" d="100"/>
        </p:scale>
        <p:origin x="62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DAAC62-BF2B-4F17-A281-1372B1E4E7B0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F59354-9A81-4987-9140-5CE923F055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521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157E0A-F321-48DC-AF94-681D4DCF344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894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sv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64766-C1B0-42EE-A8CC-394BA0D3A7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FF0D8-F3F4-4176-AB73-C23367EEDF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F0C5C6-F18A-4FE4-B5A6-8992F879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CFC83F-DCCD-4AF2-8260-AFD253D66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852342-E448-43DB-B506-CCA2BEB17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41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9AAA1-EC0A-46E6-9332-DEDE592EB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01CB-1A68-431F-9C90-D6C3E85A37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8C8A4-426B-4BBC-9D55-8C9B2E6F2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9AD0D-EB31-418C-89B3-04F05D0B4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58A09-9162-4136-B707-9654AEB98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076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ED170-D99D-4B74-9BF3-0D9EC0E8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C96A0-89BC-4BF4-B1FB-29F4D6A32E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C38725-D08D-4BD6-861D-CF980D1F7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5FBB76-3E78-4B5F-9A37-CF56AFE237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8C09EE-43E9-4EAE-AF8D-1E6092B83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719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1123-A841-46D8-813F-A90E55455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7D972E-06C5-42C2-B976-BC019B301B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926D72-BD5B-428F-A34F-4DE2525CB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F07D4F-4B9E-4393-AE40-6CA925118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D068A1-8045-4ADA-906F-844627D78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2D8E0-3EA2-4BB5-8F90-1F37180F5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691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FA8E95-24BD-44AE-8EBE-CF7341462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99CFAE-BA6E-4C1D-98CF-DB46B22F9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63BE9-4440-4527-BEAC-B5E31B838A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C0A57-A703-4786-8811-7215CD0569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6EC5770-250D-444A-92A8-40B995B3C7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95BDE-59C6-4961-8DC3-3AC2ACB5E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29A259-0BB7-45D1-8FBC-504BF9F3B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B4A92B-AC98-4DB3-921F-303CF8D91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399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AD4E4-2D9B-4BCA-A995-8D4AEB67C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9F9369-0845-4C9C-91E4-41CFC4D2A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83F7B-3964-439D-8BFA-4F4DB9FA4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D5A799-A788-4AA5-AD62-97373732E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5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1ED551-C51B-4D3D-86C6-C7585CB37D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DA5D5F-8D15-4922-A810-71C052950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51D0C6-BE75-4CCF-92AC-76ED5C77B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14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2ED27-5B71-4953-96DB-B2F0F7339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AFC44-D1E4-47B0-A0AE-EDAAE9DFC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6DE38D-F56B-4865-B48E-DF1CE5CE07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5AF5D0-0224-4ACA-B172-23A0BDCC5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A19C3F-71D2-4DE3-B369-EC03DE622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787772-C12A-4786-AFBB-526AEFA00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6202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60087-A8AD-4E19-8A44-71A37B615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21789A-46D2-460F-87B8-22625C8265B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B19932-7071-452D-91FF-2C3008DD5B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F4F40E-8FC4-4C79-9B32-B2AA72B49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D362E7-2704-475B-8C26-570762BE6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589CB-F0C9-43E5-A742-F260581BB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931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4802E-C910-4C8A-B05B-72F6B7959D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A7636B-D181-4162-9FBC-CF172B620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EF142-3B8B-43FA-86F4-F868058695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97561-6084-4FD5-87A2-8F186AA0F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7715C-A5DE-415D-B205-27BEDF727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974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5AA1E0-70D7-40D8-B667-3BDAAFAE06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F1D6A9-2CB9-466C-A5C9-EBA1F37D1E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31BCBC-878D-4F2F-9A09-B09E4A086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FE3E5-28BC-4564-9051-C92E4FCD3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41334E-5062-4EF9-909D-07BA937D9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1594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21F7E-CEFA-4A8F-862E-8631C40CEA2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94AA491-F1F8-4D38-B722-DB2F38B198B8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4770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3608">
          <p15:clr>
            <a:srgbClr val="C35E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Logo centere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75624" y="2318273"/>
            <a:ext cx="7040753" cy="2221454"/>
          </a:xfrm>
        </p:spPr>
        <p:txBody>
          <a:bodyPr anchor="ctr"/>
          <a:lstStyle>
            <a:lvl1pPr algn="ctr">
              <a:defRPr sz="88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04FBB-E799-42A8-A4FA-483DC489523D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" b="0" i="0" u="none" strike="noStrike" kern="0" cap="none" spc="0" normalizeH="0" baseline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defRPr>
            </a:lvl1pPr>
          </a:lstStyle>
          <a:p>
            <a:pPr lvl="0"/>
            <a:r>
              <a:rPr lang="en-GB" noProof="0"/>
              <a:t>Format Background… &gt; Picture or texture fill &gt; Set to one of the dark or mid gradient options</a:t>
            </a:r>
            <a:endParaRPr lang="en-US" noProof="0"/>
          </a:p>
        </p:txBody>
      </p:sp>
      <p:grpSp>
        <p:nvGrpSpPr>
          <p:cNvPr id="12" name="Logo_WH" descr="Accenture logo in white">
            <a:extLst>
              <a:ext uri="{FF2B5EF4-FFF2-40B4-BE49-F238E27FC236}">
                <a16:creationId xmlns:a16="http://schemas.microsoft.com/office/drawing/2014/main" id="{0D82E30B-4E95-4B73-9014-71990AE21DBE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008CD909-AC78-4980-BB04-8608F18CDC22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8B5D8E88-5919-40A0-A4A4-2E6587AD687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6067176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pos="3840">
          <p15:clr>
            <a:srgbClr val="C35EA4"/>
          </p15:clr>
        </p15:guide>
        <p15:guide id="3" orient="horz" pos="2160">
          <p15:clr>
            <a:srgbClr val="C35E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Key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C7882D0-879F-974F-B35F-EE91948B7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2DF26BFD-3D15-48EA-A458-43E2274B93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431785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lutation-GTS left-image bkgnd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3E7551B-7F86-46D2-A90B-DF5CC30BDF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999" y="2318273"/>
            <a:ext cx="7040753" cy="2221454"/>
          </a:xfrm>
        </p:spPr>
        <p:txBody>
          <a:bodyPr anchor="ctr"/>
          <a:lstStyle>
            <a:lvl1pPr algn="l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Salutation 72pt</a:t>
            </a:r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7AD433-4B77-E741-930C-11F17D433B19}"/>
              </a:ext>
            </a:extLst>
          </p:cNvPr>
          <p:cNvSpPr txBox="1"/>
          <p:nvPr/>
        </p:nvSpPr>
        <p:spPr>
          <a:xfrm>
            <a:off x="4490720" y="360680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 defTabSz="228600">
              <a:spcAft>
                <a:spcPts val="1200"/>
              </a:spcAft>
            </a:pPr>
            <a:endParaRPr lang="en-US" noProof="0"/>
          </a:p>
        </p:txBody>
      </p:sp>
      <p:sp>
        <p:nvSpPr>
          <p:cNvPr id="6" name="GTS_WH" descr="Accenture Greater Than symbol in white">
            <a:extLst>
              <a:ext uri="{FF2B5EF4-FFF2-40B4-BE49-F238E27FC236}">
                <a16:creationId xmlns:a16="http://schemas.microsoft.com/office/drawing/2014/main" id="{5820492B-C4D2-42F2-B2B8-CB1CE70F894B}"/>
              </a:ext>
            </a:extLst>
          </p:cNvPr>
          <p:cNvSpPr>
            <a:spLocks noChangeAspect="1"/>
          </p:cNvSpPr>
          <p:nvPr/>
        </p:nvSpPr>
        <p:spPr bwMode="black">
          <a:xfrm>
            <a:off x="380999" y="5607812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7123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C35E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67CB869-86C7-4B5D-B21D-C7104400ECFC}"/>
              </a:ext>
            </a:extLst>
          </p:cNvPr>
          <p:cNvSpPr/>
          <p:nvPr/>
        </p:nvSpPr>
        <p:spPr bwMode="blackGray"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55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7101C55-360F-4A30-88C9-2A386C411E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 bwMode="black">
          <a:xfrm>
            <a:off x="4622800" y="0"/>
            <a:ext cx="7188200" cy="6858000"/>
          </a:xfrm>
          <a:prstGeom prst="rect">
            <a:avLst/>
          </a:prstGeom>
        </p:spPr>
      </p:pic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0" y="5282245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0" y="5527522"/>
            <a:ext cx="3102015" cy="784378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F0772B66-01D8-4BE7-AE8E-C64CA1CF26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1429154"/>
            <a:ext cx="5152292" cy="225571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BC9F1450-A172-44DF-9DE8-E6487649728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71190"/>
            <a:ext cx="5152292" cy="1092846"/>
          </a:xfrm>
        </p:spPr>
        <p:txBody>
          <a:bodyPr vert="horz" lIns="0" tIns="0" rIns="0" bIns="0" rtlCol="0">
            <a:noAutofit/>
          </a:bodyPr>
          <a:lstStyle>
            <a:lvl1pPr marL="0" indent="0" algn="l">
              <a:lnSpc>
                <a:spcPct val="90000"/>
              </a:lnSpc>
              <a:buNone/>
              <a:defRPr lang="en-US" sz="2400" b="0" i="0" kern="1200" spc="0" dirty="0">
                <a:solidFill>
                  <a:schemeClr val="tx1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1D1C16-1E67-46BA-A7F0-31738E52069F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377070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A764EB37-3299-4AEF-9398-9D9C84AB73F2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5" name="Date Placeholder 10">
            <a:extLst>
              <a:ext uri="{FF2B5EF4-FFF2-40B4-BE49-F238E27FC236}">
                <a16:creationId xmlns:a16="http://schemas.microsoft.com/office/drawing/2014/main" id="{C1D8BA10-E028-4E4B-A19C-12B864B010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09D55F2-CAE5-4C0F-8D54-A28CECDB939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3AA97401-81EE-4280-A94C-955E96B0059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DC0C86-80A9-481C-A2D5-6F509B89192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8" name="GTS_WH" descr="Accenture Greater Than symbol in white">
            <a:extLst>
              <a:ext uri="{FF2B5EF4-FFF2-40B4-BE49-F238E27FC236}">
                <a16:creationId xmlns:a16="http://schemas.microsoft.com/office/drawing/2014/main" id="{C703F910-26EC-4B07-B522-B28DEB82C3EA}"/>
              </a:ext>
            </a:extLst>
          </p:cNvPr>
          <p:cNvSpPr>
            <a:spLocks noChangeAspect="1"/>
          </p:cNvSpPr>
          <p:nvPr/>
        </p:nvSpPr>
        <p:spPr bwMode="black">
          <a:xfrm>
            <a:off x="5779386" y="5382386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16803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05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E55EA4F-E473-41EF-9E00-3D69D5F1AE6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121878" y="1336294"/>
            <a:ext cx="7948244" cy="2255710"/>
          </a:xfrm>
        </p:spPr>
        <p:txBody>
          <a:bodyPr anchor="b"/>
          <a:lstStyle>
            <a:lvl1pPr algn="ctr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6" name="Date Placeholder 10">
            <a:extLst>
              <a:ext uri="{FF2B5EF4-FFF2-40B4-BE49-F238E27FC236}">
                <a16:creationId xmlns:a16="http://schemas.microsoft.com/office/drawing/2014/main" id="{0AF5D71E-5FA3-4080-B28F-B3110AB34D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44992" y="4501939"/>
            <a:ext cx="3102015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ctr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51481AAC-1471-4278-A104-D559B82B52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44992" y="4747217"/>
            <a:ext cx="3102015" cy="245276"/>
          </a:xfrm>
        </p:spPr>
        <p:txBody>
          <a:bodyPr/>
          <a:lstStyle>
            <a:lvl1pPr marL="0" indent="0" algn="ctr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BEB3B30-172A-47BC-8F00-43F601E1F87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121879" y="3866920"/>
            <a:ext cx="7948244" cy="633734"/>
          </a:xfrm>
        </p:spPr>
        <p:txBody>
          <a:bodyPr vert="horz" lIns="0" tIns="0" rIns="0" bIns="0" rtlCol="0">
            <a:noAutofit/>
          </a:bodyPr>
          <a:lstStyle>
            <a:lvl1pPr marL="0" indent="0" algn="ctr">
              <a:lnSpc>
                <a:spcPct val="90000"/>
              </a:lnSpc>
              <a:buNone/>
              <a:defRPr lang="en-US" sz="2400" i="0" spc="0" dirty="0" smtClean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2pPr>
            <a:lvl3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3pPr>
            <a:lvl4pPr marL="0" algn="ctr">
              <a:lnSpc>
                <a:spcPct val="90000"/>
              </a:lnSpc>
              <a:spcAft>
                <a:spcPts val="600"/>
              </a:spcAft>
              <a:defRPr lang="en-US" sz="2400" dirty="0" smtClean="0">
                <a:solidFill>
                  <a:srgbClr val="E6DCFF"/>
                </a:solidFill>
                <a:latin typeface="GT Sectra Fine Rg" panose="00000500000000000000" pitchFamily="50" charset="0"/>
              </a:defRPr>
            </a:lvl4pPr>
            <a:lvl5pPr marL="0" algn="ctr">
              <a:lnSpc>
                <a:spcPct val="90000"/>
              </a:lnSpc>
              <a:spcAft>
                <a:spcPts val="600"/>
              </a:spcAft>
              <a:defRPr lang="en-US" sz="2400" dirty="0">
                <a:solidFill>
                  <a:srgbClr val="E6DCFF"/>
                </a:solidFill>
                <a:latin typeface="GT Sectra Fine Rg" panose="00000500000000000000" pitchFamily="50" charset="0"/>
              </a:defRPr>
            </a:lvl5pPr>
          </a:lstStyle>
          <a:p>
            <a:pPr marL="228600" lvl="0" indent="-228600" defTabSz="914400">
              <a:spcAft>
                <a:spcPts val="0"/>
              </a:spcAft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481612-058D-4A52-B93E-53E75F305C81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C6212C50-BB96-4C0C-BC89-2B3C8082149D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5154167" y="5374201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5A65B91D-87CB-4DC8-B4B1-CE82A8E5C6F8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E102C68A-98DA-4EBB-AAFF-D0C6E56ADE14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781578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696">
          <p15:clr>
            <a:srgbClr val="C35EA4"/>
          </p15:clr>
        </p15:guide>
        <p15:guide id="2" pos="3840">
          <p15:clr>
            <a:srgbClr val="C35E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rgbClr val="E6DCFF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6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DFBD97-7A23-4453-9DFC-F825350AF9B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8" name="Logo_WH" descr="Accenture logo in white">
            <a:extLst>
              <a:ext uri="{FF2B5EF4-FFF2-40B4-BE49-F238E27FC236}">
                <a16:creationId xmlns:a16="http://schemas.microsoft.com/office/drawing/2014/main" id="{1A7501AC-E717-4CB3-89D9-DEE7B06E1876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9153213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E84F1646-52FE-4716-AED1-FE252A8E05E4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5FBA828-A6EE-4CDC-A2F1-52C5DC0E3C3F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752569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5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18288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190668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9" name="GTS_WH" descr="Accenture Greater Than symbol in white">
            <a:extLst>
              <a:ext uri="{FF2B5EF4-FFF2-40B4-BE49-F238E27FC236}">
                <a16:creationId xmlns:a16="http://schemas.microsoft.com/office/drawing/2014/main" id="{08C622A3-6AC3-418E-A8AE-75B117754CFC}"/>
              </a:ext>
            </a:extLst>
          </p:cNvPr>
          <p:cNvSpPr>
            <a:spLocks noChangeAspect="1"/>
          </p:cNvSpPr>
          <p:nvPr/>
        </p:nvSpPr>
        <p:spPr bwMode="white">
          <a:xfrm>
            <a:off x="381001" y="560781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7459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6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12688DA9-25EC-4AC3-AD0E-0CC139E1167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279EB0A-2DCA-4410-A834-F9A425FF96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9464481-354D-44BF-B8B2-E0AFA2830FD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grpSp>
        <p:nvGrpSpPr>
          <p:cNvPr id="9" name="Logo_WH" descr="Accenture logo in white">
            <a:extLst>
              <a:ext uri="{FF2B5EF4-FFF2-40B4-BE49-F238E27FC236}">
                <a16:creationId xmlns:a16="http://schemas.microsoft.com/office/drawing/2014/main" id="{BA79480B-BE6F-49EC-829D-D8AF858ABFD8}"/>
              </a:ext>
            </a:extLst>
          </p:cNvPr>
          <p:cNvGrpSpPr>
            <a:grpSpLocks noChangeAspect="1"/>
          </p:cNvGrpSpPr>
          <p:nvPr/>
        </p:nvGrpSpPr>
        <p:grpSpPr bwMode="black">
          <a:xfrm>
            <a:off x="381001" y="5815652"/>
            <a:ext cx="1883664" cy="496247"/>
            <a:chOff x="1561" y="187"/>
            <a:chExt cx="4536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80D6DAB6-FE72-4647-9B94-83468BA6B4AE}"/>
                </a:ext>
              </a:extLst>
            </p:cNvPr>
            <p:cNvSpPr>
              <a:spLocks/>
            </p:cNvSpPr>
            <p:nvPr/>
          </p:nvSpPr>
          <p:spPr bwMode="black">
            <a:xfrm>
              <a:off x="4205" y="187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6961114-35B1-4F8E-96CC-0CA3D18133FD}"/>
                </a:ext>
              </a:extLst>
            </p:cNvPr>
            <p:cNvSpPr>
              <a:spLocks noEditPoints="1"/>
            </p:cNvSpPr>
            <p:nvPr/>
          </p:nvSpPr>
          <p:spPr bwMode="black">
            <a:xfrm>
              <a:off x="1561" y="690"/>
              <a:ext cx="4536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575397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Black7 Acquisition+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84A5767-82AC-46A2-88DD-C31D51E1CB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9B6BF12D-A981-4F4E-B8F1-FF12DC840F2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Font typeface="Graphik" panose="020B0604020202020204" pitchFamily="34" charset="0"/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659D61A8-47A5-47C2-A85A-BCCCBE83C91F}"/>
              </a:ext>
            </a:extLst>
          </p:cNvPr>
          <p:cNvSpPr>
            <a:spLocks noChangeAspect="1"/>
          </p:cNvSpPr>
          <p:nvPr/>
        </p:nvSpPr>
        <p:spPr bwMode="auto">
          <a:xfrm>
            <a:off x="381001" y="381001"/>
            <a:ext cx="641531" cy="70408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1714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818ECE-32D7-4F71-A6CA-1144DA38ED6C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grpSp>
        <p:nvGrpSpPr>
          <p:cNvPr id="8" name="Logo_BL" descr="Accenture logo in black and purple">
            <a:extLst>
              <a:ext uri="{FF2B5EF4-FFF2-40B4-BE49-F238E27FC236}">
                <a16:creationId xmlns:a16="http://schemas.microsoft.com/office/drawing/2014/main" id="{35D3F8C8-B2E5-431B-9639-9F05530860E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9AD7BAC9-11D9-4846-95CD-5C2B8271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1CAEDE4E-DAF3-4FBC-BAEB-E0C26C20EB9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1150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2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0449E654-6B6A-44E6-852C-967C3EDDCA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381001" y="381001"/>
            <a:ext cx="5715000" cy="2476499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bg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381001" y="4435945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12" name="Date Placeholder 10">
            <a:extLst>
              <a:ext uri="{FF2B5EF4-FFF2-40B4-BE49-F238E27FC236}">
                <a16:creationId xmlns:a16="http://schemas.microsoft.com/office/drawing/2014/main" id="{1E34DA31-8586-4EF2-9474-E9CBCF31314E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white">
          <a:xfrm>
            <a:off x="381001" y="420473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EFDB83-09AD-4E52-93C8-E24DAC9705FB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pic>
        <p:nvPicPr>
          <p:cNvPr id="10" name="Graphic 9" descr="Accenture Greater Than symbol in purple">
            <a:extLst>
              <a:ext uri="{FF2B5EF4-FFF2-40B4-BE49-F238E27FC236}">
                <a16:creationId xmlns:a16="http://schemas.microsoft.com/office/drawing/2014/main" id="{299A6723-3F53-4981-840E-D1D62874F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5607811"/>
            <a:ext cx="641502" cy="704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1429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3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73427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4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5107308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5352584"/>
            <a:ext cx="4114799" cy="959315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771526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1C5BF709-3623-4620-9FF0-B8F8076A8B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9147183" y="5815542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C7B64CB8-485B-4A84-AF6D-C9EF295514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74AE1E9A-205A-4C25-A6CD-8452DDD299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72428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5 Acquisi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037DA-877B-4969-92F3-D62917753D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149093" y="381001"/>
            <a:ext cx="7997521" cy="3429000"/>
          </a:xfrm>
        </p:spPr>
        <p:txBody>
          <a:bodyPr anchor="b"/>
          <a:lstStyle>
            <a:lvl1pPr algn="l">
              <a:lnSpc>
                <a:spcPct val="90000"/>
              </a:lnSpc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 60pt, long title 48pt, max 3 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BB33C-A0EF-4DAE-96F6-5E528C0ED20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9093" y="4000500"/>
            <a:ext cx="6884561" cy="733891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Date Placeholder 10">
            <a:extLst>
              <a:ext uri="{FF2B5EF4-FFF2-40B4-BE49-F238E27FC236}">
                <a16:creationId xmlns:a16="http://schemas.microsoft.com/office/drawing/2014/main" id="{47AA0BD1-514A-4E33-A0FD-DF2342E790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49093" y="4734391"/>
            <a:ext cx="4114799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accent2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BDB7F4-6E1D-4904-AD31-0A33E91A2E6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49093" y="4979668"/>
            <a:ext cx="4114799" cy="548640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631B51-29F3-4C51-AE6C-41E7796F9933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12" name="Picture Placeholder 11" descr="Image placeholder for client logo">
            <a:extLst>
              <a:ext uri="{FF2B5EF4-FFF2-40B4-BE49-F238E27FC236}">
                <a16:creationId xmlns:a16="http://schemas.microsoft.com/office/drawing/2014/main" id="{75547ED6-CAEB-47AC-A74D-49C552BD6F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158417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9" name="Logo_BL" descr="Accenture logo in black and purple">
            <a:extLst>
              <a:ext uri="{FF2B5EF4-FFF2-40B4-BE49-F238E27FC236}">
                <a16:creationId xmlns:a16="http://schemas.microsoft.com/office/drawing/2014/main" id="{8D3E8DD1-C700-46AC-AA94-9072B0F317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9093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799A1684-BC33-4579-B840-616EB6D11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A5AD5E73-6E1C-44F8-9F73-9F3D4F6DF76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32801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6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8">
            <a:extLst>
              <a:ext uri="{FF2B5EF4-FFF2-40B4-BE49-F238E27FC236}">
                <a16:creationId xmlns:a16="http://schemas.microsoft.com/office/drawing/2014/main" id="{38B557E5-FD3E-49D7-8F2D-F2CFBA8CA18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384048"/>
            <a:ext cx="5715000" cy="2478024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10896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434840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206240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sp>
        <p:nvSpPr>
          <p:cNvPr id="11" name="Picture Placeholder 11" descr="Image placeholder for client logo">
            <a:extLst>
              <a:ext uri="{FF2B5EF4-FFF2-40B4-BE49-F238E27FC236}">
                <a16:creationId xmlns:a16="http://schemas.microsoft.com/office/drawing/2014/main" id="{FFB79963-9269-41F8-B968-34FCB68C87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9926766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  <p:grpSp>
        <p:nvGrpSpPr>
          <p:cNvPr id="10" name="Logo_BL" descr="Accenture logo in black and purple">
            <a:extLst>
              <a:ext uri="{FF2B5EF4-FFF2-40B4-BE49-F238E27FC236}">
                <a16:creationId xmlns:a16="http://schemas.microsoft.com/office/drawing/2014/main" id="{854C139D-5D17-4D1A-87BD-07B345E2E51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81001" y="5815543"/>
            <a:ext cx="1883664" cy="496357"/>
            <a:chOff x="2387" y="1701"/>
            <a:chExt cx="4535" cy="1195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6073E091-2A74-4D4D-8C42-D39E8FD65A0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701"/>
              <a:ext cx="447" cy="473"/>
            </a:xfrm>
            <a:custGeom>
              <a:avLst/>
              <a:gdLst>
                <a:gd name="T0" fmla="*/ 0 w 931"/>
                <a:gd name="T1" fmla="*/ 696 h 985"/>
                <a:gd name="T2" fmla="*/ 544 w 931"/>
                <a:gd name="T3" fmla="*/ 494 h 985"/>
                <a:gd name="T4" fmla="*/ 0 w 931"/>
                <a:gd name="T5" fmla="*/ 281 h 985"/>
                <a:gd name="T6" fmla="*/ 0 w 931"/>
                <a:gd name="T7" fmla="*/ 0 h 985"/>
                <a:gd name="T8" fmla="*/ 931 w 931"/>
                <a:gd name="T9" fmla="*/ 375 h 985"/>
                <a:gd name="T10" fmla="*/ 931 w 931"/>
                <a:gd name="T11" fmla="*/ 608 h 985"/>
                <a:gd name="T12" fmla="*/ 0 w 931"/>
                <a:gd name="T13" fmla="*/ 985 h 985"/>
                <a:gd name="T14" fmla="*/ 0 w 931"/>
                <a:gd name="T15" fmla="*/ 696 h 9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931" h="985">
                  <a:moveTo>
                    <a:pt x="0" y="696"/>
                  </a:moveTo>
                  <a:lnTo>
                    <a:pt x="544" y="494"/>
                  </a:lnTo>
                  <a:lnTo>
                    <a:pt x="0" y="281"/>
                  </a:lnTo>
                  <a:lnTo>
                    <a:pt x="0" y="0"/>
                  </a:lnTo>
                  <a:lnTo>
                    <a:pt x="931" y="375"/>
                  </a:lnTo>
                  <a:lnTo>
                    <a:pt x="931" y="608"/>
                  </a:lnTo>
                  <a:lnTo>
                    <a:pt x="0" y="985"/>
                  </a:lnTo>
                  <a:lnTo>
                    <a:pt x="0" y="696"/>
                  </a:lnTo>
                  <a:close/>
                </a:path>
              </a:pathLst>
            </a:custGeom>
            <a:solidFill>
              <a:srgbClr val="A1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4DB984E3-DACF-4D7C-B5E4-08F21BF138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87" y="2204"/>
              <a:ext cx="4535" cy="692"/>
            </a:xfrm>
            <a:custGeom>
              <a:avLst/>
              <a:gdLst>
                <a:gd name="T0" fmla="*/ 8952 w 9448"/>
                <a:gd name="T1" fmla="*/ 519 h 1442"/>
                <a:gd name="T2" fmla="*/ 8431 w 9448"/>
                <a:gd name="T3" fmla="*/ 892 h 1442"/>
                <a:gd name="T4" fmla="*/ 9448 w 9448"/>
                <a:gd name="T5" fmla="*/ 819 h 1442"/>
                <a:gd name="T6" fmla="*/ 8967 w 9448"/>
                <a:gd name="T7" fmla="*/ 1221 h 1442"/>
                <a:gd name="T8" fmla="*/ 8961 w 9448"/>
                <a:gd name="T9" fmla="*/ 1442 h 1442"/>
                <a:gd name="T10" fmla="*/ 8008 w 9448"/>
                <a:gd name="T11" fmla="*/ 529 h 1442"/>
                <a:gd name="T12" fmla="*/ 8008 w 9448"/>
                <a:gd name="T13" fmla="*/ 859 h 1442"/>
                <a:gd name="T14" fmla="*/ 7704 w 9448"/>
                <a:gd name="T15" fmla="*/ 329 h 1442"/>
                <a:gd name="T16" fmla="*/ 7178 w 9448"/>
                <a:gd name="T17" fmla="*/ 1259 h 1442"/>
                <a:gd name="T18" fmla="*/ 6522 w 9448"/>
                <a:gd name="T19" fmla="*/ 329 h 1442"/>
                <a:gd name="T20" fmla="*/ 6987 w 9448"/>
                <a:gd name="T21" fmla="*/ 1205 h 1442"/>
                <a:gd name="T22" fmla="*/ 7483 w 9448"/>
                <a:gd name="T23" fmla="*/ 329 h 1442"/>
                <a:gd name="T24" fmla="*/ 6128 w 9448"/>
                <a:gd name="T25" fmla="*/ 329 h 1442"/>
                <a:gd name="T26" fmla="*/ 6128 w 9448"/>
                <a:gd name="T27" fmla="*/ 556 h 1442"/>
                <a:gd name="T28" fmla="*/ 6343 w 9448"/>
                <a:gd name="T29" fmla="*/ 1174 h 1442"/>
                <a:gd name="T30" fmla="*/ 5822 w 9448"/>
                <a:gd name="T31" fmla="*/ 1105 h 1442"/>
                <a:gd name="T32" fmla="*/ 5694 w 9448"/>
                <a:gd name="T33" fmla="*/ 329 h 1442"/>
                <a:gd name="T34" fmla="*/ 6128 w 9448"/>
                <a:gd name="T35" fmla="*/ 0 h 1442"/>
                <a:gd name="T36" fmla="*/ 4900 w 9448"/>
                <a:gd name="T37" fmla="*/ 492 h 1442"/>
                <a:gd name="T38" fmla="*/ 5559 w 9448"/>
                <a:gd name="T39" fmla="*/ 1419 h 1442"/>
                <a:gd name="T40" fmla="*/ 5092 w 9448"/>
                <a:gd name="T41" fmla="*/ 552 h 1442"/>
                <a:gd name="T42" fmla="*/ 4596 w 9448"/>
                <a:gd name="T43" fmla="*/ 1419 h 1442"/>
                <a:gd name="T44" fmla="*/ 4112 w 9448"/>
                <a:gd name="T45" fmla="*/ 748 h 1442"/>
                <a:gd name="T46" fmla="*/ 3921 w 9448"/>
                <a:gd name="T47" fmla="*/ 1442 h 1442"/>
                <a:gd name="T48" fmla="*/ 3910 w 9448"/>
                <a:gd name="T49" fmla="*/ 306 h 1442"/>
                <a:gd name="T50" fmla="*/ 3700 w 9448"/>
                <a:gd name="T51" fmla="*/ 950 h 1442"/>
                <a:gd name="T52" fmla="*/ 4408 w 9448"/>
                <a:gd name="T53" fmla="*/ 1080 h 1442"/>
                <a:gd name="T54" fmla="*/ 2257 w 9448"/>
                <a:gd name="T55" fmla="*/ 886 h 1442"/>
                <a:gd name="T56" fmla="*/ 3258 w 9448"/>
                <a:gd name="T57" fmla="*/ 717 h 1442"/>
                <a:gd name="T58" fmla="*/ 2568 w 9448"/>
                <a:gd name="T59" fmla="*/ 859 h 1442"/>
                <a:gd name="T60" fmla="*/ 2987 w 9448"/>
                <a:gd name="T61" fmla="*/ 1017 h 1442"/>
                <a:gd name="T62" fmla="*/ 1644 w 9448"/>
                <a:gd name="T63" fmla="*/ 1442 h 1442"/>
                <a:gd name="T64" fmla="*/ 1646 w 9448"/>
                <a:gd name="T65" fmla="*/ 306 h 1442"/>
                <a:gd name="T66" fmla="*/ 1653 w 9448"/>
                <a:gd name="T67" fmla="*/ 542 h 1442"/>
                <a:gd name="T68" fmla="*/ 1655 w 9448"/>
                <a:gd name="T69" fmla="*/ 1213 h 1442"/>
                <a:gd name="T70" fmla="*/ 1644 w 9448"/>
                <a:gd name="T71" fmla="*/ 1442 h 1442"/>
                <a:gd name="T72" fmla="*/ 529 w 9448"/>
                <a:gd name="T73" fmla="*/ 953 h 1442"/>
                <a:gd name="T74" fmla="*/ 450 w 9448"/>
                <a:gd name="T75" fmla="*/ 1230 h 1442"/>
                <a:gd name="T76" fmla="*/ 0 w 9448"/>
                <a:gd name="T77" fmla="*/ 1121 h 1442"/>
                <a:gd name="T78" fmla="*/ 650 w 9448"/>
                <a:gd name="T79" fmla="*/ 752 h 1442"/>
                <a:gd name="T80" fmla="*/ 325 w 9448"/>
                <a:gd name="T81" fmla="*/ 667 h 1442"/>
                <a:gd name="T82" fmla="*/ 954 w 9448"/>
                <a:gd name="T83" fmla="*/ 690 h 1442"/>
                <a:gd name="T84" fmla="*/ 656 w 9448"/>
                <a:gd name="T85" fmla="*/ 1294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448" h="1442">
                  <a:moveTo>
                    <a:pt x="8744" y="748"/>
                  </a:moveTo>
                  <a:lnTo>
                    <a:pt x="9152" y="748"/>
                  </a:lnTo>
                  <a:cubicBezTo>
                    <a:pt x="9146" y="588"/>
                    <a:pt x="9073" y="519"/>
                    <a:pt x="8952" y="519"/>
                  </a:cubicBezTo>
                  <a:cubicBezTo>
                    <a:pt x="8857" y="519"/>
                    <a:pt x="8769" y="571"/>
                    <a:pt x="8744" y="748"/>
                  </a:cubicBezTo>
                  <a:close/>
                  <a:moveTo>
                    <a:pt x="8961" y="1442"/>
                  </a:moveTo>
                  <a:cubicBezTo>
                    <a:pt x="8646" y="1442"/>
                    <a:pt x="8431" y="1255"/>
                    <a:pt x="8431" y="892"/>
                  </a:cubicBezTo>
                  <a:lnTo>
                    <a:pt x="8431" y="871"/>
                  </a:lnTo>
                  <a:cubicBezTo>
                    <a:pt x="8431" y="507"/>
                    <a:pt x="8659" y="306"/>
                    <a:pt x="8950" y="306"/>
                  </a:cubicBezTo>
                  <a:cubicBezTo>
                    <a:pt x="9221" y="306"/>
                    <a:pt x="9448" y="459"/>
                    <a:pt x="9448" y="819"/>
                  </a:cubicBezTo>
                  <a:lnTo>
                    <a:pt x="9448" y="950"/>
                  </a:lnTo>
                  <a:lnTo>
                    <a:pt x="8740" y="950"/>
                  </a:lnTo>
                  <a:cubicBezTo>
                    <a:pt x="8752" y="1146"/>
                    <a:pt x="8836" y="1221"/>
                    <a:pt x="8967" y="1221"/>
                  </a:cubicBezTo>
                  <a:cubicBezTo>
                    <a:pt x="9084" y="1221"/>
                    <a:pt x="9146" y="1159"/>
                    <a:pt x="9167" y="1080"/>
                  </a:cubicBezTo>
                  <a:lnTo>
                    <a:pt x="9448" y="1080"/>
                  </a:lnTo>
                  <a:cubicBezTo>
                    <a:pt x="9415" y="1286"/>
                    <a:pt x="9246" y="1442"/>
                    <a:pt x="8961" y="1442"/>
                  </a:cubicBezTo>
                  <a:close/>
                  <a:moveTo>
                    <a:pt x="7704" y="329"/>
                  </a:moveTo>
                  <a:lnTo>
                    <a:pt x="8008" y="329"/>
                  </a:lnTo>
                  <a:lnTo>
                    <a:pt x="8008" y="529"/>
                  </a:lnTo>
                  <a:cubicBezTo>
                    <a:pt x="8073" y="383"/>
                    <a:pt x="8175" y="315"/>
                    <a:pt x="8335" y="315"/>
                  </a:cubicBezTo>
                  <a:lnTo>
                    <a:pt x="8335" y="615"/>
                  </a:lnTo>
                  <a:cubicBezTo>
                    <a:pt x="8129" y="615"/>
                    <a:pt x="8008" y="677"/>
                    <a:pt x="8008" y="859"/>
                  </a:cubicBezTo>
                  <a:lnTo>
                    <a:pt x="8008" y="1419"/>
                  </a:lnTo>
                  <a:lnTo>
                    <a:pt x="7704" y="1419"/>
                  </a:lnTo>
                  <a:lnTo>
                    <a:pt x="7704" y="329"/>
                  </a:lnTo>
                  <a:close/>
                  <a:moveTo>
                    <a:pt x="7483" y="1419"/>
                  </a:moveTo>
                  <a:lnTo>
                    <a:pt x="7178" y="1419"/>
                  </a:lnTo>
                  <a:lnTo>
                    <a:pt x="7178" y="1259"/>
                  </a:lnTo>
                  <a:cubicBezTo>
                    <a:pt x="7126" y="1363"/>
                    <a:pt x="7024" y="1442"/>
                    <a:pt x="6862" y="1442"/>
                  </a:cubicBezTo>
                  <a:cubicBezTo>
                    <a:pt x="6666" y="1442"/>
                    <a:pt x="6522" y="1323"/>
                    <a:pt x="6522" y="1067"/>
                  </a:cubicBezTo>
                  <a:lnTo>
                    <a:pt x="6522" y="329"/>
                  </a:lnTo>
                  <a:lnTo>
                    <a:pt x="6828" y="329"/>
                  </a:lnTo>
                  <a:lnTo>
                    <a:pt x="6828" y="1021"/>
                  </a:lnTo>
                  <a:cubicBezTo>
                    <a:pt x="6828" y="1146"/>
                    <a:pt x="6878" y="1205"/>
                    <a:pt x="6987" y="1205"/>
                  </a:cubicBezTo>
                  <a:cubicBezTo>
                    <a:pt x="7093" y="1205"/>
                    <a:pt x="7178" y="1138"/>
                    <a:pt x="7178" y="1003"/>
                  </a:cubicBezTo>
                  <a:lnTo>
                    <a:pt x="7178" y="329"/>
                  </a:lnTo>
                  <a:lnTo>
                    <a:pt x="7483" y="329"/>
                  </a:lnTo>
                  <a:lnTo>
                    <a:pt x="7483" y="1419"/>
                  </a:lnTo>
                  <a:close/>
                  <a:moveTo>
                    <a:pt x="6128" y="0"/>
                  </a:moveTo>
                  <a:lnTo>
                    <a:pt x="6128" y="329"/>
                  </a:lnTo>
                  <a:lnTo>
                    <a:pt x="6336" y="329"/>
                  </a:lnTo>
                  <a:lnTo>
                    <a:pt x="6336" y="556"/>
                  </a:lnTo>
                  <a:lnTo>
                    <a:pt x="6128" y="556"/>
                  </a:lnTo>
                  <a:lnTo>
                    <a:pt x="6128" y="1073"/>
                  </a:lnTo>
                  <a:cubicBezTo>
                    <a:pt x="6128" y="1155"/>
                    <a:pt x="6165" y="1192"/>
                    <a:pt x="6236" y="1192"/>
                  </a:cubicBezTo>
                  <a:cubicBezTo>
                    <a:pt x="6280" y="1192"/>
                    <a:pt x="6313" y="1186"/>
                    <a:pt x="6343" y="1174"/>
                  </a:cubicBezTo>
                  <a:lnTo>
                    <a:pt x="6343" y="1411"/>
                  </a:lnTo>
                  <a:cubicBezTo>
                    <a:pt x="6307" y="1422"/>
                    <a:pt x="6247" y="1434"/>
                    <a:pt x="6172" y="1434"/>
                  </a:cubicBezTo>
                  <a:cubicBezTo>
                    <a:pt x="5934" y="1434"/>
                    <a:pt x="5822" y="1326"/>
                    <a:pt x="5822" y="1105"/>
                  </a:cubicBezTo>
                  <a:lnTo>
                    <a:pt x="5822" y="556"/>
                  </a:lnTo>
                  <a:lnTo>
                    <a:pt x="5694" y="556"/>
                  </a:lnTo>
                  <a:lnTo>
                    <a:pt x="5694" y="329"/>
                  </a:lnTo>
                  <a:lnTo>
                    <a:pt x="5822" y="329"/>
                  </a:lnTo>
                  <a:lnTo>
                    <a:pt x="5822" y="125"/>
                  </a:lnTo>
                  <a:lnTo>
                    <a:pt x="6128" y="0"/>
                  </a:lnTo>
                  <a:close/>
                  <a:moveTo>
                    <a:pt x="4596" y="329"/>
                  </a:moveTo>
                  <a:lnTo>
                    <a:pt x="4900" y="329"/>
                  </a:lnTo>
                  <a:lnTo>
                    <a:pt x="4900" y="492"/>
                  </a:lnTo>
                  <a:cubicBezTo>
                    <a:pt x="4954" y="390"/>
                    <a:pt x="5063" y="306"/>
                    <a:pt x="5230" y="306"/>
                  </a:cubicBezTo>
                  <a:cubicBezTo>
                    <a:pt x="5428" y="306"/>
                    <a:pt x="5559" y="425"/>
                    <a:pt x="5559" y="690"/>
                  </a:cubicBezTo>
                  <a:lnTo>
                    <a:pt x="5559" y="1419"/>
                  </a:lnTo>
                  <a:lnTo>
                    <a:pt x="5255" y="1419"/>
                  </a:lnTo>
                  <a:lnTo>
                    <a:pt x="5255" y="736"/>
                  </a:lnTo>
                  <a:cubicBezTo>
                    <a:pt x="5255" y="609"/>
                    <a:pt x="5202" y="552"/>
                    <a:pt x="5092" y="552"/>
                  </a:cubicBezTo>
                  <a:cubicBezTo>
                    <a:pt x="4986" y="552"/>
                    <a:pt x="4900" y="617"/>
                    <a:pt x="4900" y="755"/>
                  </a:cubicBezTo>
                  <a:lnTo>
                    <a:pt x="4900" y="1419"/>
                  </a:lnTo>
                  <a:lnTo>
                    <a:pt x="4596" y="1419"/>
                  </a:lnTo>
                  <a:lnTo>
                    <a:pt x="4596" y="329"/>
                  </a:lnTo>
                  <a:close/>
                  <a:moveTo>
                    <a:pt x="3704" y="748"/>
                  </a:moveTo>
                  <a:lnTo>
                    <a:pt x="4112" y="748"/>
                  </a:lnTo>
                  <a:cubicBezTo>
                    <a:pt x="4106" y="588"/>
                    <a:pt x="4033" y="519"/>
                    <a:pt x="3912" y="519"/>
                  </a:cubicBezTo>
                  <a:cubicBezTo>
                    <a:pt x="3816" y="519"/>
                    <a:pt x="3729" y="571"/>
                    <a:pt x="3704" y="748"/>
                  </a:cubicBezTo>
                  <a:close/>
                  <a:moveTo>
                    <a:pt x="3921" y="1442"/>
                  </a:moveTo>
                  <a:cubicBezTo>
                    <a:pt x="3606" y="1442"/>
                    <a:pt x="3391" y="1255"/>
                    <a:pt x="3391" y="892"/>
                  </a:cubicBezTo>
                  <a:lnTo>
                    <a:pt x="3391" y="871"/>
                  </a:lnTo>
                  <a:cubicBezTo>
                    <a:pt x="3391" y="507"/>
                    <a:pt x="3618" y="306"/>
                    <a:pt x="3910" y="306"/>
                  </a:cubicBezTo>
                  <a:cubicBezTo>
                    <a:pt x="4181" y="306"/>
                    <a:pt x="4408" y="459"/>
                    <a:pt x="4408" y="819"/>
                  </a:cubicBezTo>
                  <a:lnTo>
                    <a:pt x="4408" y="950"/>
                  </a:lnTo>
                  <a:lnTo>
                    <a:pt x="3700" y="950"/>
                  </a:lnTo>
                  <a:cubicBezTo>
                    <a:pt x="3712" y="1146"/>
                    <a:pt x="3795" y="1221"/>
                    <a:pt x="3927" y="1221"/>
                  </a:cubicBezTo>
                  <a:cubicBezTo>
                    <a:pt x="4043" y="1221"/>
                    <a:pt x="4106" y="1159"/>
                    <a:pt x="4127" y="1080"/>
                  </a:cubicBezTo>
                  <a:lnTo>
                    <a:pt x="4408" y="1080"/>
                  </a:lnTo>
                  <a:cubicBezTo>
                    <a:pt x="4375" y="1286"/>
                    <a:pt x="4206" y="1442"/>
                    <a:pt x="3921" y="1442"/>
                  </a:cubicBezTo>
                  <a:close/>
                  <a:moveTo>
                    <a:pt x="2778" y="1442"/>
                  </a:moveTo>
                  <a:cubicBezTo>
                    <a:pt x="2476" y="1442"/>
                    <a:pt x="2257" y="1255"/>
                    <a:pt x="2257" y="886"/>
                  </a:cubicBezTo>
                  <a:lnTo>
                    <a:pt x="2257" y="871"/>
                  </a:lnTo>
                  <a:cubicBezTo>
                    <a:pt x="2257" y="502"/>
                    <a:pt x="2491" y="306"/>
                    <a:pt x="2780" y="306"/>
                  </a:cubicBezTo>
                  <a:cubicBezTo>
                    <a:pt x="3028" y="306"/>
                    <a:pt x="3233" y="432"/>
                    <a:pt x="3258" y="717"/>
                  </a:cubicBezTo>
                  <a:lnTo>
                    <a:pt x="2966" y="717"/>
                  </a:lnTo>
                  <a:cubicBezTo>
                    <a:pt x="2947" y="611"/>
                    <a:pt x="2893" y="542"/>
                    <a:pt x="2787" y="542"/>
                  </a:cubicBezTo>
                  <a:cubicBezTo>
                    <a:pt x="2657" y="542"/>
                    <a:pt x="2568" y="644"/>
                    <a:pt x="2568" y="859"/>
                  </a:cubicBezTo>
                  <a:lnTo>
                    <a:pt x="2568" y="892"/>
                  </a:lnTo>
                  <a:cubicBezTo>
                    <a:pt x="2568" y="1113"/>
                    <a:pt x="2647" y="1213"/>
                    <a:pt x="2789" y="1213"/>
                  </a:cubicBezTo>
                  <a:cubicBezTo>
                    <a:pt x="2893" y="1213"/>
                    <a:pt x="2970" y="1136"/>
                    <a:pt x="2987" y="1017"/>
                  </a:cubicBezTo>
                  <a:lnTo>
                    <a:pt x="3264" y="1017"/>
                  </a:lnTo>
                  <a:cubicBezTo>
                    <a:pt x="3243" y="1265"/>
                    <a:pt x="3074" y="1442"/>
                    <a:pt x="2778" y="1442"/>
                  </a:cubicBezTo>
                  <a:close/>
                  <a:moveTo>
                    <a:pt x="1644" y="1442"/>
                  </a:moveTo>
                  <a:cubicBezTo>
                    <a:pt x="1342" y="1442"/>
                    <a:pt x="1123" y="1255"/>
                    <a:pt x="1123" y="886"/>
                  </a:cubicBezTo>
                  <a:lnTo>
                    <a:pt x="1123" y="871"/>
                  </a:lnTo>
                  <a:cubicBezTo>
                    <a:pt x="1123" y="502"/>
                    <a:pt x="1357" y="306"/>
                    <a:pt x="1646" y="306"/>
                  </a:cubicBezTo>
                  <a:cubicBezTo>
                    <a:pt x="1894" y="306"/>
                    <a:pt x="2099" y="432"/>
                    <a:pt x="2124" y="717"/>
                  </a:cubicBezTo>
                  <a:lnTo>
                    <a:pt x="1832" y="717"/>
                  </a:lnTo>
                  <a:cubicBezTo>
                    <a:pt x="1813" y="611"/>
                    <a:pt x="1759" y="542"/>
                    <a:pt x="1653" y="542"/>
                  </a:cubicBezTo>
                  <a:cubicBezTo>
                    <a:pt x="1523" y="542"/>
                    <a:pt x="1434" y="644"/>
                    <a:pt x="1434" y="859"/>
                  </a:cubicBezTo>
                  <a:lnTo>
                    <a:pt x="1434" y="892"/>
                  </a:lnTo>
                  <a:cubicBezTo>
                    <a:pt x="1434" y="1113"/>
                    <a:pt x="1513" y="1213"/>
                    <a:pt x="1655" y="1213"/>
                  </a:cubicBezTo>
                  <a:cubicBezTo>
                    <a:pt x="1759" y="1213"/>
                    <a:pt x="1836" y="1136"/>
                    <a:pt x="1853" y="1017"/>
                  </a:cubicBezTo>
                  <a:lnTo>
                    <a:pt x="2130" y="1017"/>
                  </a:lnTo>
                  <a:cubicBezTo>
                    <a:pt x="2109" y="1265"/>
                    <a:pt x="1940" y="1442"/>
                    <a:pt x="1644" y="1442"/>
                  </a:cubicBezTo>
                  <a:close/>
                  <a:moveTo>
                    <a:pt x="650" y="1057"/>
                  </a:moveTo>
                  <a:lnTo>
                    <a:pt x="650" y="953"/>
                  </a:lnTo>
                  <a:lnTo>
                    <a:pt x="529" y="953"/>
                  </a:lnTo>
                  <a:cubicBezTo>
                    <a:pt x="379" y="953"/>
                    <a:pt x="302" y="994"/>
                    <a:pt x="302" y="1092"/>
                  </a:cubicBezTo>
                  <a:lnTo>
                    <a:pt x="302" y="1103"/>
                  </a:lnTo>
                  <a:cubicBezTo>
                    <a:pt x="302" y="1178"/>
                    <a:pt x="348" y="1230"/>
                    <a:pt x="450" y="1230"/>
                  </a:cubicBezTo>
                  <a:cubicBezTo>
                    <a:pt x="554" y="1230"/>
                    <a:pt x="650" y="1171"/>
                    <a:pt x="650" y="1057"/>
                  </a:cubicBezTo>
                  <a:close/>
                  <a:moveTo>
                    <a:pt x="358" y="1442"/>
                  </a:moveTo>
                  <a:cubicBezTo>
                    <a:pt x="162" y="1442"/>
                    <a:pt x="0" y="1342"/>
                    <a:pt x="0" y="1121"/>
                  </a:cubicBezTo>
                  <a:lnTo>
                    <a:pt x="0" y="1109"/>
                  </a:lnTo>
                  <a:cubicBezTo>
                    <a:pt x="0" y="840"/>
                    <a:pt x="233" y="752"/>
                    <a:pt x="514" y="752"/>
                  </a:cubicBezTo>
                  <a:lnTo>
                    <a:pt x="650" y="752"/>
                  </a:lnTo>
                  <a:lnTo>
                    <a:pt x="650" y="700"/>
                  </a:lnTo>
                  <a:cubicBezTo>
                    <a:pt x="650" y="592"/>
                    <a:pt x="602" y="525"/>
                    <a:pt x="489" y="525"/>
                  </a:cubicBezTo>
                  <a:cubicBezTo>
                    <a:pt x="387" y="525"/>
                    <a:pt x="333" y="584"/>
                    <a:pt x="325" y="667"/>
                  </a:cubicBezTo>
                  <a:lnTo>
                    <a:pt x="33" y="667"/>
                  </a:lnTo>
                  <a:cubicBezTo>
                    <a:pt x="54" y="425"/>
                    <a:pt x="246" y="306"/>
                    <a:pt x="504" y="306"/>
                  </a:cubicBezTo>
                  <a:cubicBezTo>
                    <a:pt x="767" y="306"/>
                    <a:pt x="954" y="419"/>
                    <a:pt x="954" y="690"/>
                  </a:cubicBezTo>
                  <a:lnTo>
                    <a:pt x="954" y="1419"/>
                  </a:lnTo>
                  <a:lnTo>
                    <a:pt x="656" y="1419"/>
                  </a:lnTo>
                  <a:lnTo>
                    <a:pt x="656" y="1294"/>
                  </a:lnTo>
                  <a:cubicBezTo>
                    <a:pt x="604" y="1374"/>
                    <a:pt x="504" y="1442"/>
                    <a:pt x="358" y="1442"/>
                  </a:cubicBez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68741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: White7 Acquisition+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A715308A-2B7A-4485-A51C-F3F23FC4264D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27161CB-9748-47B4-8746-547E8A91529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Go to Brand Space for more cover options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</a:endParaRP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1C428014-9969-4841-B19D-25CB7221F2F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black">
          <a:xfrm>
            <a:off x="381001" y="1322687"/>
            <a:ext cx="5715000" cy="1769720"/>
          </a:xfrm>
        </p:spPr>
        <p:txBody>
          <a:bodyPr anchor="b"/>
          <a:lstStyle>
            <a:lvl1pPr algn="l">
              <a:lnSpc>
                <a:spcPct val="90000"/>
              </a:lnSpc>
              <a:defRPr sz="4800">
                <a:solidFill>
                  <a:schemeClr val="tx1"/>
                </a:solidFill>
              </a:defRPr>
            </a:lvl1pPr>
          </a:lstStyle>
          <a:p>
            <a:r>
              <a:rPr lang="en-US"/>
              <a:t>Place presentation title here 48pt</a:t>
            </a:r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6D52D49F-987F-4EF2-8666-9805763F686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black">
          <a:xfrm>
            <a:off x="381001" y="3332730"/>
            <a:ext cx="4301168" cy="1092845"/>
          </a:xfrm>
        </p:spPr>
        <p:txBody>
          <a:bodyPr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sz="2400" b="0" i="0" spc="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33" name="Text Placeholder 16">
            <a:extLst>
              <a:ext uri="{FF2B5EF4-FFF2-40B4-BE49-F238E27FC236}">
                <a16:creationId xmlns:a16="http://schemas.microsoft.com/office/drawing/2014/main" id="{784963B7-4AB8-4BD6-B942-182C4FFFB2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black">
          <a:xfrm>
            <a:off x="381001" y="4670852"/>
            <a:ext cx="3253153" cy="530687"/>
          </a:xfrm>
        </p:spPr>
        <p:txBody>
          <a:bodyPr/>
          <a:lstStyle>
            <a:lvl1pPr marL="0" indent="0" algn="l" defTabSz="914400" rtl="0" eaLnBrk="1" latinLnBrk="0" hangingPunct="1">
              <a:spcAft>
                <a:spcPts val="0"/>
              </a:spcAft>
              <a:buNone/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algn="l" defTabSz="914400" rtl="0" eaLnBrk="1" latinLnBrk="0" hangingPunct="1">
              <a:spcAft>
                <a:spcPts val="0"/>
              </a:spcAft>
              <a:defRPr lang="en-US" sz="1400" b="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Presenter 14pt</a:t>
            </a:r>
          </a:p>
        </p:txBody>
      </p:sp>
      <p:sp>
        <p:nvSpPr>
          <p:cNvPr id="34" name="Date Placeholder 10">
            <a:extLst>
              <a:ext uri="{FF2B5EF4-FFF2-40B4-BE49-F238E27FC236}">
                <a16:creationId xmlns:a16="http://schemas.microsoft.com/office/drawing/2014/main" id="{7722ECA6-F4B8-4408-987A-6078074CB32A}"/>
              </a:ext>
            </a:extLst>
          </p:cNvPr>
          <p:cNvSpPr>
            <a:spLocks noGrp="1"/>
          </p:cNvSpPr>
          <p:nvPr>
            <p:ph type="dt" sz="half" idx="2"/>
          </p:nvPr>
        </p:nvSpPr>
        <p:spPr bwMode="black">
          <a:xfrm>
            <a:off x="381001" y="4425575"/>
            <a:ext cx="3253153" cy="245276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marL="0" algn="l" defTabSz="914400" rtl="0" eaLnBrk="1" latinLnBrk="0" hangingPunct="1">
              <a:defRPr lang="en-US" sz="1400" b="1" kern="120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endParaRPr lang="en-US">
              <a:latin typeface="+mj-lt"/>
            </a:endParaRPr>
          </a:p>
        </p:txBody>
      </p:sp>
      <p:pic>
        <p:nvPicPr>
          <p:cNvPr id="5" name="Graphic 4" descr="Accenture Greater Than symbol in purple">
            <a:extLst>
              <a:ext uri="{FF2B5EF4-FFF2-40B4-BE49-F238E27FC236}">
                <a16:creationId xmlns:a16="http://schemas.microsoft.com/office/drawing/2014/main" id="{8DD1DFCC-5489-470C-84F4-93032F096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2636" y="382725"/>
            <a:ext cx="641502" cy="704088"/>
          </a:xfrm>
          <a:prstGeom prst="rect">
            <a:avLst/>
          </a:prstGeom>
        </p:spPr>
      </p:pic>
      <p:sp>
        <p:nvSpPr>
          <p:cNvPr id="13" name="Picture Placeholder 11" descr="Image placeholder for client logo">
            <a:extLst>
              <a:ext uri="{FF2B5EF4-FFF2-40B4-BE49-F238E27FC236}">
                <a16:creationId xmlns:a16="http://schemas.microsoft.com/office/drawing/2014/main" id="{05B9195C-3F7A-4A18-80FA-FB81E2ECDE0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81001" y="5326815"/>
            <a:ext cx="1884233" cy="985085"/>
          </a:xfrm>
        </p:spPr>
        <p:txBody>
          <a:bodyPr anchor="ctr"/>
          <a:lstStyle>
            <a:lvl1pPr algn="ctr">
              <a:buNone/>
              <a:defRPr sz="1400"/>
            </a:lvl1pPr>
          </a:lstStyle>
          <a:p>
            <a:r>
              <a:rPr lang="en-GB"/>
              <a:t>Add client logo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5020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ccenture Gradient Dark">
            <a:extLst>
              <a:ext uri="{FF2B5EF4-FFF2-40B4-BE49-F238E27FC236}">
                <a16:creationId xmlns:a16="http://schemas.microsoft.com/office/drawing/2014/main" id="{86F62995-A1F7-47A0-AD35-CBADA97239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8"/>
          <a:stretch/>
        </p:blipFill>
        <p:spPr bwMode="invGray">
          <a:xfrm>
            <a:off x="1185" y="0"/>
            <a:ext cx="12189630" cy="68580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61CA96-71E3-F941-B41E-52928AB9110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474215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Place subtitle here in GT Sectra Fine </a:t>
            </a:r>
            <a:r>
              <a:rPr lang="en-US" err="1"/>
              <a:t>Rg</a:t>
            </a:r>
            <a:r>
              <a:rPr lang="en-US"/>
              <a:t> 24pt</a:t>
            </a:r>
          </a:p>
        </p:txBody>
      </p:sp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0" name="GTS_WH" descr="Accenture Greater Than symbol in white">
            <a:extLst>
              <a:ext uri="{FF2B5EF4-FFF2-40B4-BE49-F238E27FC236}">
                <a16:creationId xmlns:a16="http://schemas.microsoft.com/office/drawing/2014/main" id="{4B2379EA-B598-42DD-B03E-5C4FC1D468F3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B0387B-1E9C-4EB7-9BA3-83AB796E35C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B825C-3912-400B-A9ED-F17A355964B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813462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Divider with Image - Gradient Co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ccenture Gradient Mid&#10;">
            <a:extLst>
              <a:ext uri="{FF2B5EF4-FFF2-40B4-BE49-F238E27FC236}">
                <a16:creationId xmlns:a16="http://schemas.microsoft.com/office/drawing/2014/main" id="{D34847E9-71CB-4177-8BB3-C4EDB8A3E2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381000"/>
            <a:ext cx="4953000" cy="5703315"/>
          </a:xfrm>
          <a:noFill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1" y="381000"/>
            <a:ext cx="4952999" cy="3915092"/>
          </a:xfrm>
        </p:spPr>
        <p:txBody>
          <a:bodyPr anchor="b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8D88312-3597-964E-9B24-8371E2C8567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43000" y="4610099"/>
            <a:ext cx="4953000" cy="170180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C3F0890-0DED-4AD1-9A02-BD56F8554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4" name="GTS_WH" descr="Accenture Greater Than symbol in white">
            <a:extLst>
              <a:ext uri="{FF2B5EF4-FFF2-40B4-BE49-F238E27FC236}">
                <a16:creationId xmlns:a16="http://schemas.microsoft.com/office/drawing/2014/main" id="{3FC0722F-C643-4988-96E8-F00519CB3A00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969A96-ECEE-46C8-AC65-A99027BA920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22112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Divider - Numbered, Gradient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ccenture Gradient Mid">
            <a:extLst>
              <a:ext uri="{FF2B5EF4-FFF2-40B4-BE49-F238E27FC236}">
                <a16:creationId xmlns:a16="http://schemas.microsoft.com/office/drawing/2014/main" id="{CB16898D-3DD4-439C-B43F-558C1FDD364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ltGray">
          <a:xfrm>
            <a:off x="0" y="0"/>
            <a:ext cx="12192000" cy="3428999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4015D5F-F315-4E58-856E-56BC8490AECE}"/>
              </a:ext>
            </a:extLst>
          </p:cNvPr>
          <p:cNvSpPr/>
          <p:nvPr/>
        </p:nvSpPr>
        <p:spPr bwMode="white">
          <a:xfrm>
            <a:off x="0" y="3428999"/>
            <a:ext cx="12192000" cy="342900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3889828"/>
            <a:ext cx="6186713" cy="2422072"/>
          </a:xfrm>
        </p:spPr>
        <p:txBody>
          <a:bodyPr anchor="t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Section title 54pt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63E56B88-63DE-42F5-AE08-5F9069ED6835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1143001" y="835805"/>
            <a:ext cx="6186712" cy="2194487"/>
          </a:xfrm>
        </p:spPr>
        <p:txBody>
          <a:bodyPr anchor="ctr"/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ct val="0"/>
              </a:spcBef>
              <a:spcAft>
                <a:spcPts val="0"/>
              </a:spcAft>
              <a:buNone/>
              <a:defRPr lang="en-US" sz="16600" b="1" kern="1200" dirty="0">
                <a:ln w="38100"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US"/>
              <a:t>#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4CC28DDD-91C9-FB49-B057-796687C8B07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55427" y="3889827"/>
            <a:ext cx="2993573" cy="2422071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2pPr>
            <a:lvl3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3pPr>
            <a:lvl4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4pPr>
            <a:lvl5pPr marL="0" indent="0">
              <a:spcAft>
                <a:spcPts val="600"/>
              </a:spcAft>
              <a:buNone/>
              <a:defRPr sz="2400">
                <a:latin typeface="GT Sectra Fine Rg" panose="00000500000000000000" pitchFamily="50" charset="0"/>
              </a:defRPr>
            </a:lvl5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None/>
            </a:pPr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C230B8D6-1525-4D29-A117-F22A9C16F0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GTS_WH" descr="Accenture Greater Than symbol in white">
            <a:extLst>
              <a:ext uri="{FF2B5EF4-FFF2-40B4-BE49-F238E27FC236}">
                <a16:creationId xmlns:a16="http://schemas.microsoft.com/office/drawing/2014/main" id="{C5173724-68B6-47CD-B850-71B1407EEAA1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04ADF7-CE17-4A46-8A63-A366F9BB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30819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1" y="2182000"/>
            <a:ext cx="3267012" cy="2699330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0" indent="0">
              <a:buNone/>
              <a:defRPr sz="1800"/>
            </a:lvl2pPr>
            <a:lvl3pPr marL="228600">
              <a:buFont typeface="Graphik" panose="020B0604020202020204" pitchFamily="34" charset="0"/>
              <a:buChar char="•"/>
              <a:defRPr sz="1800"/>
            </a:lvl3pPr>
            <a:lvl4pPr marL="457200">
              <a:buFont typeface="Graphik"/>
              <a:buChar char="–"/>
              <a:defRPr sz="1600"/>
            </a:lvl4pPr>
            <a:lvl5pPr marL="685800">
              <a:buFont typeface="Graphik" panose="020B0604020202020204" pitchFamily="34" charset="0"/>
              <a:buChar char="•"/>
              <a:defRPr sz="1600"/>
            </a:lvl5pPr>
          </a:lstStyle>
          <a:p>
            <a:pPr lvl="0"/>
            <a:r>
              <a:rPr lang="en-US"/>
              <a:t>Place agenda summary here </a:t>
            </a:r>
            <a:r>
              <a:rPr lang="en-GB"/>
              <a:t>in GT Sectra Fine </a:t>
            </a:r>
            <a:r>
              <a:rPr lang="en-GB" err="1"/>
              <a:t>Rg</a:t>
            </a:r>
            <a:r>
              <a:rPr lang="en-GB"/>
              <a:t> 24pt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2" y="1371601"/>
            <a:ext cx="3267011" cy="810399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Agenda title</a:t>
            </a:r>
            <a:endParaRPr lang="en-US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57C0C72-781A-F24F-B1F2-0A290409F1F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966971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7" name="Text Placeholder 17">
            <a:extLst>
              <a:ext uri="{FF2B5EF4-FFF2-40B4-BE49-F238E27FC236}">
                <a16:creationId xmlns:a16="http://schemas.microsoft.com/office/drawing/2014/main" id="{A5D4C4AC-7870-A641-AF65-6F3ECB9DA9C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66971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59" name="Text Placeholder 17">
            <a:extLst>
              <a:ext uri="{FF2B5EF4-FFF2-40B4-BE49-F238E27FC236}">
                <a16:creationId xmlns:a16="http://schemas.microsoft.com/office/drawing/2014/main" id="{9F332AA7-2896-E24E-B21D-90FED54D433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966971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1" name="Text Placeholder 17">
            <a:extLst>
              <a:ext uri="{FF2B5EF4-FFF2-40B4-BE49-F238E27FC236}">
                <a16:creationId xmlns:a16="http://schemas.microsoft.com/office/drawing/2014/main" id="{25D7BCB2-FC6B-2A46-AC11-482A4F73111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966971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3" name="Text Placeholder 17">
            <a:extLst>
              <a:ext uri="{FF2B5EF4-FFF2-40B4-BE49-F238E27FC236}">
                <a16:creationId xmlns:a16="http://schemas.microsoft.com/office/drawing/2014/main" id="{FD74906C-72A4-CF4A-A4F6-B28AE864B9B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966971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5" name="Text Placeholder 17">
            <a:extLst>
              <a:ext uri="{FF2B5EF4-FFF2-40B4-BE49-F238E27FC236}">
                <a16:creationId xmlns:a16="http://schemas.microsoft.com/office/drawing/2014/main" id="{F28AA3EC-0083-2742-A4D0-0B32569FD7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66971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7" name="Text Placeholder 17">
            <a:extLst>
              <a:ext uri="{FF2B5EF4-FFF2-40B4-BE49-F238E27FC236}">
                <a16:creationId xmlns:a16="http://schemas.microsoft.com/office/drawing/2014/main" id="{D46DA866-B19E-684E-8A23-EEA29548784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966971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69" name="Text Placeholder 17">
            <a:extLst>
              <a:ext uri="{FF2B5EF4-FFF2-40B4-BE49-F238E27FC236}">
                <a16:creationId xmlns:a16="http://schemas.microsoft.com/office/drawing/2014/main" id="{A4A135E2-DF01-5543-BA57-DFBCCC446A3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966971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29" name="Text Placeholder 17">
            <a:extLst>
              <a:ext uri="{FF2B5EF4-FFF2-40B4-BE49-F238E27FC236}">
                <a16:creationId xmlns:a16="http://schemas.microsoft.com/office/drawing/2014/main" id="{2F4C171E-3D12-FC48-87BB-B5005B4EE33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26242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0" name="Text Placeholder 17">
            <a:extLst>
              <a:ext uri="{FF2B5EF4-FFF2-40B4-BE49-F238E27FC236}">
                <a16:creationId xmlns:a16="http://schemas.microsoft.com/office/drawing/2014/main" id="{E8AE9E02-9423-4748-8AD7-2BBB3B94A799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426242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1" name="Text Placeholder 17">
            <a:extLst>
              <a:ext uri="{FF2B5EF4-FFF2-40B4-BE49-F238E27FC236}">
                <a16:creationId xmlns:a16="http://schemas.microsoft.com/office/drawing/2014/main" id="{7C692F47-FBF4-5842-A0CA-4B8B48DE463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426242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2" name="Text Placeholder 17">
            <a:extLst>
              <a:ext uri="{FF2B5EF4-FFF2-40B4-BE49-F238E27FC236}">
                <a16:creationId xmlns:a16="http://schemas.microsoft.com/office/drawing/2014/main" id="{BDE48124-A481-074B-9AD4-22EC49D172D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26242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3" name="Text Placeholder 17">
            <a:extLst>
              <a:ext uri="{FF2B5EF4-FFF2-40B4-BE49-F238E27FC236}">
                <a16:creationId xmlns:a16="http://schemas.microsoft.com/office/drawing/2014/main" id="{98E2B4B4-ED02-4945-B581-1A8D48D031A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26242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4" name="Text Placeholder 17">
            <a:extLst>
              <a:ext uri="{FF2B5EF4-FFF2-40B4-BE49-F238E27FC236}">
                <a16:creationId xmlns:a16="http://schemas.microsoft.com/office/drawing/2014/main" id="{B70B7DFE-5DE8-0F42-BF3C-DA43110C0D0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426242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5" name="Text Placeholder 17">
            <a:extLst>
              <a:ext uri="{FF2B5EF4-FFF2-40B4-BE49-F238E27FC236}">
                <a16:creationId xmlns:a16="http://schemas.microsoft.com/office/drawing/2014/main" id="{D63FCDAD-F7F9-774F-8EC9-A0777820ED0F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426242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36" name="Text Placeholder 17">
            <a:extLst>
              <a:ext uri="{FF2B5EF4-FFF2-40B4-BE49-F238E27FC236}">
                <a16:creationId xmlns:a16="http://schemas.microsoft.com/office/drawing/2014/main" id="{AE66CCF5-C5F4-5645-A851-E4A7D572FDA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4426242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72EABDE-2DC7-B441-8D65-EC926DD10B85}"/>
              </a:ext>
            </a:extLst>
          </p:cNvPr>
          <p:cNvCxnSpPr/>
          <p:nvPr/>
        </p:nvCxnSpPr>
        <p:spPr>
          <a:xfrm>
            <a:off x="4045241" y="1371600"/>
            <a:ext cx="0" cy="4719487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 Placeholder 17">
            <a:extLst>
              <a:ext uri="{FF2B5EF4-FFF2-40B4-BE49-F238E27FC236}">
                <a16:creationId xmlns:a16="http://schemas.microsoft.com/office/drawing/2014/main" id="{C10680BC-1106-B24D-A63E-02912A27325E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857959" y="137160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7" name="Text Placeholder 17">
            <a:extLst>
              <a:ext uri="{FF2B5EF4-FFF2-40B4-BE49-F238E27FC236}">
                <a16:creationId xmlns:a16="http://schemas.microsoft.com/office/drawing/2014/main" id="{194D437D-E8B7-694E-B60A-5A3D6E81171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57959" y="197647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8" name="Text Placeholder 17">
            <a:extLst>
              <a:ext uri="{FF2B5EF4-FFF2-40B4-BE49-F238E27FC236}">
                <a16:creationId xmlns:a16="http://schemas.microsoft.com/office/drawing/2014/main" id="{D743CFF4-B173-B648-86A6-5021F5FB8C0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8857959" y="2581356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89" name="Text Placeholder 17">
            <a:extLst>
              <a:ext uri="{FF2B5EF4-FFF2-40B4-BE49-F238E27FC236}">
                <a16:creationId xmlns:a16="http://schemas.microsoft.com/office/drawing/2014/main" id="{67B9EDF9-023B-A84C-B540-ABBA3E3BA5C0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57959" y="3186234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0" name="Text Placeholder 17">
            <a:extLst>
              <a:ext uri="{FF2B5EF4-FFF2-40B4-BE49-F238E27FC236}">
                <a16:creationId xmlns:a16="http://schemas.microsoft.com/office/drawing/2014/main" id="{EA82EDEB-3F03-7A48-BC36-8C7437083F46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8857959" y="3791112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1" name="Text Placeholder 17">
            <a:extLst>
              <a:ext uri="{FF2B5EF4-FFF2-40B4-BE49-F238E27FC236}">
                <a16:creationId xmlns:a16="http://schemas.microsoft.com/office/drawing/2014/main" id="{8D7A3AD2-4413-D941-B944-D1D235AC668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857959" y="4395990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2" name="Text Placeholder 17">
            <a:extLst>
              <a:ext uri="{FF2B5EF4-FFF2-40B4-BE49-F238E27FC236}">
                <a16:creationId xmlns:a16="http://schemas.microsoft.com/office/drawing/2014/main" id="{F5014509-24B5-6040-8686-31A95601E0B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857959" y="5000868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3" name="Text Placeholder 17">
            <a:extLst>
              <a:ext uri="{FF2B5EF4-FFF2-40B4-BE49-F238E27FC236}">
                <a16:creationId xmlns:a16="http://schemas.microsoft.com/office/drawing/2014/main" id="{02B9D5CB-DA36-724C-A996-6331344816A3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857959" y="5605747"/>
            <a:ext cx="2953039" cy="485340"/>
          </a:xfrm>
        </p:spPr>
        <p:txBody>
          <a:bodyPr anchor="ctr"/>
          <a:lstStyle>
            <a:lvl1pPr>
              <a:spcAft>
                <a:spcPts val="0"/>
              </a:spcAft>
              <a:buNone/>
              <a:defRPr sz="1600"/>
            </a:lvl1pPr>
          </a:lstStyle>
          <a:p>
            <a:pPr lvl="0"/>
            <a:r>
              <a:rPr lang="en-GB"/>
              <a:t>Insert agenda item</a:t>
            </a:r>
            <a:endParaRPr lang="en-US"/>
          </a:p>
        </p:txBody>
      </p:sp>
      <p:sp>
        <p:nvSpPr>
          <p:cNvPr id="94" name="Text Placeholder 17">
            <a:extLst>
              <a:ext uri="{FF2B5EF4-FFF2-40B4-BE49-F238E27FC236}">
                <a16:creationId xmlns:a16="http://schemas.microsoft.com/office/drawing/2014/main" id="{ED51288A-4DF8-0D4F-8BBC-90AE60B66177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317230" y="137160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5" name="Text Placeholder 17">
            <a:extLst>
              <a:ext uri="{FF2B5EF4-FFF2-40B4-BE49-F238E27FC236}">
                <a16:creationId xmlns:a16="http://schemas.microsoft.com/office/drawing/2014/main" id="{B55123CE-2705-2A4C-88D5-5BEECF04606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8317230" y="197647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6" name="Text Placeholder 17">
            <a:extLst>
              <a:ext uri="{FF2B5EF4-FFF2-40B4-BE49-F238E27FC236}">
                <a16:creationId xmlns:a16="http://schemas.microsoft.com/office/drawing/2014/main" id="{95340386-A048-C64F-B858-E874FB9006DC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7230" y="2581356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7" name="Text Placeholder 17">
            <a:extLst>
              <a:ext uri="{FF2B5EF4-FFF2-40B4-BE49-F238E27FC236}">
                <a16:creationId xmlns:a16="http://schemas.microsoft.com/office/drawing/2014/main" id="{389D3522-38D0-6A46-B023-28998ECDD0FA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8317230" y="3186234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8" name="Text Placeholder 17">
            <a:extLst>
              <a:ext uri="{FF2B5EF4-FFF2-40B4-BE49-F238E27FC236}">
                <a16:creationId xmlns:a16="http://schemas.microsoft.com/office/drawing/2014/main" id="{DFF1DA35-A5DD-8E48-B33F-D2FC79AD9AF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317230" y="3791112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99" name="Text Placeholder 17">
            <a:extLst>
              <a:ext uri="{FF2B5EF4-FFF2-40B4-BE49-F238E27FC236}">
                <a16:creationId xmlns:a16="http://schemas.microsoft.com/office/drawing/2014/main" id="{2DD1FA43-908E-6A4A-8D78-19F781C138B2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317230" y="4395990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0" name="Text Placeholder 17">
            <a:extLst>
              <a:ext uri="{FF2B5EF4-FFF2-40B4-BE49-F238E27FC236}">
                <a16:creationId xmlns:a16="http://schemas.microsoft.com/office/drawing/2014/main" id="{B42DF6FB-CEA5-344B-B42D-A5B8AF0712F6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8317230" y="5000868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101" name="Text Placeholder 17">
            <a:extLst>
              <a:ext uri="{FF2B5EF4-FFF2-40B4-BE49-F238E27FC236}">
                <a16:creationId xmlns:a16="http://schemas.microsoft.com/office/drawing/2014/main" id="{DD7618EA-1B4E-9D4F-BE9D-ED39BC26377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317230" y="5605747"/>
            <a:ext cx="405128" cy="485340"/>
          </a:xfrm>
        </p:spPr>
        <p:txBody>
          <a:bodyPr anchor="ctr"/>
          <a:lstStyle>
            <a:lvl1pPr marL="0" marR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 sz="1800" b="1">
                <a:solidFill>
                  <a:schemeClr val="accent1"/>
                </a:solidFill>
                <a:latin typeface="+mj-lt"/>
              </a:defRPr>
            </a:lvl1pPr>
          </a:lstStyle>
          <a:p>
            <a:pPr marL="0" marR="0" lvl="0" indent="0" algn="ct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GB"/>
              <a:t>##</a:t>
            </a: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BE3C-F523-44EE-B6D4-7175CE08E157}"/>
              </a:ext>
            </a:extLst>
          </p:cNvPr>
          <p:cNvSpPr>
            <a:spLocks noGrp="1"/>
          </p:cNvSpPr>
          <p:nvPr>
            <p:ph type="ftr" sz="quarter" idx="56"/>
          </p:nvPr>
        </p:nvSpPr>
        <p:spPr/>
        <p:txBody>
          <a:bodyPr/>
          <a:lstStyle/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796CD18-ADDA-4A64-BDD0-F5A8D01FDD49}"/>
              </a:ext>
            </a:extLst>
          </p:cNvPr>
          <p:cNvSpPr>
            <a:spLocks noGrp="1"/>
          </p:cNvSpPr>
          <p:nvPr>
            <p:ph type="sldNum" sz="quarter" idx="5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7622954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C6DB689C-7DB3-4046-A1BF-E63F8EF784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87C97B1E-CB9E-4CBC-A6F1-1D4F2E4ECB3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0"/>
            <a:ext cx="11430000" cy="4940300"/>
          </a:xfrm>
        </p:spPr>
        <p:txBody>
          <a:bodyPr/>
          <a:lstStyle>
            <a:lvl1pPr marL="228600" indent="-228600">
              <a:buFont typeface="Graphik" panose="020B0604020202020204" pitchFamily="34" charset="0"/>
              <a:buChar char="•"/>
              <a:defRPr/>
            </a:lvl1pPr>
            <a:lvl2pPr marL="457200">
              <a:defRPr/>
            </a:lvl2pPr>
            <a:lvl3pPr marL="685800">
              <a:defRPr/>
            </a:lvl3pPr>
            <a:lvl4pPr marL="914400">
              <a:defRPr/>
            </a:lvl4pPr>
            <a:lvl5pPr marL="114300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E1CDE7-C850-4F14-8D26-8BD1EE3D6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2BEF25E-6F09-4B47-806E-462D7622D10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67828348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 and 1 Column 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86D4EA4B-84F0-4EB3-B6B4-6EAB903D2C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5" name="Content Placeholder 7">
            <a:extLst>
              <a:ext uri="{FF2B5EF4-FFF2-40B4-BE49-F238E27FC236}">
                <a16:creationId xmlns:a16="http://schemas.microsoft.com/office/drawing/2014/main" id="{6DFCE48E-1DF3-48D6-BD43-BA3B9CE95A0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3646097A-7916-4EBE-A526-09FCBD84F6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5EFDEB3F-4743-43EA-A121-ED3CB6054C7F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E8CB08-3B2A-44E5-8975-B69F3969CD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83485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949194"/>
            <a:ext cx="11430000" cy="4362706"/>
          </a:xfrm>
        </p:spPr>
        <p:txBody>
          <a:bodyPr/>
          <a:lstStyle/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6E1154F-E5DD-468F-85D1-17FC4F4386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5699EEA-1839-42AE-A096-1905CABA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8725610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1">
          <p15:clr>
            <a:srgbClr val="547EBF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s 2 - Headline + GT Sectr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4">
            <a:extLst>
              <a:ext uri="{FF2B5EF4-FFF2-40B4-BE49-F238E27FC236}">
                <a16:creationId xmlns:a16="http://schemas.microsoft.com/office/drawing/2014/main" id="{1DC12A70-EB69-034B-A8B3-5A8F76E5FC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81000" y="3004457"/>
            <a:ext cx="5524500" cy="2865991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CC1513EB-EC9B-9B42-BA12-BC659505A76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6499" y="1371601"/>
            <a:ext cx="5524500" cy="450242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Place text here 20pt</a:t>
            </a:r>
          </a:p>
          <a:p>
            <a:pPr lvl="1"/>
            <a:r>
              <a:rPr lang="en-US"/>
              <a:t>Second level 20pt</a:t>
            </a:r>
          </a:p>
          <a:p>
            <a:pPr lvl="2"/>
            <a:r>
              <a:rPr lang="en-US"/>
              <a:t>Third level 20pt</a:t>
            </a:r>
          </a:p>
          <a:p>
            <a:pPr lvl="3"/>
            <a:r>
              <a:rPr lang="en-US"/>
              <a:t>Fourth level 18pt</a:t>
            </a:r>
          </a:p>
          <a:p>
            <a:pPr lvl="4"/>
            <a:r>
              <a:rPr lang="en-US"/>
              <a:t>Fifth level 18pt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1371601"/>
            <a:ext cx="5524499" cy="1632856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0A51E00B-3AD2-4131-A1AF-2681835517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5BAA4F-3169-4083-866F-71669DE395C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6450526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20">
          <p15:clr>
            <a:srgbClr val="C35E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987552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371600"/>
            <a:ext cx="5524499" cy="493776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9BB8772-B000-40EC-8AE7-3AA41499E64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726252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1947672"/>
            <a:ext cx="5524499" cy="43616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363034-F9EC-4A95-91E0-2E801974931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4631839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 and 2 Headings/Co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8830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EDE1E44A-D007-46D2-9E20-283025607FF2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286499" y="1949194"/>
            <a:ext cx="55245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42700C7-7F8C-8142-B39A-C4519A48B902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0999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B1D4973F-C5A4-0C42-BA05-26E23A1AE85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6286500" y="2772154"/>
            <a:ext cx="5524499" cy="3101872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DF77ADC1-6931-47B6-AF28-D1C74D5BB4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A356218-065E-4505-9831-1D032924567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A5F1A8-92F0-48CE-B27D-E2B7EE762F1A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28141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1A5E4-3909-4229-80CB-2E4CA2A5B2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BA4C27-1C65-4465-A8B1-ACE92701B4D0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318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DB26F5FE-8482-4C00-99C1-3FC3BEEE82C8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4318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4318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8255000" y="2286000"/>
            <a:ext cx="355600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6" name="Content Placeholder 3">
            <a:extLst>
              <a:ext uri="{FF2B5EF4-FFF2-40B4-BE49-F238E27FC236}">
                <a16:creationId xmlns:a16="http://schemas.microsoft.com/office/drawing/2014/main" id="{CBA38EFA-DE92-462D-AAF3-DE465A478568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8255000" y="3108960"/>
            <a:ext cx="3556000" cy="2761488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16pt</a:t>
            </a:r>
          </a:p>
          <a:p>
            <a:pPr marL="11113" lvl="5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Graphik" panose="020B0503030202060203" pitchFamily="34" charset="0"/>
              <a:buNone/>
              <a:tabLst/>
            </a:pPr>
            <a:r>
              <a:rPr lang="en-US"/>
              <a:t>Sixth level 12pt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255000" y="1828800"/>
            <a:ext cx="355600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974BDB1-DA1D-43EC-81BC-66135DB7B8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E860E3B-7BAE-4917-8F29-26AFBD0E72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7D7C41-6360-43FF-A192-982014655EF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80215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9BBD74-54FD-481F-B3FD-0CE5318F281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81000" y="2286000"/>
            <a:ext cx="2571749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2341109-26F6-4227-8890-EA8EB1C0EBBA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1000" y="1828800"/>
            <a:ext cx="2571749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5274935-A310-47A1-ACB7-150C9A4CCBD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33337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F91AD4F-1A63-495D-A741-37A4A9D585AA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33337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9B33E71D-D540-47A3-B3BA-2FFF7F53FF1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28650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93F1B026-22B9-4DC5-B7C8-C26593A206F4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628650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6973701C-90E3-449B-A44A-0C66B0945601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9239250" y="2286000"/>
            <a:ext cx="2571750" cy="82296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None/>
              <a:defRPr sz="24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Place headline here 24pt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D6CB018D-34A3-4417-AE76-9BB3793F0332}"/>
              </a:ext>
            </a:extLst>
          </p:cNvPr>
          <p:cNvSpPr>
            <a:spLocks noGrp="1"/>
          </p:cNvSpPr>
          <p:nvPr>
            <p:ph type="body" idx="27" hasCustomPrompt="1"/>
          </p:nvPr>
        </p:nvSpPr>
        <p:spPr>
          <a:xfrm>
            <a:off x="9239250" y="1828800"/>
            <a:ext cx="2571750" cy="457200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 sz="2400" b="1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#</a:t>
            </a:r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3BDC2B1A-D3A0-C04B-AEDB-0389C637EF1A}"/>
              </a:ext>
            </a:extLst>
          </p:cNvPr>
          <p:cNvSpPr>
            <a:spLocks noGrp="1"/>
          </p:cNvSpPr>
          <p:nvPr>
            <p:ph sz="half" idx="28" hasCustomPrompt="1"/>
          </p:nvPr>
        </p:nvSpPr>
        <p:spPr>
          <a:xfrm>
            <a:off x="381000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0F6CE73-9C88-264F-A7F2-A3D2B2D1938B}"/>
              </a:ext>
            </a:extLst>
          </p:cNvPr>
          <p:cNvSpPr>
            <a:spLocks noGrp="1"/>
          </p:cNvSpPr>
          <p:nvPr>
            <p:ph sz="half" idx="29" hasCustomPrompt="1"/>
          </p:nvPr>
        </p:nvSpPr>
        <p:spPr>
          <a:xfrm>
            <a:off x="33337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8" name="Content Placeholder 3">
            <a:extLst>
              <a:ext uri="{FF2B5EF4-FFF2-40B4-BE49-F238E27FC236}">
                <a16:creationId xmlns:a16="http://schemas.microsoft.com/office/drawing/2014/main" id="{5F289FE6-F2A2-784D-9D31-047C10F04CDF}"/>
              </a:ext>
            </a:extLst>
          </p:cNvPr>
          <p:cNvSpPr>
            <a:spLocks noGrp="1"/>
          </p:cNvSpPr>
          <p:nvPr>
            <p:ph sz="half" idx="30" hasCustomPrompt="1"/>
          </p:nvPr>
        </p:nvSpPr>
        <p:spPr>
          <a:xfrm>
            <a:off x="6286500" y="3145138"/>
            <a:ext cx="2571749" cy="2725310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9" name="Content Placeholder 3">
            <a:extLst>
              <a:ext uri="{FF2B5EF4-FFF2-40B4-BE49-F238E27FC236}">
                <a16:creationId xmlns:a16="http://schemas.microsoft.com/office/drawing/2014/main" id="{A079B5C1-1D0F-8F40-A376-4AE3B49D1B5A}"/>
              </a:ext>
            </a:extLst>
          </p:cNvPr>
          <p:cNvSpPr>
            <a:spLocks noGrp="1"/>
          </p:cNvSpPr>
          <p:nvPr>
            <p:ph sz="half" idx="31" hasCustomPrompt="1"/>
          </p:nvPr>
        </p:nvSpPr>
        <p:spPr>
          <a:xfrm>
            <a:off x="9239251" y="3108959"/>
            <a:ext cx="2571749" cy="2761615"/>
          </a:xfrm>
        </p:spPr>
        <p:txBody>
          <a:bodyPr/>
          <a:lstStyle>
            <a:lvl1pPr>
              <a:spcAft>
                <a:spcPts val="600"/>
              </a:spcAft>
              <a:defRPr sz="1800"/>
            </a:lvl1pPr>
            <a:lvl2pPr>
              <a:spcAft>
                <a:spcPts val="600"/>
              </a:spcAft>
              <a:defRPr sz="1800"/>
            </a:lvl2pPr>
            <a:lvl3pPr>
              <a:spcAft>
                <a:spcPts val="600"/>
              </a:spcAft>
              <a:defRPr sz="1800"/>
            </a:lvl3pPr>
            <a:lvl4pPr>
              <a:spcAft>
                <a:spcPts val="600"/>
              </a:spcAft>
              <a:defRPr sz="1600"/>
            </a:lvl4pPr>
            <a:lvl5pPr>
              <a:spcAft>
                <a:spcPts val="600"/>
              </a:spcAft>
              <a:defRPr sz="1600"/>
            </a:lvl5pPr>
            <a:lvl6pPr>
              <a:defRPr sz="1200"/>
            </a:lvl6pPr>
          </a:lstStyle>
          <a:p>
            <a:pPr lvl="0"/>
            <a:r>
              <a:rPr lang="en-US"/>
              <a:t>Place text here 18pt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18pt</a:t>
            </a:r>
          </a:p>
          <a:p>
            <a:pPr lvl="3"/>
            <a:r>
              <a:rPr lang="en-US"/>
              <a:t>Fourth level 16pt</a:t>
            </a:r>
          </a:p>
          <a:p>
            <a:pPr lvl="4"/>
            <a:r>
              <a:rPr lang="en-US"/>
              <a:t>Fifth level 16</a:t>
            </a:r>
          </a:p>
          <a:p>
            <a:pPr lvl="5"/>
            <a:r>
              <a:rPr lang="en-US"/>
              <a:t>Sixth level 12pt</a:t>
            </a:r>
          </a:p>
        </p:txBody>
      </p:sp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83000718-AD47-4F1E-8F71-56356C9406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1BF3E00-F066-4583-A5B1-87DD196667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1" y="380999"/>
            <a:ext cx="11429999" cy="793837"/>
          </a:xfrm>
        </p:spPr>
        <p:txBody>
          <a:bodyPr/>
          <a:lstStyle/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5650FA89-A64B-4802-B6DF-D1844A8430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D5B1DD8-C71C-4D65-A58A-0A9A86DCED8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68256720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698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and 5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798829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D757F29-5B8C-430C-B53D-FA44B1887B4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1377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4C854DFB-B17D-45CF-98C3-3882DBE2C32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898899"/>
            <a:ext cx="1985504" cy="1971541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6" name="Text Placeholder 21">
            <a:extLst>
              <a:ext uri="{FF2B5EF4-FFF2-40B4-BE49-F238E27FC236}">
                <a16:creationId xmlns:a16="http://schemas.microsoft.com/office/drawing/2014/main" id="{C5D125FD-0D25-4E65-82F5-4E18FE84E47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3943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1" name="Text Placeholder 21">
            <a:extLst>
              <a:ext uri="{FF2B5EF4-FFF2-40B4-BE49-F238E27FC236}">
                <a16:creationId xmlns:a16="http://schemas.microsoft.com/office/drawing/2014/main" id="{5B124AA5-6419-4552-97B5-242DA08BE73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0145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3" name="Text Placeholder 21">
            <a:extLst>
              <a:ext uri="{FF2B5EF4-FFF2-40B4-BE49-F238E27FC236}">
                <a16:creationId xmlns:a16="http://schemas.microsoft.com/office/drawing/2014/main" id="{A378CD97-B880-4BCB-AD71-A7C1C1C848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63475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2CB6C29-05E0-4B43-A2EB-22FEB969E56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825496" y="3898899"/>
            <a:ext cx="1985504" cy="1979613"/>
          </a:xfrm>
        </p:spPr>
        <p:txBody>
          <a:bodyPr/>
          <a:lstStyle>
            <a:lvl1pPr marL="0" indent="0" algn="ctr">
              <a:lnSpc>
                <a:spcPct val="9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000" b="1">
                <a:latin typeface="+mj-lt"/>
              </a:defRPr>
            </a:lvl1pPr>
            <a:lvl2pPr marL="0" indent="0" algn="ctr">
              <a:spcAft>
                <a:spcPts val="600"/>
              </a:spcAft>
              <a:buNone/>
              <a:defRPr sz="1600"/>
            </a:lvl2pPr>
            <a:lvl3pPr marL="0" indent="0" algn="ctr">
              <a:spcAft>
                <a:spcPts val="600"/>
              </a:spcAft>
              <a:buNone/>
              <a:defRPr sz="1200"/>
            </a:lvl3pPr>
            <a:lvl4pPr marL="182880" indent="-182880" algn="ctr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Headline 20pt</a:t>
            </a:r>
          </a:p>
          <a:p>
            <a:pPr lvl="1"/>
            <a:r>
              <a:rPr lang="en-US"/>
              <a:t>Details 16pt</a:t>
            </a:r>
          </a:p>
          <a:p>
            <a:pPr lvl="2"/>
            <a:r>
              <a:rPr lang="en-US"/>
              <a:t>More details 12pt</a:t>
            </a:r>
          </a:p>
          <a:p>
            <a:pPr lvl="3"/>
            <a:r>
              <a:rPr lang="en-US"/>
              <a:t>Bullet point 12pt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3EDE11-CE40-4943-AE63-A3B14CB3C037}"/>
              </a:ext>
            </a:extLst>
          </p:cNvPr>
          <p:cNvCxnSpPr>
            <a:cxnSpLocks/>
          </p:cNvCxnSpPr>
          <p:nvPr/>
        </p:nvCxnSpPr>
        <p:spPr>
          <a:xfrm>
            <a:off x="114156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67ED40C-58DA-45F1-8E80-6A74976C6E1E}"/>
              </a:ext>
            </a:extLst>
          </p:cNvPr>
          <p:cNvCxnSpPr/>
          <p:nvPr/>
        </p:nvCxnSpPr>
        <p:spPr>
          <a:xfrm>
            <a:off x="350358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91A22B2-C08A-41DA-ACB1-5B59B4CDA8DE}"/>
              </a:ext>
            </a:extLst>
          </p:cNvPr>
          <p:cNvCxnSpPr/>
          <p:nvPr/>
        </p:nvCxnSpPr>
        <p:spPr>
          <a:xfrm>
            <a:off x="586560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57D3E374-86AB-4A80-81AD-B09F07C51B80}"/>
              </a:ext>
            </a:extLst>
          </p:cNvPr>
          <p:cNvCxnSpPr/>
          <p:nvPr/>
        </p:nvCxnSpPr>
        <p:spPr>
          <a:xfrm>
            <a:off x="8227627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C3A5244A-D0CA-43CB-A0DB-296A219EDC9D}"/>
              </a:ext>
            </a:extLst>
          </p:cNvPr>
          <p:cNvCxnSpPr>
            <a:cxnSpLocks/>
          </p:cNvCxnSpPr>
          <p:nvPr/>
        </p:nvCxnSpPr>
        <p:spPr>
          <a:xfrm>
            <a:off x="10589648" y="3634154"/>
            <a:ext cx="457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EABD27E6-4547-45B3-9AC5-1EF508AE88ED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307579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0" name="Picture Placeholder 13">
            <a:extLst>
              <a:ext uri="{FF2B5EF4-FFF2-40B4-BE49-F238E27FC236}">
                <a16:creationId xmlns:a16="http://schemas.microsoft.com/office/drawing/2014/main" id="{31C34651-25FA-45DD-86DF-BB58EBE9AA84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543781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B32375EE-E449-4B59-B987-5D6EBFBDF31C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99831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EE1692D5-4CE6-4990-8769-B146983B9477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10161852" y="2098874"/>
            <a:ext cx="1312792" cy="1312792"/>
          </a:xfrm>
          <a:noFill/>
        </p:spPr>
        <p:txBody>
          <a:bodyPr/>
          <a:lstStyle>
            <a:lvl1pPr marL="0" indent="0" algn="ctr">
              <a:buFont typeface="Graphik" panose="020B0604020202020204" pitchFamily="34" charset="0"/>
              <a:buNone/>
              <a:defRPr sz="1800" b="0"/>
            </a:lvl1pPr>
          </a:lstStyle>
          <a:p>
            <a:r>
              <a:rPr lang="en-GB"/>
              <a:t>Add icon</a:t>
            </a:r>
            <a:endParaRPr lang="en-US"/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57676F53-2AF5-4F44-9119-3C3347D1D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8D97977-AAE6-4533-93CA-ADE704E9F4A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D3E087-C0E5-4045-83EC-D0F38053E0B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8780762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  <p15:guide id="2" orient="horz" pos="932">
          <p15:clr>
            <a:srgbClr val="547EBF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4-Box Shado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154655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Font typeface="Graphik" panose="020B0604020202020204" pitchFamily="34" charset="0"/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25DB0B2A-9775-46B0-9A40-F75EBFA4B45C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3817351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3F6B5F-EAE7-44DA-BD77-6D66865CEB92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6480047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AD8EF41C-E978-4139-80A4-73605C41EA35}"/>
              </a:ext>
            </a:extLst>
          </p:cNvPr>
          <p:cNvSpPr>
            <a:spLocks noGrp="1"/>
          </p:cNvSpPr>
          <p:nvPr>
            <p:ph type="pic" sz="quarter" idx="29" hasCustomPrompt="1"/>
          </p:nvPr>
        </p:nvSpPr>
        <p:spPr>
          <a:xfrm>
            <a:off x="9142743" y="1560513"/>
            <a:ext cx="1894600" cy="1894600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vert="horz" lIns="91440" tIns="91440" rIns="0" bIns="0" rtlCol="0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154653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solidFill>
                  <a:schemeClr val="accent2"/>
                </a:solidFill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817350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0047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142742" y="3914042"/>
            <a:ext cx="2047984" cy="23978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lang="en-US" sz="2100" b="0" i="0" kern="1200" dirty="0" smtClean="0">
                <a:solidFill>
                  <a:schemeClr val="accent2"/>
                </a:solidFill>
                <a:latin typeface="GT Sectra Fine Rg" panose="00000500000000000000" pitchFamily="50" charset="0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</a:t>
            </a:r>
            <a:br>
              <a:rPr lang="en-US"/>
            </a:br>
            <a:r>
              <a:rPr lang="en-US"/>
              <a:t>Last name 21pt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310CF55-0D9B-41F8-8D1E-8BA74BC232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84481D5-3713-4165-990F-CD2E7B955A03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18931921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6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lIns="91440" tIns="0"/>
          <a:lstStyle>
            <a:lvl1pPr marL="0" indent="0">
              <a:buNone/>
              <a:defRPr sz="1800" b="0"/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6BEB5A56-DED2-134F-B0DE-11936982FFF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3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8" name="Text Placeholder 21">
            <a:extLst>
              <a:ext uri="{FF2B5EF4-FFF2-40B4-BE49-F238E27FC236}">
                <a16:creationId xmlns:a16="http://schemas.microsoft.com/office/drawing/2014/main" id="{923321BD-6745-7944-910F-B8C8E4AC31D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Text Placeholder 21">
            <a:extLst>
              <a:ext uri="{FF2B5EF4-FFF2-40B4-BE49-F238E27FC236}">
                <a16:creationId xmlns:a16="http://schemas.microsoft.com/office/drawing/2014/main" id="{2A6C4DC7-1806-A74D-B434-61FF385F82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0" name="Text Placeholder 21">
            <a:extLst>
              <a:ext uri="{FF2B5EF4-FFF2-40B4-BE49-F238E27FC236}">
                <a16:creationId xmlns:a16="http://schemas.microsoft.com/office/drawing/2014/main" id="{053D7F26-6DC1-034C-B572-B4BFE718C79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2" name="Text Placeholder 21">
            <a:extLst>
              <a:ext uri="{FF2B5EF4-FFF2-40B4-BE49-F238E27FC236}">
                <a16:creationId xmlns:a16="http://schemas.microsoft.com/office/drawing/2014/main" id="{E075A489-B7B7-CE40-B061-D8A36AFCC81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FF2BF483-5EDC-9242-AD58-57E84F538C8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D665DCA-734C-4077-92CB-D7A9FCD67D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F3D474A-8A06-4078-BEBB-EBDCDD30231B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7" name="Picture Placeholder 4">
            <a:extLst>
              <a:ext uri="{FF2B5EF4-FFF2-40B4-BE49-F238E27FC236}">
                <a16:creationId xmlns:a16="http://schemas.microsoft.com/office/drawing/2014/main" id="{9FEF6117-B6D9-4841-8EFA-DF78BCFA9C0B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77415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90B0A6BB-BC70-4436-B334-35CF914D177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EA23CA56-3568-4982-84E5-176DE32541C2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7E019EA7-B58E-4B17-A663-2E8CCD701589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9A57066F-5BF5-43F7-A9DA-1788B5511DA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5" name="Picture Placeholder 4">
            <a:extLst>
              <a:ext uri="{FF2B5EF4-FFF2-40B4-BE49-F238E27FC236}">
                <a16:creationId xmlns:a16="http://schemas.microsoft.com/office/drawing/2014/main" id="{EA5F90EC-FB85-4041-85C1-409768D3A0C0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72216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00825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ng Headline-Team 6-Dark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8224852-B872-0E48-9DF5-0937E260C3B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8100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lIns="91440"/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r>
              <a:rPr lang="en-GB"/>
              <a:t>Add profile photo</a:t>
            </a:r>
            <a:endParaRPr lang="en-US"/>
          </a:p>
        </p:txBody>
      </p:sp>
      <p:sp>
        <p:nvSpPr>
          <p:cNvPr id="21" name="Picture Placeholder 13">
            <a:extLst>
              <a:ext uri="{FF2B5EF4-FFF2-40B4-BE49-F238E27FC236}">
                <a16:creationId xmlns:a16="http://schemas.microsoft.com/office/drawing/2014/main" id="{D57647B7-79D1-0A4B-BE19-EB3D7E56204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356104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3" name="Picture Placeholder 13">
            <a:extLst>
              <a:ext uri="{FF2B5EF4-FFF2-40B4-BE49-F238E27FC236}">
                <a16:creationId xmlns:a16="http://schemas.microsoft.com/office/drawing/2014/main" id="{4340D6FD-1887-3544-A26E-8F335B859BDB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31208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4" name="Picture Placeholder 13">
            <a:extLst>
              <a:ext uri="{FF2B5EF4-FFF2-40B4-BE49-F238E27FC236}">
                <a16:creationId xmlns:a16="http://schemas.microsoft.com/office/drawing/2014/main" id="{FA080C1D-BB93-B249-9F54-C5F7A16E098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306312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5" name="Picture Placeholder 13">
            <a:extLst>
              <a:ext uri="{FF2B5EF4-FFF2-40B4-BE49-F238E27FC236}">
                <a16:creationId xmlns:a16="http://schemas.microsoft.com/office/drawing/2014/main" id="{A1C6FF20-E7DF-8F42-9AE5-920A6769DA4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56520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26" name="Text Placeholder 21">
            <a:extLst>
              <a:ext uri="{FF2B5EF4-FFF2-40B4-BE49-F238E27FC236}">
                <a16:creationId xmlns:a16="http://schemas.microsoft.com/office/drawing/2014/main" id="{85299B8E-3F01-2548-8001-539E1BC6287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7415" y="3926552"/>
            <a:ext cx="1554480" cy="1943892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7" name="Text Placeholder 21">
            <a:extLst>
              <a:ext uri="{FF2B5EF4-FFF2-40B4-BE49-F238E27FC236}">
                <a16:creationId xmlns:a16="http://schemas.microsoft.com/office/drawing/2014/main" id="{4E426F14-FA6B-9D46-869F-A452B7018F4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353236" y="3926552"/>
            <a:ext cx="1554480" cy="1951961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31" name="Picture Placeholder 13">
            <a:extLst>
              <a:ext uri="{FF2B5EF4-FFF2-40B4-BE49-F238E27FC236}">
                <a16:creationId xmlns:a16="http://schemas.microsoft.com/office/drawing/2014/main" id="{CA9187A3-C074-9F44-8687-E31C02BD508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1416" y="1845611"/>
            <a:ext cx="1554480" cy="1554480"/>
          </a:xfrm>
          <a:solidFill>
            <a:schemeClr val="tx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0" name="Text Placeholder 21">
            <a:extLst>
              <a:ext uri="{FF2B5EF4-FFF2-40B4-BE49-F238E27FC236}">
                <a16:creationId xmlns:a16="http://schemas.microsoft.com/office/drawing/2014/main" id="{538B1F0C-0682-354C-9C2E-DEAF9D4D617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9057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1" name="Text Placeholder 21">
            <a:extLst>
              <a:ext uri="{FF2B5EF4-FFF2-40B4-BE49-F238E27FC236}">
                <a16:creationId xmlns:a16="http://schemas.microsoft.com/office/drawing/2014/main" id="{C69C98AC-20D5-A44F-AEBD-63FEBDE6140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04878" y="3926552"/>
            <a:ext cx="1554480" cy="195196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2" name="Text Placeholder 21">
            <a:extLst>
              <a:ext uri="{FF2B5EF4-FFF2-40B4-BE49-F238E27FC236}">
                <a16:creationId xmlns:a16="http://schemas.microsoft.com/office/drawing/2014/main" id="{6DA3268F-5CC4-7E4D-879D-3A3F1FBF6B5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80699" y="3926552"/>
            <a:ext cx="1554480" cy="195195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53" name="Text Placeholder 21">
            <a:extLst>
              <a:ext uri="{FF2B5EF4-FFF2-40B4-BE49-F238E27FC236}">
                <a16:creationId xmlns:a16="http://schemas.microsoft.com/office/drawing/2014/main" id="{855592D2-902A-1146-B433-6648BEC8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56520" y="3926552"/>
            <a:ext cx="1554480" cy="1943890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600"/>
              </a:spcAft>
              <a:buFont typeface="Graphik" panose="020B0604020202020204" pitchFamily="34" charset="0"/>
              <a:buNone/>
              <a:defRPr sz="21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600"/>
              </a:spcAft>
              <a:buNone/>
              <a:defRPr sz="1600"/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Last name</a:t>
            </a:r>
          </a:p>
          <a:p>
            <a:pPr lvl="1"/>
            <a:r>
              <a:rPr lang="en-US"/>
              <a:t>Role 16pt</a:t>
            </a:r>
          </a:p>
          <a:p>
            <a:pPr lvl="2"/>
            <a:r>
              <a:rPr lang="en-US"/>
              <a:t>Short bio 12pt</a:t>
            </a:r>
          </a:p>
          <a:p>
            <a:pPr lvl="3"/>
            <a:r>
              <a:rPr lang="en-US"/>
              <a:t>Bullet point 12pt</a:t>
            </a:r>
          </a:p>
        </p:txBody>
      </p:sp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F748F9AD-5F56-42EC-9922-780EBA4436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2" name="GTS_WH" descr="Accenture Greater Than symbol in white">
            <a:extLst>
              <a:ext uri="{FF2B5EF4-FFF2-40B4-BE49-F238E27FC236}">
                <a16:creationId xmlns:a16="http://schemas.microsoft.com/office/drawing/2014/main" id="{B49891DC-D80E-4D1B-961E-1B567E0E453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E8FB076-B311-496F-8C11-2C54B06FBB3D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28" name="Picture Placeholder 4">
            <a:extLst>
              <a:ext uri="{FF2B5EF4-FFF2-40B4-BE49-F238E27FC236}">
                <a16:creationId xmlns:a16="http://schemas.microsoft.com/office/drawing/2014/main" id="{199DF3DD-2E34-4D79-8E11-12CE813E73FA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38100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5" name="Picture Placeholder 4">
            <a:extLst>
              <a:ext uri="{FF2B5EF4-FFF2-40B4-BE49-F238E27FC236}">
                <a16:creationId xmlns:a16="http://schemas.microsoft.com/office/drawing/2014/main" id="{6FCD1A94-A214-4264-842C-B5DA710C1F37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2356104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7" name="Picture Placeholder 4">
            <a:extLst>
              <a:ext uri="{FF2B5EF4-FFF2-40B4-BE49-F238E27FC236}">
                <a16:creationId xmlns:a16="http://schemas.microsoft.com/office/drawing/2014/main" id="{895C1CB4-E517-4380-8170-E8C0CA787FBA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4331208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8" name="Picture Placeholder 4">
            <a:extLst>
              <a:ext uri="{FF2B5EF4-FFF2-40B4-BE49-F238E27FC236}">
                <a16:creationId xmlns:a16="http://schemas.microsoft.com/office/drawing/2014/main" id="{6AFBE91E-BB56-4FAF-ADEB-859CA86F829F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6306312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39" name="Picture Placeholder 4">
            <a:extLst>
              <a:ext uri="{FF2B5EF4-FFF2-40B4-BE49-F238E27FC236}">
                <a16:creationId xmlns:a16="http://schemas.microsoft.com/office/drawing/2014/main" id="{15D78B8A-7ECF-44EE-A95F-FBD072A68894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8281416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0" name="Picture Placeholder 4">
            <a:extLst>
              <a:ext uri="{FF2B5EF4-FFF2-40B4-BE49-F238E27FC236}">
                <a16:creationId xmlns:a16="http://schemas.microsoft.com/office/drawing/2014/main" id="{F2F64C30-F694-4DC6-AAED-5ECA99ECCF51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10256520" y="3647164"/>
            <a:ext cx="457200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876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03">
          <p15:clr>
            <a:srgbClr val="C35E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Team 8-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371931-42F0-694A-9918-74F36725749C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81000" y="1295233"/>
            <a:ext cx="3540355" cy="501666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GB"/>
              <a:t>Place text here, use indent to access other levels 20pt</a:t>
            </a:r>
          </a:p>
          <a:p>
            <a:pPr lvl="1"/>
            <a:r>
              <a:rPr lang="en-GB"/>
              <a:t>Second level 20pt</a:t>
            </a:r>
          </a:p>
          <a:p>
            <a:pPr lvl="2"/>
            <a:r>
              <a:rPr lang="en-GB"/>
              <a:t>Third level 20pt</a:t>
            </a:r>
          </a:p>
          <a:p>
            <a:pPr lvl="3"/>
            <a:r>
              <a:rPr lang="en-GB"/>
              <a:t>Fourth level 18pt</a:t>
            </a:r>
          </a:p>
          <a:p>
            <a:pPr lvl="4"/>
            <a:r>
              <a:rPr lang="en-GB"/>
              <a:t>Fifth level 18pt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144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5" name="Picture Placeholder 13">
            <a:extLst>
              <a:ext uri="{FF2B5EF4-FFF2-40B4-BE49-F238E27FC236}">
                <a16:creationId xmlns:a16="http://schemas.microsoft.com/office/drawing/2014/main" id="{CD7EAAF9-7102-4351-9F35-C40B3F3819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325820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6" name="Picture Placeholder 13">
            <a:extLst>
              <a:ext uri="{FF2B5EF4-FFF2-40B4-BE49-F238E27FC236}">
                <a16:creationId xmlns:a16="http://schemas.microsoft.com/office/drawing/2014/main" id="{CC40CB3D-DFEA-4056-B2DA-887E7C863243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98231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7" name="Picture Placeholder 13">
            <a:extLst>
              <a:ext uri="{FF2B5EF4-FFF2-40B4-BE49-F238E27FC236}">
                <a16:creationId xmlns:a16="http://schemas.microsoft.com/office/drawing/2014/main" id="{F8BABECB-6F2D-4068-AEE6-A603DAA72EF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243053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8" name="Picture Placeholder 13">
            <a:extLst>
              <a:ext uri="{FF2B5EF4-FFF2-40B4-BE49-F238E27FC236}">
                <a16:creationId xmlns:a16="http://schemas.microsoft.com/office/drawing/2014/main" id="{914A31DD-59CB-48C9-9C28-954E6B85C6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70642" y="1295233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57" name="Text Placeholder 21">
            <a:extLst>
              <a:ext uri="{FF2B5EF4-FFF2-40B4-BE49-F238E27FC236}">
                <a16:creationId xmlns:a16="http://schemas.microsoft.com/office/drawing/2014/main" id="{224BCF40-5B7A-4471-B077-3EEE956ADC3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25822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8" name="Text Placeholder 21">
            <a:extLst>
              <a:ext uri="{FF2B5EF4-FFF2-40B4-BE49-F238E27FC236}">
                <a16:creationId xmlns:a16="http://schemas.microsoft.com/office/drawing/2014/main" id="{68E899C2-D12C-4214-88A5-B7A6E1BCDCE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98233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9" name="Text Placeholder 21">
            <a:extLst>
              <a:ext uri="{FF2B5EF4-FFF2-40B4-BE49-F238E27FC236}">
                <a16:creationId xmlns:a16="http://schemas.microsoft.com/office/drawing/2014/main" id="{66A0D763-27FE-421C-A5D9-19A08FC2D8D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270644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78" name="Text Placeholder 21">
            <a:extLst>
              <a:ext uri="{FF2B5EF4-FFF2-40B4-BE49-F238E27FC236}">
                <a16:creationId xmlns:a16="http://schemas.microsoft.com/office/drawing/2014/main" id="{43E52046-A5DE-47E3-A9A3-ADD4F6DB82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243055" y="2786552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BA696AEF-3D6B-2E4A-853E-8A8760E58D09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4325822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3" name="Picture Placeholder 13">
            <a:extLst>
              <a:ext uri="{FF2B5EF4-FFF2-40B4-BE49-F238E27FC236}">
                <a16:creationId xmlns:a16="http://schemas.microsoft.com/office/drawing/2014/main" id="{05B98E7F-7333-A04B-94D4-281325401EF4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629823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4" name="Picture Placeholder 13">
            <a:extLst>
              <a:ext uri="{FF2B5EF4-FFF2-40B4-BE49-F238E27FC236}">
                <a16:creationId xmlns:a16="http://schemas.microsoft.com/office/drawing/2014/main" id="{B99C455B-37CC-4E44-8046-56AF81C16361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10243053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35" name="Picture Placeholder 13">
            <a:extLst>
              <a:ext uri="{FF2B5EF4-FFF2-40B4-BE49-F238E27FC236}">
                <a16:creationId xmlns:a16="http://schemas.microsoft.com/office/drawing/2014/main" id="{AAA6B0A5-6A50-1640-8F39-F8AC766655FE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70644" y="3842161"/>
            <a:ext cx="1186945" cy="1186945"/>
          </a:xfrm>
          <a:solidFill>
            <a:schemeClr val="bg1">
              <a:lumMod val="95000"/>
            </a:schemeClr>
          </a:solid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1800" b="0" dirty="0"/>
            </a:lvl1pPr>
          </a:lstStyle>
          <a:p>
            <a:pPr lvl="0"/>
            <a:r>
              <a:rPr lang="en-GB"/>
              <a:t>Add profile photo</a:t>
            </a:r>
            <a:endParaRPr lang="en-US"/>
          </a:p>
        </p:txBody>
      </p:sp>
      <p:sp>
        <p:nvSpPr>
          <p:cNvPr id="40" name="Text Placeholder 21">
            <a:extLst>
              <a:ext uri="{FF2B5EF4-FFF2-40B4-BE49-F238E27FC236}">
                <a16:creationId xmlns:a16="http://schemas.microsoft.com/office/drawing/2014/main" id="{CDFBCAAC-9CA0-5A4E-8684-A49AAB0BA65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4325822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1" name="Text Placeholder 21">
            <a:extLst>
              <a:ext uri="{FF2B5EF4-FFF2-40B4-BE49-F238E27FC236}">
                <a16:creationId xmlns:a16="http://schemas.microsoft.com/office/drawing/2014/main" id="{0C025F6B-BD75-0A4C-87E1-147D69F7C5B9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98233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2" name="Text Placeholder 21">
            <a:extLst>
              <a:ext uri="{FF2B5EF4-FFF2-40B4-BE49-F238E27FC236}">
                <a16:creationId xmlns:a16="http://schemas.microsoft.com/office/drawing/2014/main" id="{A9CB5A73-2496-3841-A61A-1965B0A6AD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270644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43" name="Text Placeholder 21">
            <a:extLst>
              <a:ext uri="{FF2B5EF4-FFF2-40B4-BE49-F238E27FC236}">
                <a16:creationId xmlns:a16="http://schemas.microsoft.com/office/drawing/2014/main" id="{886F547A-67CA-C749-B9EA-AA1142C31543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0243055" y="5333480"/>
            <a:ext cx="1567945" cy="978418"/>
          </a:xfrm>
        </p:spPr>
        <p:txBody>
          <a:bodyPr/>
          <a:lstStyle>
            <a:lvl1pPr marL="0" indent="0">
              <a:lnSpc>
                <a:spcPct val="80000"/>
              </a:lnSpc>
              <a:spcAft>
                <a:spcPts val="200"/>
              </a:spcAft>
              <a:buFont typeface="Graphik" panose="020B0604020202020204" pitchFamily="34" charset="0"/>
              <a:buNone/>
              <a:defRPr sz="1800" b="0" i="0">
                <a:latin typeface="GT Sectra Fine Rg" panose="00000500000000000000" pitchFamily="50" charset="0"/>
              </a:defRPr>
            </a:lvl1pPr>
            <a:lvl2pPr marL="0" indent="0">
              <a:spcAft>
                <a:spcPts val="200"/>
              </a:spcAft>
              <a:buNone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>
              <a:spcAft>
                <a:spcPts val="600"/>
              </a:spcAft>
              <a:buNone/>
              <a:defRPr sz="1200"/>
            </a:lvl3pPr>
            <a:lvl4pPr marL="182880" indent="-182880">
              <a:spcAft>
                <a:spcPts val="600"/>
              </a:spcAft>
              <a:buFont typeface="Graphik" panose="020B0604020202020204" pitchFamily="34" charset="0"/>
              <a:buChar char="•"/>
              <a:defRPr sz="1200"/>
            </a:lvl4pPr>
            <a:lvl5pPr>
              <a:spcAft>
                <a:spcPts val="600"/>
              </a:spcAft>
              <a:defRPr sz="1600"/>
            </a:lvl5pPr>
          </a:lstStyle>
          <a:p>
            <a:pPr lvl="0"/>
            <a:r>
              <a:rPr lang="en-US"/>
              <a:t>First name  Last name 18pt</a:t>
            </a:r>
          </a:p>
          <a:p>
            <a:pPr marL="0" lvl="1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Graphik" panose="020B0503030202060203" pitchFamily="34" charset="0"/>
              <a:buNone/>
            </a:pPr>
            <a:r>
              <a:rPr lang="en-US"/>
              <a:t>Role 14pt</a:t>
            </a:r>
          </a:p>
        </p:txBody>
      </p:sp>
      <p:sp>
        <p:nvSpPr>
          <p:cNvPr id="50" name="Footer Placeholder 3">
            <a:extLst>
              <a:ext uri="{FF2B5EF4-FFF2-40B4-BE49-F238E27FC236}">
                <a16:creationId xmlns:a16="http://schemas.microsoft.com/office/drawing/2014/main" id="{A671D4FB-2F86-4AF3-89D0-D61D543789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B1014D8-C563-4003-8EBC-A9F6EE68BA63}"/>
              </a:ext>
            </a:extLst>
          </p:cNvPr>
          <p:cNvSpPr>
            <a:spLocks noGrp="1"/>
          </p:cNvSpPr>
          <p:nvPr>
            <p:ph type="sldNum" sz="quarter" idx="5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1" name="Picture Placeholder 4">
            <a:extLst>
              <a:ext uri="{FF2B5EF4-FFF2-40B4-BE49-F238E27FC236}">
                <a16:creationId xmlns:a16="http://schemas.microsoft.com/office/drawing/2014/main" id="{1559D4A6-A7D1-4EAE-87E5-EB8A4B73E546}"/>
              </a:ext>
            </a:extLst>
          </p:cNvPr>
          <p:cNvSpPr>
            <a:spLocks noGrp="1"/>
          </p:cNvSpPr>
          <p:nvPr>
            <p:ph type="pic" sz="quarter" idx="52" hasCustomPrompt="1"/>
          </p:nvPr>
        </p:nvSpPr>
        <p:spPr>
          <a:xfrm>
            <a:off x="4325822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44" name="Picture Placeholder 4">
            <a:extLst>
              <a:ext uri="{FF2B5EF4-FFF2-40B4-BE49-F238E27FC236}">
                <a16:creationId xmlns:a16="http://schemas.microsoft.com/office/drawing/2014/main" id="{564E037C-8888-4DE6-88C4-A629CBF5F3A9}"/>
              </a:ext>
            </a:extLst>
          </p:cNvPr>
          <p:cNvSpPr>
            <a:spLocks noGrp="1"/>
          </p:cNvSpPr>
          <p:nvPr>
            <p:ph type="pic" sz="quarter" idx="53" hasCustomPrompt="1"/>
          </p:nvPr>
        </p:nvSpPr>
        <p:spPr>
          <a:xfrm>
            <a:off x="6298233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1" name="Picture Placeholder 4">
            <a:extLst>
              <a:ext uri="{FF2B5EF4-FFF2-40B4-BE49-F238E27FC236}">
                <a16:creationId xmlns:a16="http://schemas.microsoft.com/office/drawing/2014/main" id="{1DD1D133-7281-4297-B58B-4683B9743A55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8270644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2" name="Picture Placeholder 4">
            <a:extLst>
              <a:ext uri="{FF2B5EF4-FFF2-40B4-BE49-F238E27FC236}">
                <a16:creationId xmlns:a16="http://schemas.microsoft.com/office/drawing/2014/main" id="{4D49677A-CABE-49CD-A2EE-9EC21E15DF23}"/>
              </a:ext>
            </a:extLst>
          </p:cNvPr>
          <p:cNvSpPr>
            <a:spLocks noGrp="1"/>
          </p:cNvSpPr>
          <p:nvPr>
            <p:ph type="pic" sz="quarter" idx="55" hasCustomPrompt="1"/>
          </p:nvPr>
        </p:nvSpPr>
        <p:spPr>
          <a:xfrm>
            <a:off x="10243055" y="2616843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53" name="Picture Placeholder 4">
            <a:extLst>
              <a:ext uri="{FF2B5EF4-FFF2-40B4-BE49-F238E27FC236}">
                <a16:creationId xmlns:a16="http://schemas.microsoft.com/office/drawing/2014/main" id="{E46B730A-2104-4381-A7F8-6A08201D7F97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4325822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0" name="Picture Placeholder 4">
            <a:extLst>
              <a:ext uri="{FF2B5EF4-FFF2-40B4-BE49-F238E27FC236}">
                <a16:creationId xmlns:a16="http://schemas.microsoft.com/office/drawing/2014/main" id="{15BD8921-64C2-47AC-9DE2-E4DFFCBF7C6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9823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1" name="Picture Placeholder 4">
            <a:extLst>
              <a:ext uri="{FF2B5EF4-FFF2-40B4-BE49-F238E27FC236}">
                <a16:creationId xmlns:a16="http://schemas.microsoft.com/office/drawing/2014/main" id="{3EF9A07C-1758-4B3E-A1CD-67412E56BBFE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8270644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  <p:sp>
        <p:nvSpPr>
          <p:cNvPr id="62" name="Picture Placeholder 4">
            <a:extLst>
              <a:ext uri="{FF2B5EF4-FFF2-40B4-BE49-F238E27FC236}">
                <a16:creationId xmlns:a16="http://schemas.microsoft.com/office/drawing/2014/main" id="{25D8A2F3-A845-4271-8B71-45408EF9F6C1}"/>
              </a:ext>
            </a:extLst>
          </p:cNvPr>
          <p:cNvSpPr>
            <a:spLocks noGrp="1"/>
          </p:cNvSpPr>
          <p:nvPr>
            <p:ph type="pic" sz="quarter" idx="59" hasCustomPrompt="1"/>
          </p:nvPr>
        </p:nvSpPr>
        <p:spPr>
          <a:xfrm>
            <a:off x="10243053" y="5165507"/>
            <a:ext cx="356616" cy="27432"/>
          </a:xfrm>
          <a:solidFill>
            <a:schemeClr val="accent1"/>
          </a:solidFill>
        </p:spPr>
        <p:txBody>
          <a:bodyPr/>
          <a:lstStyle>
            <a:lvl1pPr>
              <a:buNone/>
              <a:defRPr sz="300"/>
            </a:lvl1pPr>
          </a:lstStyle>
          <a:p>
            <a:r>
              <a:rPr lang="en-GB"/>
              <a:t> 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504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AA6D93-92FF-400D-8AF3-C5AC33611540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6096000" y="1"/>
            <a:ext cx="6096000" cy="6857999"/>
          </a:xfrm>
          <a:solidFill>
            <a:schemeClr val="bg1">
              <a:lumMod val="95000"/>
            </a:schemeClr>
          </a:solidFill>
        </p:spPr>
        <p:txBody>
          <a:bodyPr tIns="548640" anchor="t"/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Graphik" panose="020B0604020202020204" pitchFamily="34" charset="0"/>
              <a:buNone/>
              <a:defRPr lang="en-US" sz="14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Drag picture to placeholder or click icon to add, then ‘Send to Back’</a:t>
            </a:r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B929FF-38D9-4792-A56F-C1810627FF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6067A3-9F0D-44FB-B267-D94DE708562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1468" y="6483010"/>
            <a:ext cx="191087" cy="201340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AF384B1D-1AA1-4DD2-A317-08008594FF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796047A-AB81-403A-B649-52C6F7827EC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1000" y="3267634"/>
            <a:ext cx="5330952" cy="3044265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/>
            </a:lvl2pPr>
            <a:lvl3pPr marL="457200">
              <a:buFont typeface="Graphik" panose="020B0503030202060203" pitchFamily="34" charset="0"/>
              <a:buChar char="–"/>
              <a:defRPr sz="1800"/>
            </a:lvl3pPr>
            <a:lvl4pPr marL="685800">
              <a:buFont typeface="Graphik" panose="020B0604020202020204" pitchFamily="34" charset="0"/>
              <a:buChar char="•"/>
              <a:defRPr sz="1600"/>
            </a:lvl4pPr>
            <a:lvl5pPr marL="914400">
              <a:buFont typeface="Graphik" panose="020B0503030202060203" pitchFamily="34" charset="0"/>
              <a:buChar char="–"/>
              <a:defRPr sz="1600"/>
            </a:lvl5pPr>
          </a:lstStyle>
          <a:p>
            <a:pPr lvl="0"/>
            <a:r>
              <a:rPr lang="en-US"/>
              <a:t>Place sub-headline </a:t>
            </a:r>
            <a:r>
              <a:rPr lang="en-GB"/>
              <a:t>here in GT Sectra Fine </a:t>
            </a:r>
            <a:r>
              <a:rPr lang="en-GB" err="1"/>
              <a:t>Rg</a:t>
            </a:r>
            <a:r>
              <a:rPr lang="en-GB"/>
              <a:t> 24pt</a:t>
            </a:r>
            <a:r>
              <a:rPr lang="en-US"/>
              <a:t>, indent for other levels</a:t>
            </a:r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6A2778-1AEF-4134-970E-9AB430A5206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3949386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hort Headline and Imag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-1"/>
            <a:ext cx="6096024" cy="6309361"/>
          </a:xfrm>
          <a:solidFill>
            <a:schemeClr val="tx1">
              <a:lumMod val="95000"/>
            </a:schemeClr>
          </a:solidFill>
        </p:spPr>
        <p:txBody>
          <a:bodyPr lIns="0" tIns="210312" anchor="t"/>
          <a:lstStyle>
            <a:lvl1pPr marL="0" indent="0" algn="ctr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09360"/>
            <a:ext cx="12192000" cy="54864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3B30F4D9-6AB9-4693-B1C3-C7BE8D81EC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76999" y="381000"/>
            <a:ext cx="5334000" cy="2667000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E567C369-8A33-4851-8646-E53D6E8D8C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C42B8317-AACA-4DC7-AD68-8986DF629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0047" y="3264586"/>
            <a:ext cx="5330952" cy="3047313"/>
          </a:xfrm>
        </p:spPr>
        <p:txBody>
          <a:bodyPr/>
          <a:lstStyle>
            <a:lvl1pPr marL="0" indent="0">
              <a:lnSpc>
                <a:spcPct val="90000"/>
              </a:lnSpc>
              <a:buNone/>
              <a:defRPr sz="2400">
                <a:solidFill>
                  <a:schemeClr val="tx1"/>
                </a:solidFill>
                <a:latin typeface="GT Sectra Fine Rg" panose="00000500000000000000" pitchFamily="50" charset="0"/>
              </a:defRPr>
            </a:lvl1pPr>
            <a:lvl2pPr marL="228600" indent="-228600">
              <a:buFont typeface="Graphik" panose="020B0604020202020204" pitchFamily="34" charset="0"/>
              <a:buChar char="•"/>
              <a:defRPr sz="1800">
                <a:solidFill>
                  <a:schemeClr val="tx1"/>
                </a:solidFill>
              </a:defRPr>
            </a:lvl2pPr>
            <a:lvl3pPr marL="457200">
              <a:buFont typeface="Graphik" panose="020B0503030202060203" pitchFamily="34" charset="0"/>
              <a:buChar char="–"/>
              <a:defRPr sz="1800">
                <a:solidFill>
                  <a:schemeClr val="tx1"/>
                </a:solidFill>
              </a:defRPr>
            </a:lvl3pPr>
            <a:lvl4pPr marL="685800">
              <a:buFont typeface="Graphik" panose="020B0604020202020204" pitchFamily="34" charset="0"/>
              <a:buChar char="•"/>
              <a:defRPr sz="1600">
                <a:solidFill>
                  <a:schemeClr val="tx1"/>
                </a:solidFill>
              </a:defRPr>
            </a:lvl4pPr>
            <a:lvl5pPr marL="914400">
              <a:buFont typeface="Graphik" panose="020B0503030202060203" pitchFamily="34" charset="0"/>
              <a:buChar char="–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Place sub-headline here in GT Sectra Fine </a:t>
            </a:r>
            <a:r>
              <a:rPr lang="en-GB" err="1"/>
              <a:t>Rg</a:t>
            </a:r>
            <a:r>
              <a:rPr lang="en-GB"/>
              <a:t> 24pt, indent for other levels</a:t>
            </a:r>
            <a:endParaRPr lang="en-US"/>
          </a:p>
          <a:p>
            <a:pPr lvl="1"/>
            <a:r>
              <a:rPr lang="en-US"/>
              <a:t>Second level 18pt</a:t>
            </a:r>
          </a:p>
          <a:p>
            <a:pPr lvl="2"/>
            <a:r>
              <a:rPr lang="en-US"/>
              <a:t>Third level bullet 18pt</a:t>
            </a:r>
          </a:p>
          <a:p>
            <a:pPr lvl="3"/>
            <a:r>
              <a:rPr lang="en-US"/>
              <a:t>Fourth level bullet 16pt</a:t>
            </a:r>
          </a:p>
          <a:p>
            <a:pPr lvl="4"/>
            <a:r>
              <a:rPr lang="en-US"/>
              <a:t>Fifth level bullet 16pt</a:t>
            </a:r>
          </a:p>
        </p:txBody>
      </p:sp>
      <p:sp>
        <p:nvSpPr>
          <p:cNvPr id="12" name="GTS_WH" descr="Accenture Greater Than symbol in white">
            <a:extLst>
              <a:ext uri="{FF2B5EF4-FFF2-40B4-BE49-F238E27FC236}">
                <a16:creationId xmlns:a16="http://schemas.microsoft.com/office/drawing/2014/main" id="{9742AFA2-2F86-4FC9-AB33-FE5A8DC3B4C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F1D8E5-ED70-409D-A4B1-635A02DFE5A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68227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19">
            <a:extLst>
              <a:ext uri="{FF2B5EF4-FFF2-40B4-BE49-F238E27FC236}">
                <a16:creationId xmlns:a16="http://schemas.microsoft.com/office/drawing/2014/main" id="{9128CE8F-D41A-47B9-921B-C6C1790F8F2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26839" y="943234"/>
            <a:ext cx="4191000" cy="497681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</p:pic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/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A06E6C-6576-4BA5-948F-BD9FE24FA05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87736104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+ image (alternativ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8">
            <a:extLst>
              <a:ext uri="{FF2B5EF4-FFF2-40B4-BE49-F238E27FC236}">
                <a16:creationId xmlns:a16="http://schemas.microsoft.com/office/drawing/2014/main" id="{3996D868-07E7-4C6F-B00B-4026C634BA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6858001" y="744434"/>
            <a:ext cx="4190998" cy="4976446"/>
          </a:xfrm>
          <a:solidFill>
            <a:schemeClr val="bg1">
              <a:lumMod val="95000"/>
            </a:schemeClr>
          </a:solidFill>
          <a:effectLst>
            <a:outerShdw dist="215900" dir="2700000" algn="tl" rotWithShape="0">
              <a:schemeClr val="accent1"/>
            </a:outerShdw>
          </a:effectLst>
        </p:spPr>
        <p:txBody>
          <a:bodyPr tIns="274320" b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394B85-B39D-4BE7-A334-787162CB4A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3000" y="1593669"/>
            <a:ext cx="4952999" cy="3277976"/>
          </a:xfrm>
        </p:spPr>
        <p:txBody>
          <a:bodyPr anchor="ctr"/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quote or key message here 54pt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2D868995-C37B-451B-AE1C-89DE71F213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D217B10-543D-46E3-A5E7-CA1C578F6F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72655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istics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7FF1C6BE-E6FE-4BD6-8477-A09403EEE56E}"/>
              </a:ext>
            </a:extLst>
          </p:cNvPr>
          <p:cNvSpPr/>
          <p:nvPr/>
        </p:nvSpPr>
        <p:spPr bwMode="white">
          <a:xfrm>
            <a:off x="-10" y="-3"/>
            <a:ext cx="6096008" cy="631190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sp>
        <p:nvSpPr>
          <p:cNvPr id="22" name="Text Placeholder 32">
            <a:extLst>
              <a:ext uri="{FF2B5EF4-FFF2-40B4-BE49-F238E27FC236}">
                <a16:creationId xmlns:a16="http://schemas.microsoft.com/office/drawing/2014/main" id="{AC315915-FC9E-0942-980E-6C0E99FEA8D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0986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92" y="0"/>
            <a:ext cx="6096008" cy="6311900"/>
          </a:xfrm>
          <a:solidFill>
            <a:schemeClr val="bg1">
              <a:lumMod val="95000"/>
            </a:schemeClr>
          </a:solidFill>
        </p:spPr>
        <p:txBody>
          <a:bodyPr tIns="45720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or click icon to add</a:t>
            </a:r>
            <a:endParaRPr lang="en-US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8D7539E0-EC97-4984-8CDD-85CC949BB7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1001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149C8D0A-C37D-4D9A-9703-8A0AFB18570C}"/>
              </a:ext>
            </a:extLst>
          </p:cNvPr>
          <p:cNvCxnSpPr>
            <a:cxnSpLocks/>
          </p:cNvCxnSpPr>
          <p:nvPr/>
        </p:nvCxnSpPr>
        <p:spPr>
          <a:xfrm>
            <a:off x="0" y="3155950"/>
            <a:ext cx="6096008" cy="0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28992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81001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428992" y="3536948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BE5BBCC-C957-48B6-99B6-EF1F3E80F622}"/>
              </a:ext>
            </a:extLst>
          </p:cNvPr>
          <p:cNvCxnSpPr>
            <a:cxnSpLocks/>
          </p:cNvCxnSpPr>
          <p:nvPr/>
        </p:nvCxnSpPr>
        <p:spPr>
          <a:xfrm>
            <a:off x="3047998" y="-2"/>
            <a:ext cx="0" cy="6311902"/>
          </a:xfrm>
          <a:prstGeom prst="line">
            <a:avLst/>
          </a:prstGeom>
          <a:ln w="127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94EF33C-E010-4503-AC38-BB48E62572E9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Placeholder 32">
            <a:extLst>
              <a:ext uri="{FF2B5EF4-FFF2-40B4-BE49-F238E27FC236}">
                <a16:creationId xmlns:a16="http://schemas.microsoft.com/office/drawing/2014/main" id="{15FC8104-48E6-B248-8FB6-974B5ABAE65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428992" y="1490071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 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4" name="Text Placeholder 32">
            <a:extLst>
              <a:ext uri="{FF2B5EF4-FFF2-40B4-BE49-F238E27FC236}">
                <a16:creationId xmlns:a16="http://schemas.microsoft.com/office/drawing/2014/main" id="{27C860B3-C7A0-E840-9D83-305F739202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0986" y="4646021"/>
            <a:ext cx="2285996" cy="1665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559DD1F-A98C-F14E-95DC-32EC947751E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28992" y="4646020"/>
            <a:ext cx="2285996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3B3ABE64-A2B2-4267-83DE-C2D349057B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19" name="Picture 18" descr="Accenture Greater Than symbol in white">
            <a:extLst>
              <a:ext uri="{FF2B5EF4-FFF2-40B4-BE49-F238E27FC236}">
                <a16:creationId xmlns:a16="http://schemas.microsoft.com/office/drawing/2014/main" id="{E8781F80-F3D9-42F9-B6EE-F6DC303E05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2A306F6-3D4B-4153-AFB5-695424B80AC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441172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istics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F8DBAF1-DC97-4CAB-B174-0AAA55CCB2E8}"/>
              </a:ext>
            </a:extLst>
          </p:cNvPr>
          <p:cNvSpPr/>
          <p:nvPr/>
        </p:nvSpPr>
        <p:spPr bwMode="white">
          <a:xfrm>
            <a:off x="0" y="6311900"/>
            <a:ext cx="12192000" cy="546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2E53630-789F-425F-8AB1-96EFF4EA1E46}"/>
              </a:ext>
            </a:extLst>
          </p:cNvPr>
          <p:cNvSpPr/>
          <p:nvPr/>
        </p:nvSpPr>
        <p:spPr bwMode="white">
          <a:xfrm>
            <a:off x="9144056" y="3155948"/>
            <a:ext cx="3047944" cy="31559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D16F949-3472-4EBC-9DC1-05EC807C9FC0}"/>
              </a:ext>
            </a:extLst>
          </p:cNvPr>
          <p:cNvSpPr/>
          <p:nvPr/>
        </p:nvSpPr>
        <p:spPr bwMode="white">
          <a:xfrm>
            <a:off x="3048000" y="3155948"/>
            <a:ext cx="3047968" cy="315595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92A5DC07-3811-41E7-B3BC-1DF4ED905C7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 bwMode="gray">
          <a:xfrm>
            <a:off x="6095976" y="-1"/>
            <a:ext cx="3048024" cy="3151189"/>
          </a:xfrm>
          <a:solidFill>
            <a:schemeClr val="bg1">
              <a:lumMod val="95000"/>
            </a:schemeClr>
          </a:solidFill>
        </p:spPr>
        <p:txBody>
          <a:bodyPr tIns="274320" anchor="t"/>
          <a:lstStyle>
            <a:lvl1pPr marL="0" indent="0" algn="ctr">
              <a:buNone/>
              <a:defRPr sz="1400" b="0">
                <a:solidFill>
                  <a:schemeClr val="tx1"/>
                </a:solidFill>
              </a:defRPr>
            </a:lvl1pPr>
          </a:lstStyle>
          <a:p>
            <a:r>
              <a:rPr lang="en-GB"/>
              <a:t>Drag picture to placeholder </a:t>
            </a:r>
          </a:p>
          <a:p>
            <a:r>
              <a:rPr lang="en-GB"/>
              <a:t>or click icon to add</a:t>
            </a:r>
            <a:endParaRPr lang="en-US"/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FFC38A35-5CA3-4459-9AC5-201C715349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525007" y="380999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7" name="Text Placeholder 32">
            <a:extLst>
              <a:ext uri="{FF2B5EF4-FFF2-40B4-BE49-F238E27FC236}">
                <a16:creationId xmlns:a16="http://schemas.microsoft.com/office/drawing/2014/main" id="{705CC01D-6D66-4B27-8D0E-E2205E002C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525005" y="1490071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84A1985F-A4F6-4997-A4BD-E305CB1A47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428988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49" name="Text Placeholder 32">
            <a:extLst>
              <a:ext uri="{FF2B5EF4-FFF2-40B4-BE49-F238E27FC236}">
                <a16:creationId xmlns:a16="http://schemas.microsoft.com/office/drawing/2014/main" id="{D36C84D9-D180-4ECA-9C39-AB74A8A3E6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28986" y="4647836"/>
            <a:ext cx="2285995" cy="1284879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E5121ACC-7E33-431F-A8A1-419F515D406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476996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2ACA6616-E51D-4660-96C1-738E6693FAD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476994" y="4647835"/>
            <a:ext cx="2285995" cy="1664208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1" name="Picture Placeholder 35">
            <a:extLst>
              <a:ext uri="{FF2B5EF4-FFF2-40B4-BE49-F238E27FC236}">
                <a16:creationId xmlns:a16="http://schemas.microsoft.com/office/drawing/2014/main" id="{4CA191CE-F49B-4889-A102-DDD1279F3FB2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 bwMode="gray">
          <a:xfrm>
            <a:off x="0" y="3155942"/>
            <a:ext cx="3048000" cy="3155958"/>
          </a:xfrm>
          <a:solidFill>
            <a:schemeClr val="bg1">
              <a:lumMod val="95000"/>
            </a:schemeClr>
          </a:solidFill>
        </p:spPr>
        <p:txBody>
          <a:bodyPr vert="horz" lIns="0" tIns="274320" rIns="0" bIns="0" rtlCol="0" anchor="t">
            <a:noAutofit/>
          </a:bodyPr>
          <a:lstStyle>
            <a:lvl1pPr marL="0" indent="0" algn="ctr">
              <a:buNone/>
              <a:defRPr lang="en-US" sz="1400" dirty="0"/>
            </a:lvl1pPr>
          </a:lstStyle>
          <a:p>
            <a:pPr marL="228600" lvl="0" indent="-228600" algn="ctr"/>
            <a:r>
              <a:rPr lang="en-GB"/>
              <a:t>Drag picture to placeholder </a:t>
            </a:r>
          </a:p>
          <a:p>
            <a:pPr marL="228600" lvl="0" indent="-228600" algn="ctr"/>
            <a:r>
              <a:rPr lang="en-GB"/>
              <a:t>or click icon to add</a:t>
            </a:r>
            <a:endParaRPr lang="en-US"/>
          </a:p>
        </p:txBody>
      </p:sp>
      <p:sp>
        <p:nvSpPr>
          <p:cNvPr id="24" name="Text Placeholder 26">
            <a:extLst>
              <a:ext uri="{FF2B5EF4-FFF2-40B4-BE49-F238E27FC236}">
                <a16:creationId xmlns:a16="http://schemas.microsoft.com/office/drawing/2014/main" id="{86209476-BF69-4014-99E6-B53C87141B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525001" y="3538763"/>
            <a:ext cx="2285996" cy="912223"/>
          </a:xfrm>
        </p:spPr>
        <p:txBody>
          <a:bodyPr anchor="ctr"/>
          <a:lstStyle>
            <a:lvl1pPr marL="0" indent="0"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/>
              <a:t>00x</a:t>
            </a:r>
            <a:endParaRPr lang="en-US"/>
          </a:p>
        </p:txBody>
      </p:sp>
      <p:sp>
        <p:nvSpPr>
          <p:cNvPr id="25" name="Text Placeholder 32">
            <a:extLst>
              <a:ext uri="{FF2B5EF4-FFF2-40B4-BE49-F238E27FC236}">
                <a16:creationId xmlns:a16="http://schemas.microsoft.com/office/drawing/2014/main" id="{07ADCD97-A8C0-487C-9E6C-6CD77C3BE05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524999" y="4647836"/>
            <a:ext cx="2285995" cy="1662794"/>
          </a:xfrm>
        </p:spPr>
        <p:txBody>
          <a:bodyPr/>
          <a:lstStyle>
            <a:lvl1pPr marL="0" indent="0">
              <a:spcAft>
                <a:spcPts val="600"/>
              </a:spcAft>
              <a:buNone/>
              <a:defRPr lang="en-US" sz="2000" b="1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  <a:lvl2pPr marL="0" indent="0">
              <a:spcAft>
                <a:spcPts val="600"/>
              </a:spcAft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85750" indent="-285750">
              <a:spcAft>
                <a:spcPts val="600"/>
              </a:spcAft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spcAft>
                <a:spcPts val="0"/>
              </a:spcAft>
              <a:defRPr sz="1800"/>
            </a:lvl4pPr>
            <a:lvl5pPr>
              <a:spcAft>
                <a:spcPts val="0"/>
              </a:spcAft>
              <a:defRPr sz="1800"/>
            </a:lvl5pPr>
          </a:lstStyle>
          <a:p>
            <a:pPr marL="228600" lvl="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/>
              <a:t>Stat headline</a:t>
            </a:r>
          </a:p>
          <a:p>
            <a:pPr marL="285750" lvl="1" indent="-2857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/>
              <a:t>Stat details 16pt</a:t>
            </a:r>
          </a:p>
          <a:p>
            <a:pPr marL="228600" lvl="2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Graphik" panose="020B0604020202020204" pitchFamily="34" charset="0"/>
              <a:buChar char="•"/>
            </a:pPr>
            <a:r>
              <a:rPr lang="en-US"/>
              <a:t>Bullet point 16pt</a:t>
            </a:r>
          </a:p>
        </p:txBody>
      </p:sp>
      <p:sp>
        <p:nvSpPr>
          <p:cNvPr id="22" name="Footer Placeholder 3">
            <a:extLst>
              <a:ext uri="{FF2B5EF4-FFF2-40B4-BE49-F238E27FC236}">
                <a16:creationId xmlns:a16="http://schemas.microsoft.com/office/drawing/2014/main" id="{272DDB3A-459D-40AA-A5E7-DDCDD2DEA3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bg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pic>
        <p:nvPicPr>
          <p:cNvPr id="23" name="Picture 22" descr="Accenture Greater Than symbol in white">
            <a:extLst>
              <a:ext uri="{FF2B5EF4-FFF2-40B4-BE49-F238E27FC236}">
                <a16:creationId xmlns:a16="http://schemas.microsoft.com/office/drawing/2014/main" id="{78774BCE-242F-4FF9-9C01-D01B97743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black">
          <a:xfrm>
            <a:off x="381468" y="6482516"/>
            <a:ext cx="191087" cy="20232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11B33BA-8B14-4BE4-8987-4DD490763486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14DCF5-5ED0-4270-8AF9-09AB7E3D7E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0998"/>
            <a:ext cx="5330952" cy="2395728"/>
          </a:xfrm>
        </p:spPr>
        <p:txBody>
          <a:bodyPr anchor="ctr"/>
          <a:lstStyle/>
          <a:p>
            <a:r>
              <a:rPr lang="en-GB"/>
              <a:t>Place headline here 36pt, min 30pt)</a:t>
            </a:r>
          </a:p>
        </p:txBody>
      </p:sp>
    </p:spTree>
    <p:extLst>
      <p:ext uri="{BB962C8B-B14F-4D97-AF65-F5344CB8AC3E}">
        <p14:creationId xmlns:p14="http://schemas.microsoft.com/office/powerpoint/2010/main" val="5040778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Gradient Dark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ccenture Gradient Dark">
            <a:extLst>
              <a:ext uri="{FF2B5EF4-FFF2-40B4-BE49-F238E27FC236}">
                <a16:creationId xmlns:a16="http://schemas.microsoft.com/office/drawing/2014/main" id="{AB47B586-CFEE-4C32-8227-001B5A89C3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invGray"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310B6FD-F7E2-4120-A2CE-22852AAA9F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2FF57A0A-C5DD-42B6-8DD3-E5EA041C72D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31A683-09B8-4B7C-917B-D192D06BB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2043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Key Message Mid Pur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40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key message here 54pt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CECBE8-C9DE-46DF-9582-7DB75BEDF4F9}"/>
              </a:ext>
            </a:extLst>
          </p:cNvPr>
          <p:cNvSpPr txBox="1"/>
          <p:nvPr/>
        </p:nvSpPr>
        <p:spPr>
          <a:xfrm>
            <a:off x="0" y="-257908"/>
            <a:ext cx="6096000" cy="25790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0" cap="none" spc="0" normalizeH="0" baseline="0" noProof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</a:rPr>
              <a:t>Format Background… &gt; Solid fill &gt; Change to Dark Purple (Accent 3), Mid Purple (Accent 2) or Core Purple (Accent 1)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D9D8DCD-E7C3-4F1A-8A48-31319650AC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11" name="GTS_WH" descr="Accenture Greater Than symbol in white">
            <a:extLst>
              <a:ext uri="{FF2B5EF4-FFF2-40B4-BE49-F238E27FC236}">
                <a16:creationId xmlns:a16="http://schemas.microsoft.com/office/drawing/2014/main" id="{B0B0C095-6C73-4899-AD8E-8F75768CF51A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AFE70C-67B2-45BA-88F7-45C14692FC2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548539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Bleed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>
            <a:extLst>
              <a:ext uri="{FF2B5EF4-FFF2-40B4-BE49-F238E27FC236}">
                <a16:creationId xmlns:a16="http://schemas.microsoft.com/office/drawing/2014/main" id="{5AD31DD4-2506-4E03-897C-F4C8C020F09C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7620" y="-9144"/>
            <a:ext cx="12207240" cy="6876288"/>
          </a:xfrm>
        </p:spPr>
        <p:txBody>
          <a:bodyPr lIns="0" tIns="182880"/>
          <a:lstStyle>
            <a:lvl1pPr algn="ctr">
              <a:buNone/>
              <a:defRPr/>
            </a:lvl1pPr>
          </a:lstStyle>
          <a:p>
            <a:r>
              <a:rPr lang="en-GB"/>
              <a:t>Drag picture to placeholder or click icon to add, then send to back.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D9B0E-55A4-43D3-A4B6-225FAA7538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67839" y="2015925"/>
            <a:ext cx="8656320" cy="2826150"/>
          </a:xfrm>
        </p:spPr>
        <p:txBody>
          <a:bodyPr anchor="ctr"/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Place headline here 54pt</a:t>
            </a:r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2A2CFACC-0767-48E1-9FD9-763E5025E7A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7" name="GTS_WH" descr="Accenture Greater Than symbol in white">
            <a:extLst>
              <a:ext uri="{FF2B5EF4-FFF2-40B4-BE49-F238E27FC236}">
                <a16:creationId xmlns:a16="http://schemas.microsoft.com/office/drawing/2014/main" id="{AE479463-B4C9-4B9A-BE8B-62B5B9CF0075}"/>
              </a:ext>
            </a:extLst>
          </p:cNvPr>
          <p:cNvSpPr>
            <a:spLocks noChangeAspect="1"/>
          </p:cNvSpPr>
          <p:nvPr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5BAA91-4288-4230-8881-E1D51DEBFF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10766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8546ADE-103C-4652-A344-9C0C8C49E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80EAEA1-D575-4107-8AFC-0CAE2D4FB3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0A237C-DB73-401B-BD5B-B8B9133233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5481997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ong Headlin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80010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GB"/>
              <a:t>Place headline here (36pt, min 30pt)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85C65-6BFC-4F61-A214-71B69537BB4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81000" y="1234440"/>
            <a:ext cx="11430000" cy="384048"/>
          </a:xfrm>
        </p:spPr>
        <p:txBody>
          <a:bodyPr anchor="t"/>
          <a:lstStyle>
            <a:lvl1pPr marL="0" indent="0">
              <a:spcAft>
                <a:spcPts val="0"/>
              </a:spcAft>
              <a:buNone/>
              <a:defRPr>
                <a:solidFill>
                  <a:schemeClr val="accent1"/>
                </a:solidFill>
                <a:latin typeface="GT Sectra Fine Rg" panose="00000500000000000000" pitchFamily="50" charset="0"/>
              </a:defRPr>
            </a:lvl1pPr>
          </a:lstStyle>
          <a:p>
            <a:pPr lvl="0"/>
            <a:r>
              <a:rPr lang="en-GB"/>
              <a:t>Place subtitle here in GT Sectra Fine </a:t>
            </a:r>
            <a:r>
              <a:rPr lang="en-GB" err="1"/>
              <a:t>Rg</a:t>
            </a:r>
            <a:r>
              <a:rPr lang="en-GB"/>
              <a:t> 20pt</a:t>
            </a:r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D81D62B4-50F4-4143-BFCC-F5508365C8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7CFBA7-F1B1-4FF3-932C-7525FBDA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8000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932">
          <p15:clr>
            <a:srgbClr val="547EBF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6BF2C1-BAA9-4BAD-9934-C110D73032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F030600-A2B3-4AAD-808D-56DA9B77330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60565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/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Icons Library Layout">
    <p:bg>
      <p:bgPr>
        <a:solidFill>
          <a:schemeClr val="tx2">
            <a:lumMod val="40000"/>
            <a:lumOff val="60000"/>
            <a:alpha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Link">
            <a:hlinkClick r:id="" action="ppaction://noaction"/>
          </p:cNvPr>
          <p:cNvSpPr/>
          <p:nvPr/>
        </p:nvSpPr>
        <p:spPr>
          <a:xfrm>
            <a:off x="10882946" y="105450"/>
            <a:ext cx="1188720" cy="274320"/>
          </a:xfrm>
          <a:prstGeom prst="rect">
            <a:avLst/>
          </a:prstGeom>
          <a:solidFill>
            <a:schemeClr val="bg1">
              <a:alpha val="0"/>
            </a:schemeClr>
          </a:solidFill>
          <a:ln w="12700" cmpd="sng">
            <a:noFill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b="0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△ </a:t>
            </a:r>
            <a:r>
              <a:rPr lang="en-US" sz="1050" b="0" u="sng">
                <a:solidFill>
                  <a:schemeClr val="tx2"/>
                </a:solidFill>
                <a:latin typeface="+mn-lt"/>
                <a:ea typeface="Roboto Medium" panose="02000000000000000000" pitchFamily="2" charset="0"/>
                <a:cs typeface="Arial" panose="020B0604020202020204" pitchFamily="34" charset="0"/>
              </a:rPr>
              <a:t>Back to index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3635411" y="10545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3635411" y="379770"/>
            <a:ext cx="6400800" cy="0"/>
          </a:xfrm>
          <a:prstGeom prst="line">
            <a:avLst/>
          </a:prstGeom>
          <a:ln w="12700">
            <a:solidFill>
              <a:schemeClr val="tx2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9"/>
          <p:cNvSpPr txBox="1">
            <a:spLocks/>
          </p:cNvSpPr>
          <p:nvPr/>
        </p:nvSpPr>
        <p:spPr>
          <a:xfrm>
            <a:off x="3635411" y="174557"/>
            <a:ext cx="6400800" cy="136107"/>
          </a:xfrm>
          <a:prstGeom prst="rect">
            <a:avLst/>
          </a:prstGeom>
          <a:ln w="12700">
            <a:noFill/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wrap="square" lIns="0" tIns="0" rIns="0" bIns="0" anchor="ctr">
            <a:spAutoFit/>
          </a:bodyPr>
          <a:lstStyle>
            <a:lvl1pPr marL="0" indent="0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None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 marL="179388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 marL="358775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tabLst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 marL="538163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•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717550" indent="-179388" algn="l" rtl="0" eaLnBrk="1" fontAlgn="base" hangingPunct="1">
              <a:lnSpc>
                <a:spcPct val="110000"/>
              </a:lnSpc>
              <a:spcBef>
                <a:spcPts val="800"/>
              </a:spcBef>
              <a:spcAft>
                <a:spcPct val="0"/>
              </a:spcAft>
              <a:buFont typeface="Graphik" pitchFamily="34" charset="0"/>
              <a:buChar char="‒"/>
              <a:defRPr sz="1400" kern="1200">
                <a:solidFill>
                  <a:schemeClr val="tx1"/>
                </a:solidFill>
                <a:latin typeface="Graphik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335221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1707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200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0693" indent="-304747" algn="l" defTabSz="1218987" rtl="0" eaLnBrk="1" latinLnBrk="0" hangingPunct="1">
              <a:spcBef>
                <a:spcPct val="20000"/>
              </a:spcBef>
              <a:buFont typeface="Graphik" pitchFamily="34" charset="0"/>
              <a:buChar char="•"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AU" sz="1000" b="1">
                <a:solidFill>
                  <a:schemeClr val="tx2"/>
                </a:solidFill>
                <a:latin typeface="+mj-lt"/>
              </a:rPr>
              <a:t>ONLY CHOOSE AN ICON THAT VERY CLEARLY MATCHES THE TEXT IT WILL ACCOMPANY</a:t>
            </a:r>
            <a:endParaRPr lang="en-AU" sz="900">
              <a:solidFill>
                <a:schemeClr val="tx2"/>
              </a:solidFill>
              <a:latin typeface="+mj-lt"/>
            </a:endParaRPr>
          </a:p>
        </p:txBody>
      </p:sp>
      <p:cxnSp>
        <p:nvCxnSpPr>
          <p:cNvPr id="17" name="Straight Connector 16"/>
          <p:cNvCxnSpPr/>
          <p:nvPr/>
        </p:nvCxnSpPr>
        <p:spPr>
          <a:xfrm>
            <a:off x="357328" y="4627141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357328" y="2597056"/>
            <a:ext cx="11473293" cy="0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1996370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10191581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8552539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274454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913497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3635412" y="682221"/>
            <a:ext cx="0" cy="1799583"/>
          </a:xfrm>
          <a:prstGeom prst="line">
            <a:avLst/>
          </a:prstGeom>
          <a:ln w="9525">
            <a:solidFill>
              <a:schemeClr val="tx2"/>
            </a:solidFill>
            <a:prstDash val="dot"/>
            <a:headEnd type="none" w="med" len="med"/>
            <a:tailEnd type="non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5" name="Group 24"/>
          <p:cNvGrpSpPr/>
          <p:nvPr/>
        </p:nvGrpSpPr>
        <p:grpSpPr>
          <a:xfrm>
            <a:off x="1996370" y="2712307"/>
            <a:ext cx="8195211" cy="1799583"/>
            <a:chOff x="1995590" y="682378"/>
            <a:chExt cx="8192010" cy="1800000"/>
          </a:xfrm>
        </p:grpSpPr>
        <p:cxnSp>
          <p:nvCxnSpPr>
            <p:cNvPr id="33" name="Straight Connector 32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6" name="Group 25"/>
          <p:cNvGrpSpPr/>
          <p:nvPr/>
        </p:nvGrpSpPr>
        <p:grpSpPr>
          <a:xfrm>
            <a:off x="1996370" y="4742394"/>
            <a:ext cx="8195211" cy="1799583"/>
            <a:chOff x="1995590" y="682378"/>
            <a:chExt cx="8192010" cy="1800000"/>
          </a:xfrm>
        </p:grpSpPr>
        <p:cxnSp>
          <p:nvCxnSpPr>
            <p:cNvPr id="27" name="Straight Connector 26"/>
            <p:cNvCxnSpPr/>
            <p:nvPr/>
          </p:nvCxnSpPr>
          <p:spPr>
            <a:xfrm>
              <a:off x="199559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10187600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8549198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5272394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/>
            <p:cNvCxnSpPr/>
            <p:nvPr/>
          </p:nvCxnSpPr>
          <p:spPr>
            <a:xfrm>
              <a:off x="6910796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>
              <a:off x="3633992" y="682378"/>
              <a:ext cx="0" cy="1800000"/>
            </a:xfrm>
            <a:prstGeom prst="line">
              <a:avLst/>
            </a:prstGeom>
            <a:ln w="9525">
              <a:solidFill>
                <a:schemeClr val="tx2"/>
              </a:solidFill>
              <a:prstDash val="dot"/>
              <a:headEnd type="none" w="med" len="med"/>
              <a:tailEnd type="none" w="med" len="med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E4BC60B0-B1D6-4061-83BA-885AC97C4B0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7328" y="105451"/>
            <a:ext cx="3278082" cy="314608"/>
          </a:xfrm>
          <a:ln>
            <a:noFill/>
          </a:ln>
        </p:spPr>
        <p:txBody>
          <a:bodyPr wrap="square" lIns="0" tIns="0" rIns="0" bIns="0"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lang="en-AU" sz="2000" b="1" i="0" kern="1200" cap="all" baseline="0" dirty="0">
                <a:solidFill>
                  <a:schemeClr val="tx2"/>
                </a:solidFill>
                <a:latin typeface="+mj-lt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marL="0" lvl="0" indent="0" algn="l" rtl="0" eaLnBrk="1" fontAlgn="base" hangingPunct="1">
              <a:lnSpc>
                <a:spcPct val="80000"/>
              </a:lnSpc>
              <a:spcBef>
                <a:spcPts val="1200"/>
              </a:spcBef>
              <a:spcAft>
                <a:spcPct val="0"/>
              </a:spcAft>
              <a:buFont typeface="Graphik" pitchFamily="34" charset="0"/>
              <a:buNone/>
            </a:pPr>
            <a:r>
              <a:rPr lang="en-US"/>
              <a:t>CATEGORY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19563693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3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47" Type="http://schemas.openxmlformats.org/officeDocument/2006/relationships/slideLayout" Target="../slideLayouts/slideLayout58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3" Type="http://schemas.openxmlformats.org/officeDocument/2006/relationships/oleObject" Target="../embeddings/oleObject1.bin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52" Type="http://schemas.openxmlformats.org/officeDocument/2006/relationships/tags" Target="../tags/tag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48" Type="http://schemas.openxmlformats.org/officeDocument/2006/relationships/slideLayout" Target="../slideLayouts/slideLayout59.xml"/><Relationship Id="rId8" Type="http://schemas.openxmlformats.org/officeDocument/2006/relationships/slideLayout" Target="../slideLayouts/slideLayout19.xml"/><Relationship Id="rId51" Type="http://schemas.openxmlformats.org/officeDocument/2006/relationships/tags" Target="../tags/tag1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Relationship Id="rId54" Type="http://schemas.openxmlformats.org/officeDocument/2006/relationships/image" Target="../media/image1.emf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363B39-D0EC-4F45-AA3D-D0B39B9B3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061E0-1F00-4058-9465-8DFE3CCBC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983CB0-1328-4CFC-811B-6316DE07C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CF3A1A-E8E9-4F1D-A0E4-983A98264649}" type="datetimeFigureOut">
              <a:rPr lang="en-US" smtClean="0"/>
              <a:t>9/29/2023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EC30C-8EF3-4E47-8B26-4FAA64C149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1EA07-B266-4D79-A329-C70E2F16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65103A-1B8E-4DB3-9398-D9E2B8A047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40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(bullet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624E0B2-760E-457A-8367-213CE89D65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algn="r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/>
              <a:t>Copyright © 2020 Accenture. All rights reserved.</a:t>
            </a:r>
          </a:p>
        </p:txBody>
      </p:sp>
      <p:sp>
        <p:nvSpPr>
          <p:cNvPr id="9" name="GTS_Purple" descr="Accenture Greater Than symbol in purple">
            <a:extLst>
              <a:ext uri="{FF2B5EF4-FFF2-40B4-BE49-F238E27FC236}">
                <a16:creationId xmlns:a16="http://schemas.microsoft.com/office/drawing/2014/main" id="{AE0355C2-058C-4310-9508-BCC0F498FBBE}"/>
              </a:ext>
            </a:extLst>
          </p:cNvPr>
          <p:cNvSpPr>
            <a:spLocks noChangeAspect="1"/>
          </p:cNvSpPr>
          <p:nvPr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9DFD1-72F5-4590-A067-19F2501AAB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4746" y="6490025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04BFBA5-6622-4657-A915-630FEC1BA0AA}" type="slidenum">
              <a:rPr lang="es-ES" smtClean="0"/>
              <a:pPr/>
              <a:t>‹#›</a:t>
            </a:fld>
            <a:endParaRPr lang="es-ES"/>
          </a:p>
        </p:txBody>
      </p:sp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937483A8-E899-0C9C-DC82-453B940B15E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1"/>
            </p:custDataLst>
            <p:extLst>
              <p:ext uri="{D42A27DB-BD31-4B8C-83A1-F6EECF244321}">
                <p14:modId xmlns:p14="http://schemas.microsoft.com/office/powerpoint/2010/main" val="6085935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32" imgH="530" progId="TCLayout.ActiveDocument.1">
                  <p:embed/>
                </p:oleObj>
              </mc:Choice>
              <mc:Fallback>
                <p:oleObj name="think-cell Slide" r:id="rId53" imgW="532" imgH="530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937483A8-E899-0C9C-DC82-453B940B15E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 hidden="1">
            <a:extLst>
              <a:ext uri="{FF2B5EF4-FFF2-40B4-BE49-F238E27FC236}">
                <a16:creationId xmlns:a16="http://schemas.microsoft.com/office/drawing/2014/main" id="{D1B92786-28A6-2E84-7F69-1F45B9050E9B}"/>
              </a:ext>
            </a:extLst>
          </p:cNvPr>
          <p:cNvSpPr/>
          <p:nvPr userDrawn="1">
            <p:custDataLst>
              <p:tags r:id="rId5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es-ES" sz="2800" b="1" i="0" baseline="0">
              <a:latin typeface="Graphik" panose="020B0503030202060203" pitchFamily="34" charset="0"/>
              <a:ea typeface="+mj-ea"/>
              <a:cs typeface="+mj-cs"/>
              <a:sym typeface="Graphik" panose="020B050303020206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30083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</p:sldLayoutIdLst>
  <p:hf hd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Tx/>
        <a:buFont typeface="Graphik" panose="020B050303020206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50303020206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Graphik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Font typeface="Graphik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C35EA4"/>
          </p15:clr>
        </p15:guide>
        <p15:guide id="2" orient="horz" pos="3976">
          <p15:clr>
            <a:srgbClr val="C35EA4"/>
          </p15:clr>
        </p15:guide>
        <p15:guide id="3" pos="240">
          <p15:clr>
            <a:srgbClr val="C35EA4"/>
          </p15:clr>
        </p15:guide>
        <p15:guide id="4" pos="7440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AE88FC3-E583-E6AF-0E7D-B7E8CC982BEC}"/>
              </a:ext>
            </a:extLst>
          </p:cNvPr>
          <p:cNvSpPr/>
          <p:nvPr/>
        </p:nvSpPr>
        <p:spPr>
          <a:xfrm>
            <a:off x="3433082" y="5269252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pic>
        <p:nvPicPr>
          <p:cNvPr id="13" name="Picture 12" descr="A picture containing diagram&#10;&#10;Description automatically generated">
            <a:extLst>
              <a:ext uri="{FF2B5EF4-FFF2-40B4-BE49-F238E27FC236}">
                <a16:creationId xmlns:a16="http://schemas.microsoft.com/office/drawing/2014/main" id="{339CA5F8-5150-298C-D8C9-4C8811B3246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0"/>
            <a:ext cx="12191999" cy="6352674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EEF2B6-12FF-1F3B-0ADF-93251083EC65}"/>
              </a:ext>
            </a:extLst>
          </p:cNvPr>
          <p:cNvSpPr txBox="1">
            <a:spLocks/>
          </p:cNvSpPr>
          <p:nvPr/>
        </p:nvSpPr>
        <p:spPr>
          <a:xfrm>
            <a:off x="100870" y="208333"/>
            <a:ext cx="6449864" cy="3937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3200" b="1" dirty="0">
                <a:solidFill>
                  <a:schemeClr val="accent3"/>
                </a:solidFill>
                <a:latin typeface="Graphik"/>
              </a:rPr>
              <a:t>Bettina Sommer</a:t>
            </a:r>
          </a:p>
          <a:p>
            <a:pPr marL="0" indent="0">
              <a:buNone/>
            </a:pPr>
            <a:endParaRPr lang="en-US" sz="3200" b="1" dirty="0">
              <a:solidFill>
                <a:schemeClr val="accent3"/>
              </a:solidFill>
            </a:endParaRPr>
          </a:p>
        </p:txBody>
      </p:sp>
      <p:sp>
        <p:nvSpPr>
          <p:cNvPr id="3" name="Text Placeholder 5">
            <a:extLst>
              <a:ext uri="{FF2B5EF4-FFF2-40B4-BE49-F238E27FC236}">
                <a16:creationId xmlns:a16="http://schemas.microsoft.com/office/drawing/2014/main" id="{FBD5EC0B-4D54-E441-7F31-D4C98525F636}"/>
              </a:ext>
            </a:extLst>
          </p:cNvPr>
          <p:cNvSpPr txBox="1">
            <a:spLocks/>
          </p:cNvSpPr>
          <p:nvPr/>
        </p:nvSpPr>
        <p:spPr>
          <a:xfrm>
            <a:off x="1875000" y="956458"/>
            <a:ext cx="4712989" cy="1405505"/>
          </a:xfrm>
          <a:prstGeom prst="rect">
            <a:avLst/>
          </a:prstGeom>
        </p:spPr>
        <p:txBody>
          <a:bodyPr vert="horz" lIns="0" tIns="0" rIns="0" bIns="0" rtlCol="0" anchor="t">
            <a:norm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 Black"/>
              </a:rPr>
              <a:t>Data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 Black"/>
                <a:ea typeface="+mn-ea"/>
                <a:cs typeface="+mn-cs"/>
              </a:rPr>
              <a:t> Engineering </a:t>
            </a:r>
            <a:r>
              <a:rPr lang="en-US" dirty="0">
                <a:solidFill>
                  <a:srgbClr val="460073"/>
                </a:solidFill>
                <a:latin typeface="Graphik Black"/>
              </a:rPr>
              <a:t>Associate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60073"/>
              </a:solidFill>
              <a:effectLst/>
              <a:uLnTx/>
              <a:uFillTx/>
              <a:latin typeface="Graphik Blac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kumimoji="0" lang="es-AR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Technology /</a:t>
            </a:r>
            <a:r>
              <a:rPr lang="es-AR" sz="1200" dirty="0"/>
              <a:t> Data &amp; AI</a:t>
            </a:r>
            <a:endParaRPr kumimoji="0" lang="es-AR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marR="0" lvl="0" indent="0" algn="l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Graphik" panose="020B0604020202020204" pitchFamily="34" charset="0"/>
              <a:buNone/>
              <a:tabLst/>
              <a:defRPr/>
            </a:pPr>
            <a:r>
              <a:rPr lang="en-US" sz="1200" b="1" dirty="0">
                <a:solidFill>
                  <a:srgbClr val="000000"/>
                </a:solidFill>
                <a:latin typeface="Graphik"/>
              </a:rPr>
              <a:t>Bettina.a.sommer@accenture.com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0" indent="0">
              <a:buNone/>
            </a:pPr>
            <a:r>
              <a:rPr lang="en-US" sz="1200" dirty="0">
                <a:latin typeface="Graphik"/>
              </a:rPr>
              <a:t>Buenos Aires, Argentina</a:t>
            </a:r>
          </a:p>
          <a:p>
            <a:endParaRPr lang="en-US" sz="900" b="1" dirty="0"/>
          </a:p>
          <a:p>
            <a:endParaRPr lang="en-US" sz="1200" dirty="0"/>
          </a:p>
          <a:p>
            <a:endParaRPr lang="en-US" dirty="0"/>
          </a:p>
        </p:txBody>
      </p:sp>
      <p:pic>
        <p:nvPicPr>
          <p:cNvPr id="8" name="Picture 7" descr="Icon&#10;&#10;Description automatically generated">
            <a:extLst>
              <a:ext uri="{FF2B5EF4-FFF2-40B4-BE49-F238E27FC236}">
                <a16:creationId xmlns:a16="http://schemas.microsoft.com/office/drawing/2014/main" id="{1E946E00-966C-504F-8587-9DD04432E8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52" y="741209"/>
            <a:ext cx="1518138" cy="151813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4A37382-FFD1-74CD-A6A0-BA715F04BEDE}"/>
              </a:ext>
            </a:extLst>
          </p:cNvPr>
          <p:cNvSpPr/>
          <p:nvPr/>
        </p:nvSpPr>
        <p:spPr>
          <a:xfrm>
            <a:off x="6741760" y="127176"/>
            <a:ext cx="5301053" cy="6046057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0E58DF97-0E0E-C3A8-6E0E-C6ED1FC42713}"/>
              </a:ext>
            </a:extLst>
          </p:cNvPr>
          <p:cNvSpPr txBox="1">
            <a:spLocks/>
          </p:cNvSpPr>
          <p:nvPr/>
        </p:nvSpPr>
        <p:spPr>
          <a:xfrm>
            <a:off x="6907844" y="312234"/>
            <a:ext cx="2594524" cy="20564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600" b="1">
                <a:solidFill>
                  <a:schemeClr val="accent2"/>
                </a:solidFill>
                <a:latin typeface="+mj-lt"/>
              </a:rPr>
              <a:t>SELECTED EXPERIENCE </a:t>
            </a:r>
            <a:endParaRPr lang="en-US" sz="16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99CBEA1-1572-AE45-9D04-FA330F835AD4}"/>
              </a:ext>
            </a:extLst>
          </p:cNvPr>
          <p:cNvSpPr/>
          <p:nvPr/>
        </p:nvSpPr>
        <p:spPr>
          <a:xfrm>
            <a:off x="100869" y="5237270"/>
            <a:ext cx="3252480" cy="97414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B125A6B-6104-78D8-2910-B3EC4F868DBE}"/>
              </a:ext>
            </a:extLst>
          </p:cNvPr>
          <p:cNvSpPr/>
          <p:nvPr/>
        </p:nvSpPr>
        <p:spPr>
          <a:xfrm>
            <a:off x="3431213" y="2349359"/>
            <a:ext cx="3246987" cy="281697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err="1"/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3AF538BA-C4F9-94DB-B619-3A89CAF5483A}"/>
              </a:ext>
            </a:extLst>
          </p:cNvPr>
          <p:cNvSpPr txBox="1">
            <a:spLocks/>
          </p:cNvSpPr>
          <p:nvPr/>
        </p:nvSpPr>
        <p:spPr>
          <a:xfrm>
            <a:off x="3717865" y="2598950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000" b="1">
                <a:solidFill>
                  <a:schemeClr val="accent2"/>
                </a:solidFill>
                <a:latin typeface="+mj-lt"/>
              </a:rPr>
              <a:t>HARD/SOFT SKILLS &amp; TOOLS</a:t>
            </a:r>
            <a:endParaRPr lang="en-US" sz="1000" b="1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7AB14698-C111-E862-4B03-3CEA5E264033}"/>
              </a:ext>
            </a:extLst>
          </p:cNvPr>
          <p:cNvSpPr>
            <a:spLocks/>
          </p:cNvSpPr>
          <p:nvPr/>
        </p:nvSpPr>
        <p:spPr>
          <a:xfrm>
            <a:off x="122657" y="2335939"/>
            <a:ext cx="3252479" cy="282241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tIns="91440" bIns="91440"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A82F26F-973E-6E47-064A-E58BB5E2C6B3}"/>
              </a:ext>
            </a:extLst>
          </p:cNvPr>
          <p:cNvGrpSpPr>
            <a:grpSpLocks/>
          </p:cNvGrpSpPr>
          <p:nvPr/>
        </p:nvGrpSpPr>
        <p:grpSpPr>
          <a:xfrm>
            <a:off x="328699" y="2429619"/>
            <a:ext cx="2887778" cy="2006238"/>
            <a:chOff x="652656" y="2462768"/>
            <a:chExt cx="2887778" cy="2006238"/>
          </a:xfrm>
        </p:grpSpPr>
        <p:sp>
          <p:nvSpPr>
            <p:cNvPr id="28" name="Text Placeholder 4">
              <a:extLst>
                <a:ext uri="{FF2B5EF4-FFF2-40B4-BE49-F238E27FC236}">
                  <a16:creationId xmlns:a16="http://schemas.microsoft.com/office/drawing/2014/main" id="{72A9259A-DC95-7929-2407-42F74D35B297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2462768"/>
              <a:ext cx="2887778" cy="338662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PROFESSIONAL BACKGROUND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35" name="Text Placeholder 4">
              <a:extLst>
                <a:ext uri="{FF2B5EF4-FFF2-40B4-BE49-F238E27FC236}">
                  <a16:creationId xmlns:a16="http://schemas.microsoft.com/office/drawing/2014/main" id="{CAE6442A-7F7A-7520-E012-744876DD2E5B}"/>
                </a:ext>
              </a:extLst>
            </p:cNvPr>
            <p:cNvSpPr txBox="1">
              <a:spLocks/>
            </p:cNvSpPr>
            <p:nvPr/>
          </p:nvSpPr>
          <p:spPr>
            <a:xfrm>
              <a:off x="652656" y="3781770"/>
              <a:ext cx="2887778" cy="687236"/>
            </a:xfrm>
            <a:prstGeom prst="rect">
              <a:avLst/>
            </a:prstGeom>
          </p:spPr>
          <p:txBody>
            <a:bodyPr vert="horz" lIns="0" tIns="0" rIns="0" bIns="0" rtlCol="0" anchor="t">
              <a:noAutofit/>
            </a:bodyPr>
            <a:lstStyle>
              <a:lvl1pPr marL="2286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Font typeface="Graphik" panose="020B0503030202060203" pitchFamily="34" charset="0"/>
                <a:buChar char="–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858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9144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Char char="–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143000" indent="-228600" algn="l" defTabSz="2286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113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503030202060203" pitchFamily="34" charset="0"/>
                <a:buNone/>
                <a:tabLst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2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1000" b="1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0" indent="0" algn="l" defTabSz="2286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600"/>
                </a:spcAft>
                <a:buFont typeface="Graphik" panose="020B0604020202020204" pitchFamily="34" charset="0"/>
                <a:buNone/>
                <a:defRPr sz="800" kern="1200">
                  <a:solidFill>
                    <a:schemeClr val="tx2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s-AR" sz="1200" b="1" dirty="0">
                  <a:solidFill>
                    <a:schemeClr val="accent1"/>
                  </a:solidFill>
                  <a:latin typeface="+mj-lt"/>
                </a:rPr>
                <a:t>EDUCATION</a:t>
              </a:r>
              <a:endParaRPr lang="en-US" sz="1200" b="1" dirty="0">
                <a:solidFill>
                  <a:schemeClr val="accent1"/>
                </a:solidFill>
                <a:latin typeface="+mj-lt"/>
              </a:endParaRPr>
            </a:p>
          </p:txBody>
        </p: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CD3F3331-A2F2-3187-3314-9536E3A05809}"/>
              </a:ext>
            </a:extLst>
          </p:cNvPr>
          <p:cNvSpPr/>
          <p:nvPr/>
        </p:nvSpPr>
        <p:spPr>
          <a:xfrm>
            <a:off x="3431214" y="5236790"/>
            <a:ext cx="3246987" cy="96902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pPr marL="171450" indent="-17145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</a:pPr>
            <a:endParaRPr lang="en-US" sz="1000">
              <a:solidFill>
                <a:schemeClr val="tx1"/>
              </a:solidFill>
              <a:latin typeface="Graphik"/>
            </a:endParaRP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E2E6DC0A-D16B-3A77-6077-F57069BD7EDC}"/>
              </a:ext>
            </a:extLst>
          </p:cNvPr>
          <p:cNvSpPr txBox="1">
            <a:spLocks/>
          </p:cNvSpPr>
          <p:nvPr/>
        </p:nvSpPr>
        <p:spPr>
          <a:xfrm>
            <a:off x="328699" y="5299574"/>
            <a:ext cx="1478408" cy="2001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LANGUAGES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6F73DCD2-A285-29D0-D542-E4F69730AE06}"/>
              </a:ext>
            </a:extLst>
          </p:cNvPr>
          <p:cNvSpPr txBox="1">
            <a:spLocks/>
          </p:cNvSpPr>
          <p:nvPr/>
        </p:nvSpPr>
        <p:spPr>
          <a:xfrm>
            <a:off x="3717864" y="2425651"/>
            <a:ext cx="2414561" cy="32111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>
                <a:solidFill>
                  <a:schemeClr val="accent1"/>
                </a:solidFill>
                <a:latin typeface="+mj-lt"/>
              </a:rPr>
              <a:t>AREA OF EXPERTISE</a:t>
            </a:r>
            <a:endParaRPr lang="en-US" sz="1200" b="1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83AF36ED-0DC5-5D34-4D4E-DFABF505923D}"/>
              </a:ext>
            </a:extLst>
          </p:cNvPr>
          <p:cNvSpPr txBox="1">
            <a:spLocks/>
          </p:cNvSpPr>
          <p:nvPr/>
        </p:nvSpPr>
        <p:spPr>
          <a:xfrm>
            <a:off x="3679756" y="5301889"/>
            <a:ext cx="1278123" cy="33866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2286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s-AR" sz="1200" b="1" dirty="0">
                <a:solidFill>
                  <a:schemeClr val="accent1"/>
                </a:solidFill>
                <a:latin typeface="+mj-lt"/>
              </a:rPr>
              <a:t>INDUSTRY</a:t>
            </a:r>
            <a:endParaRPr lang="en-US" sz="12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88916E2A-4E45-86B5-A986-94589B9AFC66}"/>
              </a:ext>
            </a:extLst>
          </p:cNvPr>
          <p:cNvSpPr txBox="1">
            <a:spLocks/>
          </p:cNvSpPr>
          <p:nvPr/>
        </p:nvSpPr>
        <p:spPr>
          <a:xfrm>
            <a:off x="3605712" y="2874620"/>
            <a:ext cx="2844183" cy="221530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 b="1" i="0" u="none" strike="noStrike">
                <a:solidFill>
                  <a:schemeClr val="accent3"/>
                </a:solidFill>
                <a:effectLst/>
                <a:latin typeface="+mj-lt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Dev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Python/C/VBA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DB</a:t>
            </a: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460073"/>
                </a:solidFill>
                <a:effectLst/>
                <a:uLnTx/>
                <a:uFillTx/>
                <a:latin typeface="Graphik"/>
                <a:ea typeface="+mn-ea"/>
                <a:cs typeface="+mn-cs"/>
              </a:rPr>
              <a:t>: 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SQL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100FF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RPA: 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Automation Anywhere/Automation Anywhere IQBot/Microsoft Power Platform Fundamentals</a:t>
            </a:r>
          </a:p>
          <a:p>
            <a:pPr>
              <a:buClr>
                <a:srgbClr val="A100FF"/>
              </a:buClr>
              <a:defRPr/>
            </a:pPr>
            <a:r>
              <a:rPr lang="en-US" dirty="0">
                <a:solidFill>
                  <a:srgbClr val="460073"/>
                </a:solidFill>
                <a:latin typeface="Graphik"/>
              </a:rPr>
              <a:t>Others:</a:t>
            </a:r>
            <a:r>
              <a:rPr lang="en-US" b="0" dirty="0">
                <a:solidFill>
                  <a:srgbClr val="000000"/>
                </a:solidFill>
                <a:latin typeface="Graphik"/>
              </a:rPr>
              <a:t> </a:t>
            </a:r>
            <a:r>
              <a:rPr lang="en-US" b="0" dirty="0">
                <a:solidFill>
                  <a:srgbClr val="000000"/>
                </a:solidFill>
                <a:latin typeface="Graphik" panose="020B0503030202060203" pitchFamily="34" charset="0"/>
              </a:rPr>
              <a:t>Trained in </a:t>
            </a:r>
            <a:r>
              <a:rPr lang="es-AR" b="0" dirty="0">
                <a:solidFill>
                  <a:schemeClr val="tx1"/>
                </a:solidFill>
                <a:latin typeface="Graphik" panose="020B0503030202060203" pitchFamily="34" charset="0"/>
                <a:cs typeface="Arial" panose="020B0604020202020204" pitchFamily="34" charset="0"/>
              </a:rPr>
              <a:t>UiPath Developer Advanced.</a:t>
            </a:r>
            <a:endParaRPr lang="en-US" dirty="0"/>
          </a:p>
        </p:txBody>
      </p:sp>
      <p:sp>
        <p:nvSpPr>
          <p:cNvPr id="48" name="Text Placeholder 13">
            <a:extLst>
              <a:ext uri="{FF2B5EF4-FFF2-40B4-BE49-F238E27FC236}">
                <a16:creationId xmlns:a16="http://schemas.microsoft.com/office/drawing/2014/main" id="{CE6DAE4F-8226-621D-1573-393F25103FEA}"/>
              </a:ext>
            </a:extLst>
          </p:cNvPr>
          <p:cNvSpPr txBox="1">
            <a:spLocks/>
          </p:cNvSpPr>
          <p:nvPr/>
        </p:nvSpPr>
        <p:spPr>
          <a:xfrm>
            <a:off x="313683" y="4017806"/>
            <a:ext cx="3106657" cy="90444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s-AR" sz="1000" dirty="0">
                <a:solidFill>
                  <a:prstClr val="black"/>
                </a:solidFill>
              </a:rPr>
              <a:t>University Technician in Computer Science in UNGS (still in progress)</a:t>
            </a:r>
          </a:p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s-AR" sz="1000" dirty="0">
                <a:solidFill>
                  <a:prstClr val="black"/>
                </a:solidFill>
              </a:rPr>
              <a:t>Automation Anywhere 360 (Certified 2021)</a:t>
            </a:r>
          </a:p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r>
              <a:rPr lang="es-AR" sz="1000" dirty="0">
                <a:solidFill>
                  <a:prstClr val="black"/>
                </a:solidFill>
              </a:rPr>
              <a:t>Microsoft Power Platform PL-900 (Certified 2023)</a:t>
            </a:r>
          </a:p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s-AR" sz="1000" dirty="0">
              <a:solidFill>
                <a:prstClr val="black"/>
              </a:solidFill>
            </a:endParaRPr>
          </a:p>
          <a:p>
            <a:pPr marL="171450" lvl="0" indent="-171450">
              <a:spcBef>
                <a:spcPts val="600"/>
              </a:spcBef>
              <a:buFont typeface="Arial" panose="020B0604020202020204" pitchFamily="34" charset="0"/>
              <a:buChar char="•"/>
              <a:defRPr/>
            </a:pPr>
            <a:endParaRPr lang="en-US" sz="1000" dirty="0">
              <a:solidFill>
                <a:prstClr val="black"/>
              </a:solidFill>
            </a:endParaRPr>
          </a:p>
        </p:txBody>
      </p:sp>
      <p:sp>
        <p:nvSpPr>
          <p:cNvPr id="49" name="Text Placeholder 13">
            <a:extLst>
              <a:ext uri="{FF2B5EF4-FFF2-40B4-BE49-F238E27FC236}">
                <a16:creationId xmlns:a16="http://schemas.microsoft.com/office/drawing/2014/main" id="{67B10EEE-BF1A-4587-0DE7-065C396FC396}"/>
              </a:ext>
            </a:extLst>
          </p:cNvPr>
          <p:cNvSpPr txBox="1">
            <a:spLocks/>
          </p:cNvSpPr>
          <p:nvPr/>
        </p:nvSpPr>
        <p:spPr>
          <a:xfrm>
            <a:off x="313683" y="2678553"/>
            <a:ext cx="2950536" cy="153093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171450" indent="-17145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Graphik" panose="020B0503030202060203" pitchFamily="34" charset="0"/>
                <a:ea typeface="+mn-ea"/>
                <a:cs typeface="+mn-cs"/>
              </a:defRPr>
            </a:lvl1pPr>
            <a:lvl2pPr marL="511175" indent="-22860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Graphik" panose="020B0503030202060203" pitchFamily="34" charset="77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lang="en-US" sz="1800" kern="1200" dirty="0" smtClean="0">
                <a:solidFill>
                  <a:schemeClr val="accent1"/>
                </a:solidFill>
                <a:latin typeface="Graphik" panose="020B0503030202060203" pitchFamily="34" charset="77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kern="1200" cap="all" baseline="0">
                <a:solidFill>
                  <a:schemeClr val="accent2"/>
                </a:solidFill>
                <a:latin typeface="Graphik" panose="020B0503030202060203" pitchFamily="34" charset="77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 kern="1200">
                <a:solidFill>
                  <a:schemeClr val="accent4"/>
                </a:solidFill>
                <a:latin typeface="Graphik" panose="020B0503030202060203" pitchFamily="34" charset="77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lnSpc>
                <a:spcPct val="100000"/>
              </a:lnSpc>
              <a:spcBef>
                <a:spcPts val="300"/>
              </a:spcBef>
              <a:buClr>
                <a:srgbClr val="549E39"/>
              </a:buClr>
              <a:buNone/>
              <a:defRPr/>
            </a:pPr>
            <a:r>
              <a:rPr lang="en-US" sz="1000" dirty="0">
                <a:solidFill>
                  <a:prstClr val="black"/>
                </a:solidFill>
              </a:rPr>
              <a:t>+2 years working in Accenture Argentina, as a Data Engineering Associate, providing automation solutions for clients in different industries with Automation Anywhere 360 up to now.</a:t>
            </a:r>
            <a:endParaRPr lang="en-US" sz="1000" dirty="0"/>
          </a:p>
        </p:txBody>
      </p:sp>
      <p:sp>
        <p:nvSpPr>
          <p:cNvPr id="51" name="Text Placeholder 13">
            <a:extLst>
              <a:ext uri="{FF2B5EF4-FFF2-40B4-BE49-F238E27FC236}">
                <a16:creationId xmlns:a16="http://schemas.microsoft.com/office/drawing/2014/main" id="{72302F36-E7BC-42A3-0A43-CDD2E2AB577E}"/>
              </a:ext>
            </a:extLst>
          </p:cNvPr>
          <p:cNvSpPr txBox="1">
            <a:spLocks/>
          </p:cNvSpPr>
          <p:nvPr/>
        </p:nvSpPr>
        <p:spPr>
          <a:xfrm>
            <a:off x="249438" y="5511677"/>
            <a:ext cx="2702016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English (C1)</a:t>
            </a:r>
          </a:p>
          <a:p>
            <a:r>
              <a:rPr lang="en-US" dirty="0"/>
              <a:t>Spanish (Native)</a:t>
            </a:r>
          </a:p>
          <a:p>
            <a:pPr marL="0" indent="0">
              <a:buNone/>
            </a:pPr>
            <a:endParaRPr lang="es-AR" dirty="0"/>
          </a:p>
        </p:txBody>
      </p:sp>
      <p:sp>
        <p:nvSpPr>
          <p:cNvPr id="53" name="Text Placeholder 13">
            <a:extLst>
              <a:ext uri="{FF2B5EF4-FFF2-40B4-BE49-F238E27FC236}">
                <a16:creationId xmlns:a16="http://schemas.microsoft.com/office/drawing/2014/main" id="{30377A8A-69CD-5F83-DA2E-98B9A486EC39}"/>
              </a:ext>
            </a:extLst>
          </p:cNvPr>
          <p:cNvSpPr txBox="1">
            <a:spLocks/>
          </p:cNvSpPr>
          <p:nvPr/>
        </p:nvSpPr>
        <p:spPr>
          <a:xfrm>
            <a:off x="3597166" y="5523679"/>
            <a:ext cx="3044481" cy="719719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defPPr>
              <a:defRPr lang="en-US"/>
            </a:defPPr>
            <a:lvl1pPr marL="171450" indent="-17145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000">
                <a:latin typeface="Graphik"/>
              </a:defRPr>
            </a:lvl1pPr>
            <a:lvl2pPr marL="511175" indent="-228600">
              <a:lnSpc>
                <a:spcPct val="80000"/>
              </a:lnSpc>
              <a:spcBef>
                <a:spcPts val="0"/>
              </a:spcBef>
              <a:spcAft>
                <a:spcPts val="300"/>
              </a:spcAft>
              <a:buClr>
                <a:schemeClr val="accent1"/>
              </a:buClr>
              <a:buFont typeface="Arial" panose="020B0604020202020204" pitchFamily="34" charset="0"/>
              <a:buChar char="•"/>
              <a:defRPr sz="1400">
                <a:latin typeface="Graphik" panose="020B0503030202060203" pitchFamily="34" charset="77"/>
              </a:defRPr>
            </a:lvl2pPr>
            <a:lvl3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>
                <a:solidFill>
                  <a:schemeClr val="accent1"/>
                </a:solidFill>
                <a:latin typeface="Graphik" panose="020B0503030202060203" pitchFamily="34" charset="77"/>
              </a:defRPr>
            </a:lvl3pPr>
            <a:lvl4pPr marL="0" indent="0">
              <a:lnSpc>
                <a:spcPct val="8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600" b="1" cap="all" baseline="0">
                <a:solidFill>
                  <a:schemeClr val="accent2"/>
                </a:solidFill>
                <a:latin typeface="Graphik" panose="020B0503030202060203" pitchFamily="34" charset="77"/>
              </a:defRPr>
            </a:lvl4pPr>
            <a:lvl5pPr marL="0" indent="0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Font typeface="Arial" panose="020B0604020202020204" pitchFamily="34" charset="0"/>
              <a:buNone/>
              <a:defRPr sz="1400" b="1">
                <a:solidFill>
                  <a:schemeClr val="accent4"/>
                </a:solidFill>
                <a:latin typeface="Graphik" panose="020B0503030202060203" pitchFamily="34" charset="77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b="0" i="0" dirty="0">
                <a:solidFill>
                  <a:srgbClr val="202124"/>
                </a:solidFill>
                <a:effectLst/>
                <a:latin typeface="Graphik" panose="020B0503030202060203" pitchFamily="34" charset="0"/>
              </a:rPr>
              <a:t>Metals and Mining </a:t>
            </a:r>
            <a:r>
              <a:rPr lang="en-US" dirty="0"/>
              <a:t>– IT Services</a:t>
            </a:r>
          </a:p>
          <a:p>
            <a:r>
              <a:rPr lang="en-US" dirty="0"/>
              <a:t>Bank –  IT Services</a:t>
            </a:r>
          </a:p>
        </p:txBody>
      </p:sp>
      <p:sp>
        <p:nvSpPr>
          <p:cNvPr id="67" name="Text Placeholder 11">
            <a:extLst>
              <a:ext uri="{FF2B5EF4-FFF2-40B4-BE49-F238E27FC236}">
                <a16:creationId xmlns:a16="http://schemas.microsoft.com/office/drawing/2014/main" id="{C6A51E4F-7155-0013-A033-1BFC0B3D9F3D}"/>
              </a:ext>
            </a:extLst>
          </p:cNvPr>
          <p:cNvSpPr txBox="1">
            <a:spLocks/>
          </p:cNvSpPr>
          <p:nvPr/>
        </p:nvSpPr>
        <p:spPr>
          <a:xfrm>
            <a:off x="6939206" y="592360"/>
            <a:ext cx="5081751" cy="579659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lang="en-US" sz="4800" b="1" kern="1200" dirty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  <a:lvl2pPr marL="4572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Font typeface="Graphik" panose="020B0503030202060203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2286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113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503030202060203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2286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Font typeface="Graphik" panose="020B0604020202020204" pitchFamily="34" charset="0"/>
              <a:buNone/>
              <a:defRPr sz="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 ROBOTICS LATAM @ Metals &amp; Mining COMPANY, Chile.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Support &amp;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Bot development and deployment for finance and accounting processes.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Automation Anywhere 360 with SAP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ROBOTICS LATAM @ Bank COMPANY, Chile.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Support &amp;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Bot development and deployment for internal </a:t>
            </a:r>
            <a:r>
              <a:rPr lang="en-US" sz="1000" b="0" i="0" dirty="0">
                <a:effectLst/>
                <a:latin typeface="+mn-lt"/>
              </a:rPr>
              <a:t>Business Process Outsourcing</a:t>
            </a:r>
            <a:r>
              <a:rPr lang="en-US" sz="1000" b="0" dirty="0">
                <a:latin typeface="+mn-lt"/>
                <a:cs typeface="Calibri" panose="020F0502020204030204" pitchFamily="34" charset="0"/>
              </a:rPr>
              <a:t>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Automation Anywhere Migration 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Automation Anywhere 360 </a:t>
            </a:r>
          </a:p>
          <a:p>
            <a:pPr algn="just">
              <a:spcBef>
                <a:spcPts val="100"/>
              </a:spcBef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ROBOTICS LATAM @ Metals &amp; Mining COMPANY, Chile.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Support &amp;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Bot development and deployment for finance and accounting processes.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Automation Anywhere Migration</a:t>
            </a:r>
          </a:p>
          <a:p>
            <a:pPr>
              <a:spcAft>
                <a:spcPts val="300"/>
              </a:spcAft>
            </a:pPr>
            <a:r>
              <a:rPr lang="en-US" sz="1000" dirty="0">
                <a:solidFill>
                  <a:srgbClr val="000000"/>
                </a:solidFill>
                <a:latin typeface="+mn-lt"/>
              </a:rPr>
              <a:t>ROBOTICS LATAM @ Metals &amp; Mining COMPANY, Chile.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Role Title: Support &amp; RPA Developer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Bot development and deployment for finance and accounting processes.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000" b="0" dirty="0">
                <a:latin typeface="+mn-lt"/>
                <a:cs typeface="Calibri" panose="020F0502020204030204" pitchFamily="34" charset="0"/>
              </a:rPr>
              <a:t>Automation v11</a:t>
            </a:r>
          </a:p>
        </p:txBody>
      </p:sp>
      <p:sp>
        <p:nvSpPr>
          <p:cNvPr id="69" name="Footer Placeholder 3">
            <a:extLst>
              <a:ext uri="{FF2B5EF4-FFF2-40B4-BE49-F238E27FC236}">
                <a16:creationId xmlns:a16="http://schemas.microsoft.com/office/drawing/2014/main" id="{17669171-BA86-2E1F-B097-BA943AB81E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15200" y="6488234"/>
            <a:ext cx="4114800" cy="198318"/>
          </a:xfrm>
        </p:spPr>
        <p:txBody>
          <a:bodyPr wrap="square" lIns="0" tIns="0" rIns="0" bIns="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Copyright © 2023 Accenture.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All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rights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s-ES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reserved</a:t>
            </a:r>
            <a:r>
              <a:rPr lang="es-ES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.</a:t>
            </a:r>
          </a:p>
        </p:txBody>
      </p:sp>
      <p:sp>
        <p:nvSpPr>
          <p:cNvPr id="70" name="Title 8">
            <a:extLst>
              <a:ext uri="{FF2B5EF4-FFF2-40B4-BE49-F238E27FC236}">
                <a16:creationId xmlns:a16="http://schemas.microsoft.com/office/drawing/2014/main" id="{96770A72-DC69-0907-ADF8-C3F228C3B9E6}"/>
              </a:ext>
            </a:extLst>
          </p:cNvPr>
          <p:cNvSpPr txBox="1">
            <a:spLocks/>
          </p:cNvSpPr>
          <p:nvPr/>
        </p:nvSpPr>
        <p:spPr>
          <a:xfrm>
            <a:off x="641267" y="6217505"/>
            <a:ext cx="5761038" cy="739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000" dirty="0">
                <a:solidFill>
                  <a:schemeClr val="bg1"/>
                </a:solidFill>
              </a:rPr>
              <a:t>Accenture</a:t>
            </a:r>
          </a:p>
        </p:txBody>
      </p:sp>
      <p:pic>
        <p:nvPicPr>
          <p:cNvPr id="17" name="Picture 16" descr="A person taking a selfie&#10;&#10;Description automatically generated">
            <a:extLst>
              <a:ext uri="{FF2B5EF4-FFF2-40B4-BE49-F238E27FC236}">
                <a16:creationId xmlns:a16="http://schemas.microsoft.com/office/drawing/2014/main" id="{2D13AE8F-333F-0259-4D6F-A9A22B8D7EA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741" y="741209"/>
            <a:ext cx="1481237" cy="1481237"/>
          </a:xfrm>
          <a:prstGeom prst="ellipse">
            <a:avLst/>
          </a:prstGeom>
          <a:ln w="63500" cap="rnd">
            <a:noFill/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D737BD92-55AE-7906-8ED9-03C2A0CFC0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9870" y="1668365"/>
            <a:ext cx="994500" cy="40100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7097C49C-E974-4501-484D-D3F9F02FB43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7510" y="1642515"/>
            <a:ext cx="455565" cy="487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795415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vZvkRSR5KMO17f7BvNcZA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emeACN2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Custom 1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custClrLst>
    <a:custClr name="Accent Purple 1">
      <a:srgbClr val="B455AA"/>
    </a:custClr>
    <a:custClr name="Accent Purple 2">
      <a:srgbClr val="A055F5"/>
    </a:custClr>
    <a:custClr name="Accent Purple 3">
      <a:srgbClr val="BE82FF"/>
    </a:custClr>
    <a:custClr name="Accent Purple 4">
      <a:srgbClr val="DCAFFF"/>
    </a:custClr>
    <a:custClr name="Accent Purple 5">
      <a:srgbClr val="E6DC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ANK">
      <a:srgbClr val="FFFFFF"/>
    </a:custClr>
    <a:custClr name="Blue">
      <a:srgbClr val="0041F0"/>
    </a:custClr>
    <a:custClr name="Light Blue">
      <a:srgbClr val="00FFFF"/>
    </a:custClr>
    <a:custClr name="Green">
      <a:srgbClr val="64FF50"/>
    </a:custClr>
    <a:custClr name="Blue Green">
      <a:srgbClr val="05F0A5"/>
    </a:custClr>
    <a:custClr name="Red">
      <a:srgbClr val="FF3246"/>
    </a:custClr>
    <a:custClr name="Pink">
      <a:srgbClr val="FF50A0"/>
    </a:custClr>
    <a:custClr name="Orange">
      <a:srgbClr val="FF7800"/>
    </a:custClr>
    <a:custClr name="Yellow">
      <a:srgbClr val="FFEB32"/>
    </a:custClr>
    <a:custClr name="BLANK">
      <a:srgbClr val="FFFFFF"/>
    </a:custClr>
    <a:custClr name="BLANK">
      <a:srgbClr val="FFFFFF"/>
    </a:custClr>
  </a:custClrLst>
  <a:extLst>
    <a:ext uri="{05A4C25C-085E-4340-85A3-A5531E510DB2}">
      <thm15:themeFamily xmlns:thm15="http://schemas.microsoft.com/office/thememl/2012/main" name="ThemeACN2" id="{C5CBB487-2795-4FA3-82FE-53D900CF3761}" vid="{C10CF5D9-D365-43EF-8820-07B68B70E832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1666D6F4CFFA446B5D32C4039F08BDD" ma:contentTypeVersion="11" ma:contentTypeDescription="Create a new document." ma:contentTypeScope="" ma:versionID="24e4c7a8421853a402df6e265f794394">
  <xsd:schema xmlns:xsd="http://www.w3.org/2001/XMLSchema" xmlns:xs="http://www.w3.org/2001/XMLSchema" xmlns:p="http://schemas.microsoft.com/office/2006/metadata/properties" xmlns:ns2="9e5dff9b-ec84-400a-8d4d-02e969566393" xmlns:ns3="9e1adda6-93f2-443e-b0ef-40d6e1dc8c9d" targetNamespace="http://schemas.microsoft.com/office/2006/metadata/properties" ma:root="true" ma:fieldsID="ca37c5a048a84fd67bc1e66e7d26fe3d" ns2:_="" ns3:_="">
    <xsd:import namespace="9e5dff9b-ec84-400a-8d4d-02e969566393"/>
    <xsd:import namespace="9e1adda6-93f2-443e-b0ef-40d6e1dc8c9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5dff9b-ec84-400a-8d4d-02e96956639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1adda6-93f2-443e-b0ef-40d6e1dc8c9d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54a7b0e6-297d-4a6a-b5d6-da3887b93b0d}" ma:internalName="TaxCatchAll" ma:showField="CatchAllData" ma:web="9e1adda6-93f2-443e-b0ef-40d6e1dc8c9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5dff9b-ec84-400a-8d4d-02e969566393">
      <Terms xmlns="http://schemas.microsoft.com/office/infopath/2007/PartnerControls"/>
    </lcf76f155ced4ddcb4097134ff3c332f>
    <TaxCatchAll xmlns="9e1adda6-93f2-443e-b0ef-40d6e1dc8c9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86DEFF-A5B2-4276-A9AC-CF55FE3091D7}"/>
</file>

<file path=customXml/itemProps2.xml><?xml version="1.0" encoding="utf-8"?>
<ds:datastoreItem xmlns:ds="http://schemas.openxmlformats.org/officeDocument/2006/customXml" ds:itemID="{25F190C0-2289-408C-859E-D9DE16203037}">
  <ds:schemaRefs>
    <ds:schemaRef ds:uri="http://schemas.microsoft.com/office/2006/metadata/properties"/>
    <ds:schemaRef ds:uri="http://www.w3.org/XML/1998/namespace"/>
    <ds:schemaRef ds:uri="http://schemas.microsoft.com/office/infopath/2007/PartnerControls"/>
    <ds:schemaRef ds:uri="118bdf6a-17d6-42f2-bf93-b799822b66d5"/>
    <ds:schemaRef ds:uri="http://purl.org/dc/elements/1.1/"/>
    <ds:schemaRef ds:uri="http://schemas.microsoft.com/office/2006/documentManagement/types"/>
    <ds:schemaRef ds:uri="3f7fa16c-f0a7-4e93-83e5-916308b974b7"/>
    <ds:schemaRef ds:uri="http://purl.org/dc/dcmitype/"/>
    <ds:schemaRef ds:uri="http://schemas.openxmlformats.org/package/2006/metadata/core-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D13FB34-5A1C-4C07-9505-15A13190B9D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928</TotalTime>
  <Words>279</Words>
  <Application>Microsoft Office PowerPoint</Application>
  <PresentationFormat>Widescreen</PresentationFormat>
  <Paragraphs>45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Arial</vt:lpstr>
      <vt:lpstr>Calibri</vt:lpstr>
      <vt:lpstr>Calibri Light</vt:lpstr>
      <vt:lpstr>Graphik</vt:lpstr>
      <vt:lpstr>Graphik Black</vt:lpstr>
      <vt:lpstr>GT Sectra Fine Rg</vt:lpstr>
      <vt:lpstr>Office Theme</vt:lpstr>
      <vt:lpstr>ThemeACN2</vt:lpstr>
      <vt:lpstr>think-cell Slide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Comerci, Sandro</dc:creator>
  <cp:lastModifiedBy>Sommer, Beth</cp:lastModifiedBy>
  <cp:revision>20</cp:revision>
  <dcterms:created xsi:type="dcterms:W3CDTF">2022-12-16T18:40:20Z</dcterms:created>
  <dcterms:modified xsi:type="dcterms:W3CDTF">2023-09-29T19:57:18Z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0x010100D1666D6F4CFFA446B5D32C4039F08BDD</vt:lpwstr>
  </property>
  <property fmtid="{D5CDD505-2E9C-101B-9397-08002B2CF9AE}" pid="3" name="MediaServiceImageTags">
    <vt:lpwstr/>
  </property>
</Properties>
</file>