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7"/>
  </p:notesMasterIdLst>
  <p:sldIdLst>
    <p:sldId id="207613621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71FC70-379D-4A11-B7E2-BF38A7DDBD62}" v="8" dt="2024-01-16T20:06:15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78" d="100"/>
          <a:sy n="78" d="100"/>
        </p:scale>
        <p:origin x="1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glio, Silvina" userId="b649d670-a3e4-4e31-b400-e2fd21c0dc6e" providerId="ADAL" clId="{564DF159-40B9-48A9-A534-550A86AD4355}"/>
    <pc:docChg chg="undo redo custSel modSld">
      <pc:chgData name="Teglio, Silvina" userId="b649d670-a3e4-4e31-b400-e2fd21c0dc6e" providerId="ADAL" clId="{564DF159-40B9-48A9-A534-550A86AD4355}" dt="2023-10-06T20:25:08.108" v="2930" actId="20577"/>
      <pc:docMkLst>
        <pc:docMk/>
      </pc:docMkLst>
      <pc:sldChg chg="addSp delSp modSp mod">
        <pc:chgData name="Teglio, Silvina" userId="b649d670-a3e4-4e31-b400-e2fd21c0dc6e" providerId="ADAL" clId="{564DF159-40B9-48A9-A534-550A86AD4355}" dt="2023-10-06T20:25:08.108" v="2930" actId="20577"/>
        <pc:sldMkLst>
          <pc:docMk/>
          <pc:sldMk cId="3747954151" sldId="2076136212"/>
        </pc:sldMkLst>
        <pc:spChg chg="mod">
          <ac:chgData name="Teglio, Silvina" userId="b649d670-a3e4-4e31-b400-e2fd21c0dc6e" providerId="ADAL" clId="{564DF159-40B9-48A9-A534-550A86AD4355}" dt="2023-09-29T19:49:13.855" v="1584" actId="1076"/>
          <ac:spMkLst>
            <pc:docMk/>
            <pc:sldMk cId="3747954151" sldId="2076136212"/>
            <ac:spMk id="2" creationId="{1CEEF2B6-12FF-1F3B-0ADF-93251083EC65}"/>
          </ac:spMkLst>
        </pc:spChg>
        <pc:spChg chg="add del mod">
          <ac:chgData name="Teglio, Silvina" userId="b649d670-a3e4-4e31-b400-e2fd21c0dc6e" providerId="ADAL" clId="{564DF159-40B9-48A9-A534-550A86AD4355}" dt="2023-09-29T18:44:38.615" v="1244" actId="20577"/>
          <ac:spMkLst>
            <pc:docMk/>
            <pc:sldMk cId="3747954151" sldId="2076136212"/>
            <ac:spMk id="3" creationId="{FBD5EC0B-4D54-E441-7F31-D4C98525F636}"/>
          </ac:spMkLst>
        </pc:spChg>
        <pc:spChg chg="add del mod">
          <ac:chgData name="Teglio, Silvina" userId="b649d670-a3e4-4e31-b400-e2fd21c0dc6e" providerId="ADAL" clId="{564DF159-40B9-48A9-A534-550A86AD4355}" dt="2023-09-29T16:35:51.910" v="79" actId="478"/>
          <ac:spMkLst>
            <pc:docMk/>
            <pc:sldMk cId="3747954151" sldId="2076136212"/>
            <ac:spMk id="6" creationId="{CFF06001-A344-A705-AFE2-82CCA4E08052}"/>
          </ac:spMkLst>
        </pc:spChg>
        <pc:spChg chg="add del mod">
          <ac:chgData name="Teglio, Silvina" userId="b649d670-a3e4-4e31-b400-e2fd21c0dc6e" providerId="ADAL" clId="{564DF159-40B9-48A9-A534-550A86AD4355}" dt="2023-09-29T16:35:42.381" v="76" actId="478"/>
          <ac:spMkLst>
            <pc:docMk/>
            <pc:sldMk cId="3747954151" sldId="2076136212"/>
            <ac:spMk id="7" creationId="{E085524F-EA0C-D04C-8826-11429AA55783}"/>
          </ac:spMkLst>
        </pc:spChg>
        <pc:spChg chg="mod">
          <ac:chgData name="Teglio, Silvina" userId="b649d670-a3e4-4e31-b400-e2fd21c0dc6e" providerId="ADAL" clId="{564DF159-40B9-48A9-A534-550A86AD4355}" dt="2023-10-02T15:13:57.244" v="2257" actId="14100"/>
          <ac:spMkLst>
            <pc:docMk/>
            <pc:sldMk cId="3747954151" sldId="2076136212"/>
            <ac:spMk id="9" creationId="{74A37382-FFD1-74CD-A6A0-BA715F04BEDE}"/>
          </ac:spMkLst>
        </pc:spChg>
        <pc:spChg chg="mod">
          <ac:chgData name="Teglio, Silvina" userId="b649d670-a3e4-4e31-b400-e2fd21c0dc6e" providerId="ADAL" clId="{564DF159-40B9-48A9-A534-550A86AD4355}" dt="2023-10-02T15:14:01.577" v="2258" actId="1076"/>
          <ac:spMkLst>
            <pc:docMk/>
            <pc:sldMk cId="3747954151" sldId="2076136212"/>
            <ac:spMk id="11" creationId="{0E58DF97-0E0E-C3A8-6E0E-C6ED1FC42713}"/>
          </ac:spMkLst>
        </pc:spChg>
        <pc:spChg chg="mod ord">
          <ac:chgData name="Teglio, Silvina" userId="b649d670-a3e4-4e31-b400-e2fd21c0dc6e" providerId="ADAL" clId="{564DF159-40B9-48A9-A534-550A86AD4355}" dt="2023-10-02T15:19:59.224" v="2331" actId="14100"/>
          <ac:spMkLst>
            <pc:docMk/>
            <pc:sldMk cId="3747954151" sldId="2076136212"/>
            <ac:spMk id="12" creationId="{C99CBEA1-1572-AE45-9D04-FA330F835AD4}"/>
          </ac:spMkLst>
        </pc:spChg>
        <pc:spChg chg="add del mod">
          <ac:chgData name="Teglio, Silvina" userId="b649d670-a3e4-4e31-b400-e2fd21c0dc6e" providerId="ADAL" clId="{564DF159-40B9-48A9-A534-550A86AD4355}" dt="2023-09-29T16:35:57.192" v="82"/>
          <ac:spMkLst>
            <pc:docMk/>
            <pc:sldMk cId="3747954151" sldId="2076136212"/>
            <ac:spMk id="14" creationId="{931376B6-75A4-9356-A1E9-BB06CE79B269}"/>
          </ac:spMkLst>
        </pc:spChg>
        <pc:spChg chg="add mod">
          <ac:chgData name="Teglio, Silvina" userId="b649d670-a3e4-4e31-b400-e2fd21c0dc6e" providerId="ADAL" clId="{564DF159-40B9-48A9-A534-550A86AD4355}" dt="2023-09-29T16:36:47.027" v="97" actId="20577"/>
          <ac:spMkLst>
            <pc:docMk/>
            <pc:sldMk cId="3747954151" sldId="2076136212"/>
            <ac:spMk id="15" creationId="{FD0233BF-5558-EA9A-9D15-15B5881AC880}"/>
          </ac:spMkLst>
        </pc:spChg>
        <pc:spChg chg="add mod">
          <ac:chgData name="Teglio, Silvina" userId="b649d670-a3e4-4e31-b400-e2fd21c0dc6e" providerId="ADAL" clId="{564DF159-40B9-48A9-A534-550A86AD4355}" dt="2023-10-02T15:32:17.595" v="2658" actId="1076"/>
          <ac:spMkLst>
            <pc:docMk/>
            <pc:sldMk cId="3747954151" sldId="2076136212"/>
            <ac:spMk id="18" creationId="{3CA2A7C4-B184-C0DD-E6E0-A55752891F9B}"/>
          </ac:spMkLst>
        </pc:spChg>
        <pc:spChg chg="add del">
          <ac:chgData name="Teglio, Silvina" userId="b649d670-a3e4-4e31-b400-e2fd21c0dc6e" providerId="ADAL" clId="{564DF159-40B9-48A9-A534-550A86AD4355}" dt="2023-09-29T17:06:16.922" v="671"/>
          <ac:spMkLst>
            <pc:docMk/>
            <pc:sldMk cId="3747954151" sldId="2076136212"/>
            <ac:spMk id="19" creationId="{A2F1CDE8-976D-F953-2FB7-FB6DCF9CB8E0}"/>
          </ac:spMkLst>
        </pc:spChg>
        <pc:spChg chg="add del">
          <ac:chgData name="Teglio, Silvina" userId="b649d670-a3e4-4e31-b400-e2fd21c0dc6e" providerId="ADAL" clId="{564DF159-40B9-48A9-A534-550A86AD4355}" dt="2023-09-29T17:06:22.427" v="674"/>
          <ac:spMkLst>
            <pc:docMk/>
            <pc:sldMk cId="3747954151" sldId="2076136212"/>
            <ac:spMk id="20" creationId="{68FB5CEF-511F-A1F6-A841-053FAAE7AF52}"/>
          </ac:spMkLst>
        </pc:spChg>
        <pc:spChg chg="add mod ord">
          <ac:chgData name="Teglio, Silvina" userId="b649d670-a3e4-4e31-b400-e2fd21c0dc6e" providerId="ADAL" clId="{564DF159-40B9-48A9-A534-550A86AD4355}" dt="2023-09-29T17:09:13.286" v="747" actId="167"/>
          <ac:spMkLst>
            <pc:docMk/>
            <pc:sldMk cId="3747954151" sldId="2076136212"/>
            <ac:spMk id="21" creationId="{1C913C99-630B-13F3-4F41-593D6CC6FB4C}"/>
          </ac:spMkLst>
        </pc:spChg>
        <pc:spChg chg="add mod ord">
          <ac:chgData name="Teglio, Silvina" userId="b649d670-a3e4-4e31-b400-e2fd21c0dc6e" providerId="ADAL" clId="{564DF159-40B9-48A9-A534-550A86AD4355}" dt="2023-09-29T18:51:06.629" v="1355" actId="14100"/>
          <ac:spMkLst>
            <pc:docMk/>
            <pc:sldMk cId="3747954151" sldId="2076136212"/>
            <ac:spMk id="22" creationId="{0D68290B-8AD2-56C0-BA23-F06BF2A7201A}"/>
          </ac:spMkLst>
        </pc:spChg>
        <pc:spChg chg="mod">
          <ac:chgData name="Teglio, Silvina" userId="b649d670-a3e4-4e31-b400-e2fd21c0dc6e" providerId="ADAL" clId="{564DF159-40B9-48A9-A534-550A86AD4355}" dt="2023-10-02T14:58:15.307" v="1696" actId="14100"/>
          <ac:spMkLst>
            <pc:docMk/>
            <pc:sldMk cId="3747954151" sldId="2076136212"/>
            <ac:spMk id="23" creationId="{CB125A6B-6104-78D8-2910-B3EC4F868DBE}"/>
          </ac:spMkLst>
        </pc:spChg>
        <pc:spChg chg="mod">
          <ac:chgData name="Teglio, Silvina" userId="b649d670-a3e4-4e31-b400-e2fd21c0dc6e" providerId="ADAL" clId="{564DF159-40B9-48A9-A534-550A86AD4355}" dt="2023-10-02T14:58:27.658" v="1698" actId="1076"/>
          <ac:spMkLst>
            <pc:docMk/>
            <pc:sldMk cId="3747954151" sldId="2076136212"/>
            <ac:spMk id="25" creationId="{3AF538BA-C4F9-94DB-B619-3A89CAF5483A}"/>
          </ac:spMkLst>
        </pc:spChg>
        <pc:spChg chg="mod ord">
          <ac:chgData name="Teglio, Silvina" userId="b649d670-a3e4-4e31-b400-e2fd21c0dc6e" providerId="ADAL" clId="{564DF159-40B9-48A9-A534-550A86AD4355}" dt="2023-10-02T15:32:07.094" v="2657" actId="14100"/>
          <ac:spMkLst>
            <pc:docMk/>
            <pc:sldMk cId="3747954151" sldId="2076136212"/>
            <ac:spMk id="26" creationId="{7AB14698-C111-E862-4B03-3CEA5E264033}"/>
          </ac:spMkLst>
        </pc:spChg>
        <pc:spChg chg="mod">
          <ac:chgData name="Teglio, Silvina" userId="b649d670-a3e4-4e31-b400-e2fd21c0dc6e" providerId="ADAL" clId="{564DF159-40B9-48A9-A534-550A86AD4355}" dt="2023-09-29T17:20:32.269" v="959" actId="1076"/>
          <ac:spMkLst>
            <pc:docMk/>
            <pc:sldMk cId="3747954151" sldId="2076136212"/>
            <ac:spMk id="28" creationId="{72A9259A-DC95-7929-2407-42F74D35B297}"/>
          </ac:spMkLst>
        </pc:spChg>
        <pc:spChg chg="mod ord">
          <ac:chgData name="Teglio, Silvina" userId="b649d670-a3e4-4e31-b400-e2fd21c0dc6e" providerId="ADAL" clId="{564DF159-40B9-48A9-A534-550A86AD4355}" dt="2023-10-02T15:32:25.067" v="2659" actId="1076"/>
          <ac:spMkLst>
            <pc:docMk/>
            <pc:sldMk cId="3747954151" sldId="2076136212"/>
            <ac:spMk id="35" creationId="{CAE6442A-7F7A-7520-E012-744876DD2E5B}"/>
          </ac:spMkLst>
        </pc:spChg>
        <pc:spChg chg="mod ord">
          <ac:chgData name="Teglio, Silvina" userId="b649d670-a3e4-4e31-b400-e2fd21c0dc6e" providerId="ADAL" clId="{564DF159-40B9-48A9-A534-550A86AD4355}" dt="2023-10-02T15:19:54.726" v="2330" actId="166"/>
          <ac:spMkLst>
            <pc:docMk/>
            <pc:sldMk cId="3747954151" sldId="2076136212"/>
            <ac:spMk id="37" creationId="{E2E6DC0A-D16B-3A77-6077-F57069BD7EDC}"/>
          </ac:spMkLst>
        </pc:spChg>
        <pc:spChg chg="mod">
          <ac:chgData name="Teglio, Silvina" userId="b649d670-a3e4-4e31-b400-e2fd21c0dc6e" providerId="ADAL" clId="{564DF159-40B9-48A9-A534-550A86AD4355}" dt="2023-10-02T14:58:24.721" v="1697" actId="1076"/>
          <ac:spMkLst>
            <pc:docMk/>
            <pc:sldMk cId="3747954151" sldId="2076136212"/>
            <ac:spMk id="40" creationId="{6F73DCD2-A285-29D0-D542-E4F69730AE06}"/>
          </ac:spMkLst>
        </pc:spChg>
        <pc:spChg chg="mod ord">
          <ac:chgData name="Teglio, Silvina" userId="b649d670-a3e4-4e31-b400-e2fd21c0dc6e" providerId="ADAL" clId="{564DF159-40B9-48A9-A534-550A86AD4355}" dt="2023-09-29T18:51:15.999" v="1363" actId="1036"/>
          <ac:spMkLst>
            <pc:docMk/>
            <pc:sldMk cId="3747954151" sldId="2076136212"/>
            <ac:spMk id="45" creationId="{83AF36ED-0DC5-5D34-4D4E-DFABF505923D}"/>
          </ac:spMkLst>
        </pc:spChg>
        <pc:spChg chg="mod">
          <ac:chgData name="Teglio, Silvina" userId="b649d670-a3e4-4e31-b400-e2fd21c0dc6e" providerId="ADAL" clId="{564DF159-40B9-48A9-A534-550A86AD4355}" dt="2023-10-02T15:37:00.120" v="2683" actId="20577"/>
          <ac:spMkLst>
            <pc:docMk/>
            <pc:sldMk cId="3747954151" sldId="2076136212"/>
            <ac:spMk id="47" creationId="{88916E2A-4E45-86B5-A986-94589B9AFC66}"/>
          </ac:spMkLst>
        </pc:spChg>
        <pc:spChg chg="mod">
          <ac:chgData name="Teglio, Silvina" userId="b649d670-a3e4-4e31-b400-e2fd21c0dc6e" providerId="ADAL" clId="{564DF159-40B9-48A9-A534-550A86AD4355}" dt="2023-09-29T16:32:13.304" v="71" actId="20577"/>
          <ac:spMkLst>
            <pc:docMk/>
            <pc:sldMk cId="3747954151" sldId="2076136212"/>
            <ac:spMk id="48" creationId="{CE6DAE4F-8226-621D-1573-393F25103FEA}"/>
          </ac:spMkLst>
        </pc:spChg>
        <pc:spChg chg="mod">
          <ac:chgData name="Teglio, Silvina" userId="b649d670-a3e4-4e31-b400-e2fd21c0dc6e" providerId="ADAL" clId="{564DF159-40B9-48A9-A534-550A86AD4355}" dt="2023-10-02T15:39:14.462" v="2696" actId="20577"/>
          <ac:spMkLst>
            <pc:docMk/>
            <pc:sldMk cId="3747954151" sldId="2076136212"/>
            <ac:spMk id="49" creationId="{67B10EEE-BF1A-4587-0DE7-065C396FC396}"/>
          </ac:spMkLst>
        </pc:spChg>
        <pc:spChg chg="mod">
          <ac:chgData name="Teglio, Silvina" userId="b649d670-a3e4-4e31-b400-e2fd21c0dc6e" providerId="ADAL" clId="{564DF159-40B9-48A9-A534-550A86AD4355}" dt="2023-10-02T15:18:14.726" v="2321" actId="14100"/>
          <ac:spMkLst>
            <pc:docMk/>
            <pc:sldMk cId="3747954151" sldId="2076136212"/>
            <ac:spMk id="51" creationId="{72302F36-E7BC-42A3-0A43-CDD2E2AB577E}"/>
          </ac:spMkLst>
        </pc:spChg>
        <pc:spChg chg="mod ord">
          <ac:chgData name="Teglio, Silvina" userId="b649d670-a3e4-4e31-b400-e2fd21c0dc6e" providerId="ADAL" clId="{564DF159-40B9-48A9-A534-550A86AD4355}" dt="2023-09-29T18:51:11.318" v="1360" actId="1036"/>
          <ac:spMkLst>
            <pc:docMk/>
            <pc:sldMk cId="3747954151" sldId="2076136212"/>
            <ac:spMk id="53" creationId="{30377A8A-69CD-5F83-DA2E-98B9A486EC39}"/>
          </ac:spMkLst>
        </pc:spChg>
        <pc:spChg chg="mod">
          <ac:chgData name="Teglio, Silvina" userId="b649d670-a3e4-4e31-b400-e2fd21c0dc6e" providerId="ADAL" clId="{564DF159-40B9-48A9-A534-550A86AD4355}" dt="2023-10-06T20:25:08.108" v="2930" actId="20577"/>
          <ac:spMkLst>
            <pc:docMk/>
            <pc:sldMk cId="3747954151" sldId="2076136212"/>
            <ac:spMk id="67" creationId="{C6A51E4F-7155-0013-A033-1BFC0B3D9F3D}"/>
          </ac:spMkLst>
        </pc:spChg>
        <pc:picChg chg="del">
          <ac:chgData name="Teglio, Silvina" userId="b649d670-a3e4-4e31-b400-e2fd21c0dc6e" providerId="ADAL" clId="{564DF159-40B9-48A9-A534-550A86AD4355}" dt="2023-09-29T16:16:22.502" v="29" actId="478"/>
          <ac:picMkLst>
            <pc:docMk/>
            <pc:sldMk cId="3747954151" sldId="2076136212"/>
            <ac:picMk id="4" creationId="{F0E90656-A5DC-0DDA-8E1B-CD1C0B8EC8CD}"/>
          </ac:picMkLst>
        </pc:picChg>
        <pc:picChg chg="del">
          <ac:chgData name="Teglio, Silvina" userId="b649d670-a3e4-4e31-b400-e2fd21c0dc6e" providerId="ADAL" clId="{564DF159-40B9-48A9-A534-550A86AD4355}" dt="2023-09-29T16:16:20.375" v="28" actId="478"/>
          <ac:picMkLst>
            <pc:docMk/>
            <pc:sldMk cId="3747954151" sldId="2076136212"/>
            <ac:picMk id="5" creationId="{9C7A6EE1-714C-639C-5E7D-8692FA1A08EB}"/>
          </ac:picMkLst>
        </pc:picChg>
        <pc:picChg chg="mod">
          <ac:chgData name="Teglio, Silvina" userId="b649d670-a3e4-4e31-b400-e2fd21c0dc6e" providerId="ADAL" clId="{564DF159-40B9-48A9-A534-550A86AD4355}" dt="2023-09-29T16:17:34.261" v="53" actId="1076"/>
          <ac:picMkLst>
            <pc:docMk/>
            <pc:sldMk cId="3747954151" sldId="2076136212"/>
            <ac:picMk id="8" creationId="{1E946E00-966C-504F-8587-9DD04432E800}"/>
          </ac:picMkLst>
        </pc:picChg>
        <pc:picChg chg="del">
          <ac:chgData name="Teglio, Silvina" userId="b649d670-a3e4-4e31-b400-e2fd21c0dc6e" providerId="ADAL" clId="{564DF159-40B9-48A9-A534-550A86AD4355}" dt="2023-09-29T16:15:10.202" v="0" actId="478"/>
          <ac:picMkLst>
            <pc:docMk/>
            <pc:sldMk cId="3747954151" sldId="2076136212"/>
            <ac:picMk id="10" creationId="{6C57AE48-CBC7-CD76-61A8-A2B974BECAF9}"/>
          </ac:picMkLst>
        </pc:picChg>
        <pc:picChg chg="ord">
          <ac:chgData name="Teglio, Silvina" userId="b649d670-a3e4-4e31-b400-e2fd21c0dc6e" providerId="ADAL" clId="{564DF159-40B9-48A9-A534-550A86AD4355}" dt="2023-09-29T17:10:35.315" v="760" actId="166"/>
          <ac:picMkLst>
            <pc:docMk/>
            <pc:sldMk cId="3747954151" sldId="2076136212"/>
            <ac:picMk id="13" creationId="{339CA5F8-5150-298C-D8C9-4C8811B32464}"/>
          </ac:picMkLst>
        </pc:picChg>
        <pc:picChg chg="add mod">
          <ac:chgData name="Teglio, Silvina" userId="b649d670-a3e4-4e31-b400-e2fd21c0dc6e" providerId="ADAL" clId="{564DF159-40B9-48A9-A534-550A86AD4355}" dt="2023-09-29T19:45:34.004" v="1581" actId="1076"/>
          <ac:picMkLst>
            <pc:docMk/>
            <pc:sldMk cId="3747954151" sldId="2076136212"/>
            <ac:picMk id="17" creationId="{98D82F90-02A0-07E0-FE20-BC2B8D7D4E2F}"/>
          </ac:picMkLst>
        </pc:picChg>
        <pc:picChg chg="add">
          <ac:chgData name="Teglio, Silvina" userId="b649d670-a3e4-4e31-b400-e2fd21c0dc6e" providerId="ADAL" clId="{564DF159-40B9-48A9-A534-550A86AD4355}" dt="2023-09-29T16:35:29.449" v="72"/>
          <ac:picMkLst>
            <pc:docMk/>
            <pc:sldMk cId="3747954151" sldId="2076136212"/>
            <ac:picMk id="1026" creationId="{064A7056-4973-9CAD-44E3-C60AA0D4C756}"/>
          </ac:picMkLst>
        </pc:picChg>
        <pc:picChg chg="add del mod">
          <ac:chgData name="Teglio, Silvina" userId="b649d670-a3e4-4e31-b400-e2fd21c0dc6e" providerId="ADAL" clId="{564DF159-40B9-48A9-A534-550A86AD4355}" dt="2023-09-29T16:35:38.058" v="75" actId="478"/>
          <ac:picMkLst>
            <pc:docMk/>
            <pc:sldMk cId="3747954151" sldId="2076136212"/>
            <ac:picMk id="1028" creationId="{D4174233-763B-D59F-9ECB-FA5F91A3E3BA}"/>
          </ac:picMkLst>
        </pc:picChg>
        <pc:picChg chg="add del mod">
          <ac:chgData name="Teglio, Silvina" userId="b649d670-a3e4-4e31-b400-e2fd21c0dc6e" providerId="ADAL" clId="{564DF159-40B9-48A9-A534-550A86AD4355}" dt="2023-09-29T16:35:57.192" v="82"/>
          <ac:picMkLst>
            <pc:docMk/>
            <pc:sldMk cId="3747954151" sldId="2076136212"/>
            <ac:picMk id="1030" creationId="{5C60F921-819E-1E3E-41F1-1C14F2867BA1}"/>
          </ac:picMkLst>
        </pc:picChg>
      </pc:sldChg>
    </pc:docChg>
  </pc:docChgLst>
  <pc:docChgLst>
    <pc:chgData name="Teglio, Silvina" userId="S::silvina.teglio@accenture.com::b649d670-a3e4-4e31-b400-e2fd21c0dc6e" providerId="AD" clId="Web-{5771FC70-379D-4A11-B7E2-BF38A7DDBD62}"/>
    <pc:docChg chg="modSld">
      <pc:chgData name="Teglio, Silvina" userId="S::silvina.teglio@accenture.com::b649d670-a3e4-4e31-b400-e2fd21c0dc6e" providerId="AD" clId="Web-{5771FC70-379D-4A11-B7E2-BF38A7DDBD62}" dt="2024-01-16T20:06:09.635" v="6" actId="20577"/>
      <pc:docMkLst>
        <pc:docMk/>
      </pc:docMkLst>
      <pc:sldChg chg="modSp">
        <pc:chgData name="Teglio, Silvina" userId="S::silvina.teglio@accenture.com::b649d670-a3e4-4e31-b400-e2fd21c0dc6e" providerId="AD" clId="Web-{5771FC70-379D-4A11-B7E2-BF38A7DDBD62}" dt="2024-01-16T20:06:09.635" v="6" actId="20577"/>
        <pc:sldMkLst>
          <pc:docMk/>
          <pc:sldMk cId="3747954151" sldId="2076136212"/>
        </pc:sldMkLst>
        <pc:spChg chg="mod">
          <ac:chgData name="Teglio, Silvina" userId="S::silvina.teglio@accenture.com::b649d670-a3e4-4e31-b400-e2fd21c0dc6e" providerId="AD" clId="Web-{5771FC70-379D-4A11-B7E2-BF38A7DDBD62}" dt="2024-01-16T20:05:57.229" v="4" actId="20577"/>
          <ac:spMkLst>
            <pc:docMk/>
            <pc:sldMk cId="3747954151" sldId="2076136212"/>
            <ac:spMk id="4" creationId="{818C1D37-7923-6EA2-0823-34D11695E281}"/>
          </ac:spMkLst>
        </pc:spChg>
        <pc:spChg chg="mod">
          <ac:chgData name="Teglio, Silvina" userId="S::silvina.teglio@accenture.com::b649d670-a3e4-4e31-b400-e2fd21c0dc6e" providerId="AD" clId="Web-{5771FC70-379D-4A11-B7E2-BF38A7DDBD62}" dt="2024-01-16T20:06:09.635" v="6" actId="20577"/>
          <ac:spMkLst>
            <pc:docMk/>
            <pc:sldMk cId="3747954151" sldId="2076136212"/>
            <ac:spMk id="49" creationId="{67B10EEE-BF1A-4587-0DE7-065C396FC39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AAC62-BF2B-4F17-A281-1372B1E4E7B0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59354-9A81-4987-9140-5CE923F0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2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4766-C1B0-42EE-A8CC-394BA0D3A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FF0D8-F3F4-4176-AB73-C23367EED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0C5C6-F18A-4FE4-B5A6-8992F879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FC83F-DCCD-4AF2-8260-AFD253D6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52342-E448-43DB-B506-CCA2BEB1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AAA1-EC0A-46E6-9332-DEDE592E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01CB-1A68-431F-9C90-D6C3E85A3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8C8A4-426B-4BBC-9D55-8C9B2E6F2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9AD0D-EB31-418C-89B3-04F05D0B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58A09-9162-4136-B707-9654AEB9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6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D170-D99D-4B74-9BF3-0D9EC0E8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C96A0-89BC-4BF4-B1FB-29F4D6A32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38725-D08D-4BD6-861D-CF980D1F7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FBB76-3E78-4B5F-9A37-CF56AFE2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C09EE-43E9-4EAE-AF8D-1E6092B8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19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1123-A841-46D8-813F-A90E5545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D972E-06C5-42C2-B976-BC019B301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26D72-BD5B-428F-A34F-4DE2525CB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07D4F-4B9E-4393-AE40-6CA92511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068A1-8045-4ADA-906F-844627D78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2D8E0-3EA2-4BB5-8F90-1F37180F5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6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8E95-24BD-44AE-8EBE-CF734146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9CFAE-BA6E-4C1D-98CF-DB46B22F9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63BE9-4440-4527-BEAC-B5E31B838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8C0A57-A703-4786-8811-7215CD056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EC5770-250D-444A-92A8-40B995B3C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95BDE-59C6-4961-8DC3-3AC2ACB5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9A259-0BB7-45D1-8FBC-504BF9F3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4A92B-AC98-4DB3-921F-303CF8D9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3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D4E4-2D9B-4BCA-A995-8D4AEB67C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9F9369-0845-4C9C-91E4-41CFC4D2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83F7B-3964-439D-8BFA-4F4DB9FA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5A799-A788-4AA5-AD62-97373732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ED551-C51B-4D3D-86C6-C7585CB3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A5D5F-8D15-4922-A810-71C052950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1D0C6-BE75-4CCF-92AC-76ED5C77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ED27-5B71-4953-96DB-B2F0F733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AFC44-D1E4-47B0-A0AE-EDAAE9DFC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DE38D-F56B-4865-B48E-DF1CE5CE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AF5D0-0224-4ACA-B172-23A0BDCC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19C3F-71D2-4DE3-B369-EC03DE622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87772-C12A-4786-AFBB-526AEFA00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02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0087-A8AD-4E19-8A44-71A37B61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1789A-46D2-460F-87B8-22625C826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19932-7071-452D-91FF-2C3008DD5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4F40E-8FC4-4C79-9B32-B2AA72B4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362E7-2704-475B-8C26-570762BE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589CB-F0C9-43E5-A742-F260581B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3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802E-C910-4C8A-B05B-72F6B795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7636B-D181-4162-9FBC-CF172B620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EF142-3B8B-43FA-86F4-F8680586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97561-6084-4FD5-87A2-8F186AA0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7715C-A5DE-415D-B205-27BEDF72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7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5AA1E0-70D7-40D8-B667-3BDAAFAE0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1D6A9-2CB9-466C-A5C9-EBA1F37D1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1BCBC-878D-4F2F-9A09-B09E4A08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FE3E5-28BC-4564-9051-C92E4FCD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1334E-5062-4EF9-909D-07BA937D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59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77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67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4317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12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7707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80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8157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256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45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753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71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150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42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42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242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280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8741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02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1346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2112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08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22954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782834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348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2561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5052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72625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63183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28141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8021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825672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780762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893192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082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87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5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9493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822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3610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7265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4411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504077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204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4853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1076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81997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8000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605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56369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tags" Target="../tags/tag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tags" Target="../tags/tag1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63B39-D0EC-4F45-AA3D-D0B39B9B3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061E0-1F00-4058-9465-8DFE3CCBC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83CB0-1328-4CFC-811B-6316DE07C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F3A1A-E8E9-4F1D-A0E4-983A98264649}" type="datetimeFigureOut">
              <a:rPr lang="en-US" smtClean="0"/>
              <a:t>1/16/2024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EC30C-8EF3-4E47-8B26-4FAA64C14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1EA07-B266-4D79-A329-C70E2F166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0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0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C913C99-630B-13F3-4F41-593D6CC6FB4C}"/>
              </a:ext>
            </a:extLst>
          </p:cNvPr>
          <p:cNvSpPr/>
          <p:nvPr/>
        </p:nvSpPr>
        <p:spPr>
          <a:xfrm>
            <a:off x="118166" y="5680796"/>
            <a:ext cx="3252480" cy="53275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90189" y="87935"/>
            <a:ext cx="6449864" cy="52533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600" b="1" dirty="0">
                <a:solidFill>
                  <a:schemeClr val="accent3"/>
                </a:solidFill>
                <a:latin typeface="Graphik"/>
              </a:rPr>
              <a:t>Silvina A. Teglio</a:t>
            </a:r>
          </a:p>
          <a:p>
            <a:pPr marL="0" indent="0">
              <a:buNone/>
            </a:pPr>
            <a:endParaRPr lang="en-US" sz="3200" b="1" dirty="0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767363" y="762140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Graphik Black"/>
              </a:rPr>
              <a:t>Data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/>
                <a:uLnTx/>
                <a:uFillTx/>
                <a:latin typeface="Graphik Black"/>
                <a:ea typeface="+mn-ea"/>
                <a:cs typeface="+mn-cs"/>
              </a:rPr>
              <a:t> Engineer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Graphik Black"/>
              </a:rPr>
              <a:t>Sr Analyst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60000"/>
                  <a:lumOff val="40000"/>
                </a:schemeClr>
              </a:solidFill>
              <a:effectLst/>
              <a:uLnTx/>
              <a:uFillTx/>
              <a:latin typeface="Graphik Blac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s-AR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Technology</a:t>
            </a:r>
            <a:r>
              <a:rPr kumimoji="0" lang="es-A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/</a:t>
            </a:r>
            <a:r>
              <a:rPr lang="es-AR" sz="1200" dirty="0"/>
              <a:t> Data &amp; AI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Graphik"/>
              </a:rPr>
              <a:t>Silvina.Teglio@accenture.com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Buenos Aires, ARG.</a:t>
            </a:r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946E00-966C-504F-8587-9DD04432E8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061" y="644452"/>
            <a:ext cx="1435975" cy="1518138"/>
          </a:xfrm>
          <a:prstGeom prst="ellipse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98067" y="5552672"/>
            <a:ext cx="3302914" cy="6497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809326" y="310551"/>
            <a:ext cx="5301053" cy="59069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877769" y="400280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 dirty="0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66758" y="2343723"/>
            <a:ext cx="3302914" cy="27200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552825" y="2572078"/>
            <a:ext cx="3157021" cy="1691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 dirty="0">
                <a:solidFill>
                  <a:schemeClr val="accent2"/>
                </a:solidFill>
                <a:latin typeface="+mj-lt"/>
              </a:rPr>
              <a:t> (HARD/SOFT SKILLS &amp; TOOLS)</a:t>
            </a:r>
            <a:endParaRPr lang="en-US" sz="10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18167" y="2343723"/>
            <a:ext cx="3302915" cy="27200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190189" y="2447585"/>
            <a:ext cx="2888050" cy="2085981"/>
            <a:chOff x="514146" y="2480734"/>
            <a:chExt cx="2888050" cy="2085981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514146" y="2480734"/>
              <a:ext cx="2887778" cy="227010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PROFESSIONAL BACKGROUND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514418" y="4393799"/>
              <a:ext cx="2887778" cy="172916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553703" y="2420679"/>
            <a:ext cx="2414561" cy="16910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2"/>
                </a:solidFill>
                <a:latin typeface="+mj-lt"/>
              </a:rPr>
              <a:t>AREA OF EXPERTISE</a:t>
            </a:r>
            <a:endParaRPr lang="en-US" sz="12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526201" y="1906439"/>
            <a:ext cx="3084165" cy="434392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sz="1000" b="0" dirty="0">
              <a:solidFill>
                <a:srgbClr val="000000"/>
              </a:solidFill>
              <a:latin typeface="+mn-lt"/>
            </a:endParaRPr>
          </a:p>
          <a:p>
            <a:pPr lvl="1"/>
            <a:endParaRPr lang="es-AR" sz="1000" dirty="0">
              <a:latin typeface="+mn-lt"/>
            </a:endParaRPr>
          </a:p>
          <a:p>
            <a:pPr marL="0" indent="0">
              <a:buNone/>
            </a:pPr>
            <a:endParaRPr lang="es-AR" b="0" dirty="0">
              <a:solidFill>
                <a:srgbClr val="000000"/>
              </a:solidFill>
              <a:latin typeface="+mn-lt"/>
            </a:endParaRPr>
          </a:p>
          <a:p>
            <a:pPr marL="0" indent="0">
              <a:buNone/>
            </a:pPr>
            <a:endParaRPr lang="es-AR" b="0" dirty="0">
              <a:solidFill>
                <a:srgbClr val="000000"/>
              </a:solidFill>
              <a:latin typeface="+mn-lt"/>
            </a:endParaRPr>
          </a:p>
          <a:p>
            <a:pPr marL="0" indent="0">
              <a:buNone/>
            </a:pPr>
            <a:endParaRPr lang="es-AR" b="0" dirty="0">
              <a:solidFill>
                <a:srgbClr val="000000"/>
              </a:solidFill>
              <a:latin typeface="+mn-lt"/>
            </a:endParaRPr>
          </a:p>
          <a:p>
            <a:pPr marL="0" indent="0">
              <a:buNone/>
            </a:pPr>
            <a:endParaRPr lang="es-AR" b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135974" y="4242745"/>
            <a:ext cx="3106657" cy="90444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259769" y="2768488"/>
            <a:ext cx="2887778" cy="151744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150" b="0" i="0" dirty="0">
                <a:solidFill>
                  <a:srgbClr val="4A4A4A"/>
                </a:solidFill>
                <a:effectLst/>
                <a:latin typeface="+mn-lt"/>
              </a:rPr>
              <a:t>I specialize in designing, developing and deploying Power Platform distributed solutions. I'm certified in Power Platform and I'm highly interested in expanding into Azure (blob storage, functions &amp; cognitive services). I have over </a:t>
            </a:r>
            <a:r>
              <a:rPr lang="en-US" sz="1150" dirty="0">
                <a:solidFill>
                  <a:srgbClr val="4A4A4A"/>
                </a:solidFill>
                <a:latin typeface="+mn-lt"/>
              </a:rPr>
              <a:t>5 </a:t>
            </a:r>
            <a:r>
              <a:rPr lang="en-US" sz="1150" b="0" i="0" dirty="0">
                <a:solidFill>
                  <a:srgbClr val="4A4A4A"/>
                </a:solidFill>
                <a:effectLst/>
                <a:latin typeface="+mn-lt"/>
              </a:rPr>
              <a:t>years experience in RPA for HR Operations.</a:t>
            </a:r>
            <a:r>
              <a:rPr lang="en-US" sz="1150" dirty="0">
                <a:solidFill>
                  <a:srgbClr val="4A4A4A"/>
                </a:solidFill>
                <a:latin typeface="+mn-lt"/>
              </a:rPr>
              <a:t> </a:t>
            </a:r>
            <a:endParaRPr lang="en-US" sz="1150" b="0" i="0" dirty="0">
              <a:solidFill>
                <a:srgbClr val="4A4A4A"/>
              </a:solidFill>
              <a:effectLst/>
              <a:latin typeface="+mn-lt"/>
            </a:endParaRPr>
          </a:p>
          <a:p>
            <a:pPr marL="0" lvl="0" indent="0" algn="just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150" dirty="0">
                <a:solidFill>
                  <a:srgbClr val="4A4A4A"/>
                </a:solidFill>
                <a:latin typeface="+mn-lt"/>
              </a:rPr>
              <a:t>Certified in Power Platform PL-900</a:t>
            </a:r>
            <a:r>
              <a:rPr lang="en-US" sz="1150" b="0" i="0" dirty="0">
                <a:solidFill>
                  <a:srgbClr val="4A4A4A"/>
                </a:solidFill>
                <a:effectLst/>
                <a:latin typeface="+mn-lt"/>
              </a:rPr>
              <a:t> </a:t>
            </a:r>
            <a:endParaRPr lang="en-US" sz="1200" b="0" i="0" dirty="0">
              <a:solidFill>
                <a:srgbClr val="4A4A4A"/>
              </a:solidFill>
              <a:effectLst/>
              <a:latin typeface="Roboto" panose="02000000000000000000" pitchFamily="2" charset="0"/>
            </a:endParaRPr>
          </a:p>
          <a:p>
            <a:pPr marL="0" indent="0" algn="ctr">
              <a:buNone/>
            </a:pPr>
            <a:endParaRPr lang="es-AR" sz="1000" dirty="0">
              <a:latin typeface="Graphik"/>
            </a:endParaRPr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199577" y="5673445"/>
            <a:ext cx="2702016" cy="4224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100" dirty="0"/>
              <a:t>English (C1+ by Rosetta Stone)</a:t>
            </a:r>
          </a:p>
          <a:p>
            <a:r>
              <a:rPr lang="en-US" sz="1100" dirty="0"/>
              <a:t>Spanish (Native)</a:t>
            </a:r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20379" y="762140"/>
            <a:ext cx="5081751" cy="565415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0"/>
              </a:spcBef>
              <a:spcAft>
                <a:spcPts val="300"/>
              </a:spcAft>
            </a:pPr>
            <a:r>
              <a:rPr lang="en-US" sz="1300" dirty="0">
                <a:solidFill>
                  <a:schemeClr val="tx1"/>
                </a:solidFill>
                <a:latin typeface="+mn-lt"/>
              </a:rPr>
              <a:t>Hyper Automation @ Accenture Arg Advanced Tech Center</a:t>
            </a:r>
          </a:p>
          <a:p>
            <a:pPr marL="171450" indent="-171450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000000"/>
                </a:solidFill>
                <a:latin typeface="+mn-lt"/>
              </a:rPr>
              <a:t>Subject Matter Expert for Microsoft Power Platform technologies.</a:t>
            </a:r>
          </a:p>
          <a:p>
            <a:pPr marL="171450" indent="-171450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000000"/>
                </a:solidFill>
                <a:latin typeface="+mn-lt"/>
              </a:rPr>
              <a:t>Founder &amp; faculty at the tribe’s Power Platform school.</a:t>
            </a:r>
          </a:p>
          <a:p>
            <a:pPr marL="171450" indent="-171450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000000"/>
                </a:solidFill>
                <a:latin typeface="+mn-lt"/>
              </a:rPr>
              <a:t>Innovation lead for features related to Microsoft Power Platform technologies.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lang="en-US" sz="1300" dirty="0">
                <a:solidFill>
                  <a:schemeClr val="tx1"/>
                </a:solidFill>
                <a:latin typeface="+mn-lt"/>
              </a:rPr>
              <a:t>Data Engineering Sr Dev for HR Ops @ Technology services company, Global </a:t>
            </a:r>
            <a:endParaRPr lang="en-US" sz="1000" dirty="0">
              <a:solidFill>
                <a:schemeClr val="tx1"/>
              </a:solidFill>
              <a:latin typeface="+mn-lt"/>
            </a:endParaRPr>
          </a:p>
          <a:p>
            <a:pPr marL="171450" indent="-171450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000000"/>
                </a:solidFill>
                <a:latin typeface="+mn-lt"/>
              </a:rPr>
              <a:t>Innovation lead for features related to Microsoft Power Platform technologies.</a:t>
            </a:r>
          </a:p>
          <a:p>
            <a:pPr marL="171450" indent="-171450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000000"/>
                </a:solidFill>
                <a:latin typeface="+mn-lt"/>
              </a:rPr>
              <a:t>Design and develop high complexity HR integrated solutions (apps, bots, flows, dashboards, </a:t>
            </a:r>
            <a:r>
              <a:rPr lang="en-US" sz="1000" b="0" dirty="0" err="1">
                <a:solidFill>
                  <a:srgbClr val="000000"/>
                </a:solidFill>
                <a:latin typeface="+mn-lt"/>
              </a:rPr>
              <a:t>etc</a:t>
            </a:r>
            <a:r>
              <a:rPr lang="en-US" sz="1000" b="0" dirty="0">
                <a:solidFill>
                  <a:srgbClr val="000000"/>
                </a:solidFill>
                <a:latin typeface="+mn-lt"/>
              </a:rPr>
              <a:t>)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000000"/>
                </a:solidFill>
                <a:latin typeface="+mn-lt"/>
              </a:rPr>
              <a:t>Product &amp; observability requirements analysis and optimization.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000000"/>
                </a:solidFill>
                <a:latin typeface="+mn-lt"/>
              </a:rPr>
              <a:t>High level HR business processes analysis for automation design.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000000"/>
                </a:solidFill>
                <a:latin typeface="+mn-lt"/>
              </a:rPr>
              <a:t>Learning content creator (2 learnings provided through MyLearning).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000000"/>
                </a:solidFill>
                <a:latin typeface="+mn-lt"/>
              </a:rPr>
              <a:t>Coaching and mentoring.</a:t>
            </a: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lang="en-US" sz="1300" dirty="0">
                <a:solidFill>
                  <a:schemeClr val="tx1"/>
                </a:solidFill>
                <a:latin typeface="+mn-lt"/>
              </a:rPr>
              <a:t>Innovation Lead for HR Ops @ cloud and advisory services industry, Global </a:t>
            </a:r>
            <a:endParaRPr lang="en-US" sz="1000" dirty="0">
              <a:solidFill>
                <a:schemeClr val="tx1"/>
              </a:solidFill>
              <a:latin typeface="+mn-lt"/>
            </a:endParaRP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000000"/>
                </a:solidFill>
                <a:latin typeface="+mn-lt"/>
              </a:rPr>
              <a:t>Innovation Lead for the Avanade Account.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000000"/>
                </a:solidFill>
                <a:latin typeface="+mn-lt"/>
              </a:rPr>
              <a:t>Analyze HR business processes for automation planning &amp; design.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000000"/>
                </a:solidFill>
                <a:latin typeface="+mn-lt"/>
              </a:rPr>
              <a:t>Develop Robotic Software for HR business process automation.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000000"/>
                </a:solidFill>
                <a:latin typeface="+mn-lt"/>
              </a:rPr>
              <a:t>Test &amp; QA of automated processes.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000000"/>
                </a:solidFill>
                <a:latin typeface="+mn-lt"/>
              </a:rPr>
              <a:t>Create analytic tools to help leads prioritize and optimize resources.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000" b="0" dirty="0">
                <a:solidFill>
                  <a:srgbClr val="000000"/>
                </a:solidFill>
                <a:latin typeface="+mn-lt"/>
              </a:rPr>
              <a:t>Provide coaching and mentoring for the members of the Innovation and </a:t>
            </a:r>
            <a:r>
              <a:rPr lang="en-US" sz="1000" b="0" dirty="0">
                <a:solidFill>
                  <a:schemeClr val="tx1"/>
                </a:solidFill>
                <a:latin typeface="+mn-lt"/>
              </a:rPr>
              <a:t>Transformation committee</a:t>
            </a:r>
          </a:p>
          <a:p>
            <a:pPr marL="171450" indent="-171450" algn="just"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endParaRPr lang="en-US" sz="100" b="0" dirty="0">
              <a:solidFill>
                <a:schemeClr val="tx1"/>
              </a:solidFill>
              <a:latin typeface="+mn-lt"/>
            </a:endParaRPr>
          </a:p>
          <a:p>
            <a:pPr>
              <a:spcBef>
                <a:spcPts val="100"/>
              </a:spcBef>
              <a:spcAft>
                <a:spcPts val="300"/>
              </a:spcAft>
            </a:pPr>
            <a:r>
              <a:rPr lang="en-US" sz="1300" dirty="0">
                <a:solidFill>
                  <a:schemeClr val="tx1"/>
                </a:solidFill>
                <a:latin typeface="+mn-lt"/>
              </a:rPr>
              <a:t>Analyst @ Social media Company, Global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000" b="0" dirty="0">
                <a:solidFill>
                  <a:srgbClr val="000000"/>
                </a:solidFill>
                <a:latin typeface="Graphik"/>
              </a:rPr>
              <a:t>Video transcription for ML training.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Intention categorization of natural language messages.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300"/>
              </a:spcAft>
              <a:buClr>
                <a:schemeClr val="accent3">
                  <a:lumMod val="60000"/>
                  <a:lumOff val="4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Trainings – QA</a:t>
            </a:r>
          </a:p>
          <a:p>
            <a:pPr algn="ctr">
              <a:spcBef>
                <a:spcPts val="100"/>
              </a:spcBef>
              <a:spcAft>
                <a:spcPts val="300"/>
              </a:spcAft>
            </a:pPr>
            <a:endParaRPr lang="en-US" sz="1300" dirty="0">
              <a:solidFill>
                <a:schemeClr val="accent3">
                  <a:lumMod val="60000"/>
                  <a:lumOff val="40000"/>
                </a:schemeClr>
              </a:solidFill>
              <a:latin typeface="+mn-lt"/>
            </a:endParaRPr>
          </a:p>
          <a:p>
            <a:pPr algn="ctr">
              <a:spcBef>
                <a:spcPts val="100"/>
              </a:spcBef>
              <a:spcAft>
                <a:spcPts val="300"/>
              </a:spcAft>
            </a:pPr>
            <a:endParaRPr lang="en-US" sz="1300" dirty="0">
              <a:solidFill>
                <a:schemeClr val="accent3">
                  <a:lumMod val="60000"/>
                  <a:lumOff val="40000"/>
                </a:schemeClr>
              </a:solidFill>
              <a:latin typeface="+mn-lt"/>
            </a:endParaRP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endParaRPr lang="en-US" sz="10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7669171-BA86-2E1F-B097-BA943AB8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2023 Accenture.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rights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reserved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Accenture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64A7056-4973-9CAD-44E3-C60AA0D4C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" y="-68263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4174233-763B-D59F-9ECB-FA5F91A3E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84137"/>
            <a:ext cx="9525" cy="9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FD0233BF-5558-EA9A-9D15-15B5881AC880}"/>
              </a:ext>
            </a:extLst>
          </p:cNvPr>
          <p:cNvSpPr txBox="1">
            <a:spLocks/>
          </p:cNvSpPr>
          <p:nvPr/>
        </p:nvSpPr>
        <p:spPr>
          <a:xfrm>
            <a:off x="316654" y="4171611"/>
            <a:ext cx="2950536" cy="96685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endParaRPr lang="en-US" sz="1200" b="0" i="0" dirty="0">
              <a:solidFill>
                <a:srgbClr val="4A4A4A"/>
              </a:solidFill>
              <a:effectLst/>
              <a:latin typeface="Roboto" panose="02000000000000000000" pitchFamily="2" charset="0"/>
            </a:endParaRPr>
          </a:p>
          <a:p>
            <a:pPr marL="0" lvl="0" indent="0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endParaRPr lang="en-US" sz="1200" b="0" i="0" dirty="0">
              <a:solidFill>
                <a:srgbClr val="4A4A4A"/>
              </a:solidFill>
              <a:effectLst/>
              <a:latin typeface="Roboto" panose="02000000000000000000" pitchFamily="2" charset="0"/>
            </a:endParaRPr>
          </a:p>
          <a:p>
            <a:pPr marL="0" indent="0">
              <a:buNone/>
            </a:pPr>
            <a:endParaRPr lang="es-AR" sz="1000" dirty="0">
              <a:latin typeface="Graphik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8D82F90-02A0-07E0-FE20-BC2B8D7D4E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35078" y="1563951"/>
            <a:ext cx="686679" cy="750557"/>
          </a:xfrm>
          <a:prstGeom prst="rect">
            <a:avLst/>
          </a:prstGeom>
        </p:spPr>
      </p:pic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3CA2A7C4-B184-C0DD-E6E0-A55752891F9B}"/>
              </a:ext>
            </a:extLst>
          </p:cNvPr>
          <p:cNvSpPr txBox="1">
            <a:spLocks/>
          </p:cNvSpPr>
          <p:nvPr/>
        </p:nvSpPr>
        <p:spPr>
          <a:xfrm>
            <a:off x="203594" y="4586020"/>
            <a:ext cx="3063595" cy="36175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100" b="0" i="0" dirty="0" err="1">
                <a:solidFill>
                  <a:srgbClr val="4A4A4A"/>
                </a:solidFill>
                <a:effectLst/>
                <a:latin typeface="+mn-lt"/>
              </a:rPr>
              <a:t>Profesorado</a:t>
            </a:r>
            <a:r>
              <a:rPr lang="en-US" sz="1100" b="0" i="0" dirty="0">
                <a:solidFill>
                  <a:srgbClr val="4A4A4A"/>
                </a:solidFill>
                <a:effectLst/>
                <a:latin typeface="+mn-lt"/>
              </a:rPr>
              <a:t> en Historia – Joaquín V. Gonzalez.</a:t>
            </a:r>
          </a:p>
          <a:p>
            <a:pPr marL="0" lvl="0" indent="0" algn="ctr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b="0" i="0" dirty="0">
                <a:solidFill>
                  <a:srgbClr val="4A4A4A"/>
                </a:solidFill>
                <a:effectLst/>
                <a:latin typeface="Roboto" panose="02000000000000000000" pitchFamily="2" charset="0"/>
              </a:rPr>
              <a:t> </a:t>
            </a:r>
          </a:p>
          <a:p>
            <a:pPr marL="0" indent="0" algn="ctr">
              <a:buNone/>
            </a:pPr>
            <a:endParaRPr lang="es-AR" dirty="0">
              <a:latin typeface="Graphik"/>
            </a:endParaRPr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645538" y="5680796"/>
            <a:ext cx="3044481" cy="1466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sz="1100" dirty="0"/>
              <a:t> Human Resources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46431" y="5234293"/>
            <a:ext cx="1278123" cy="21242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190189" y="5214017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818C1D37-7923-6EA2-0823-34D11695E281}"/>
              </a:ext>
            </a:extLst>
          </p:cNvPr>
          <p:cNvSpPr txBox="1">
            <a:spLocks/>
          </p:cNvSpPr>
          <p:nvPr/>
        </p:nvSpPr>
        <p:spPr>
          <a:xfrm>
            <a:off x="3605712" y="2874620"/>
            <a:ext cx="2844183" cy="22153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Dev: </a:t>
            </a:r>
            <a:r>
              <a:rPr lang="en-US" sz="1150" b="0" dirty="0">
                <a:solidFill>
                  <a:srgbClr val="000000"/>
                </a:solidFill>
                <a:latin typeface="Graphik"/>
              </a:rPr>
              <a:t>.NET, Python. / MS Excel / </a:t>
            </a:r>
            <a:r>
              <a:rPr lang="en-US" sz="1150" b="0" dirty="0" err="1">
                <a:solidFill>
                  <a:srgbClr val="000000"/>
                </a:solidFill>
                <a:latin typeface="Graphik"/>
              </a:rPr>
              <a:t>Javascript</a:t>
            </a:r>
            <a:r>
              <a:rPr lang="en-US" sz="1150" b="0" dirty="0">
                <a:solidFill>
                  <a:srgbClr val="000000"/>
                </a:solidFill>
                <a:latin typeface="Graphik"/>
              </a:rPr>
              <a:t> / Python / Selenium</a:t>
            </a:r>
            <a:endParaRPr 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</a:endParaRPr>
          </a:p>
          <a:p>
            <a:pPr>
              <a:buClr>
                <a:srgbClr val="A100FF"/>
              </a:buClr>
              <a:defRPr/>
            </a:pPr>
            <a:r>
              <a:rPr lang="en-US" sz="1150" dirty="0">
                <a:solidFill>
                  <a:srgbClr val="460073"/>
                </a:solidFill>
                <a:latin typeface="Graphik"/>
              </a:rPr>
              <a:t>DB</a:t>
            </a: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 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Power Query</a:t>
            </a:r>
            <a:r>
              <a:rPr lang="en-US" sz="1150" b="0" dirty="0">
                <a:solidFill>
                  <a:srgbClr val="000000"/>
                </a:solidFill>
                <a:latin typeface="Graphik"/>
              </a:rPr>
              <a:t>. SQL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>
              <a:buClr>
                <a:srgbClr val="A100FF"/>
              </a:buClr>
              <a:defRPr/>
            </a:pPr>
            <a:r>
              <a:rPr lang="en-US" sz="1150" dirty="0">
                <a:solidFill>
                  <a:srgbClr val="460073"/>
                </a:solidFill>
                <a:latin typeface="Graphik"/>
              </a:rPr>
              <a:t>RPA: </a:t>
            </a:r>
            <a:r>
              <a:rPr lang="en-US" sz="1150" b="0" dirty="0">
                <a:solidFill>
                  <a:srgbClr val="000000"/>
                </a:solidFill>
                <a:latin typeface="Graphik"/>
              </a:rPr>
              <a:t> Power Apps / Power Automate/ Power Virtual Agents / Licensing Specialist: Power Platform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50" dirty="0">
                <a:solidFill>
                  <a:srgbClr val="460073"/>
                </a:solidFill>
                <a:latin typeface="Graphik"/>
              </a:rPr>
              <a:t>Analytics: </a:t>
            </a:r>
            <a:r>
              <a:rPr lang="en-US" sz="1150" b="0" dirty="0">
                <a:solidFill>
                  <a:srgbClr val="000000"/>
                </a:solidFill>
                <a:latin typeface="Graphik"/>
              </a:rPr>
              <a:t>Power BI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150" dirty="0">
                <a:solidFill>
                  <a:srgbClr val="460073"/>
                </a:solidFill>
                <a:latin typeface="Graphik"/>
              </a:rPr>
              <a:t>Others:</a:t>
            </a:r>
            <a:r>
              <a:rPr lang="en-US" sz="1150" b="0" dirty="0">
                <a:solidFill>
                  <a:srgbClr val="000000"/>
                </a:solidFill>
                <a:latin typeface="Graphik"/>
              </a:rPr>
              <a:t> Re / Plant UML / </a:t>
            </a:r>
            <a:r>
              <a:rPr lang="en-US" sz="1150" b="0" dirty="0" err="1">
                <a:solidFill>
                  <a:srgbClr val="000000"/>
                </a:solidFill>
                <a:latin typeface="Graphik"/>
              </a:rPr>
              <a:t>Draw.Io</a:t>
            </a:r>
            <a:r>
              <a:rPr lang="en-US" sz="1150" b="0" dirty="0">
                <a:solidFill>
                  <a:srgbClr val="000000"/>
                </a:solidFill>
                <a:latin typeface="Graphik"/>
              </a:rPr>
              <a:t> / MS Visio / Team Leadership / Communication / Problem solving / Critical Thinking / Creativity / Resourcefulness</a:t>
            </a: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54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5dff9b-ec84-400a-8d4d-02e969566393">
      <Terms xmlns="http://schemas.microsoft.com/office/infopath/2007/PartnerControls"/>
    </lcf76f155ced4ddcb4097134ff3c332f>
    <TaxCatchAll xmlns="9e1adda6-93f2-443e-b0ef-40d6e1dc8c9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1" ma:contentTypeDescription="Create a new document." ma:contentTypeScope="" ma:versionID="24e4c7a8421853a402df6e265f794394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ca37c5a048a84fd67bc1e66e7d26fe3d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5F190C0-2289-408C-859E-D9DE16203037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118bdf6a-17d6-42f2-bf93-b799822b66d5"/>
    <ds:schemaRef ds:uri="http://purl.org/dc/elements/1.1/"/>
    <ds:schemaRef ds:uri="http://schemas.microsoft.com/office/2006/documentManagement/types"/>
    <ds:schemaRef ds:uri="3f7fa16c-f0a7-4e93-83e5-916308b974b7"/>
    <ds:schemaRef ds:uri="http://purl.org/dc/dcmitype/"/>
    <ds:schemaRef ds:uri="http://schemas.openxmlformats.org/package/2006/metadata/core-properties"/>
    <ds:schemaRef ds:uri="http://purl.org/dc/terms/"/>
    <ds:schemaRef ds:uri="a9ec5491-ab8d-4b40-a3b8-06014ad5eeda"/>
    <ds:schemaRef ds:uri="8bf43e9c-ec30-4b03-90a4-56360b8dd0ac"/>
  </ds:schemaRefs>
</ds:datastoreItem>
</file>

<file path=customXml/itemProps2.xml><?xml version="1.0" encoding="utf-8"?>
<ds:datastoreItem xmlns:ds="http://schemas.openxmlformats.org/officeDocument/2006/customXml" ds:itemID="{07B27649-99E7-4CDA-A7BD-E02D29B3914F}"/>
</file>

<file path=customXml/itemProps3.xml><?xml version="1.0" encoding="utf-8"?>
<ds:datastoreItem xmlns:ds="http://schemas.openxmlformats.org/officeDocument/2006/customXml" ds:itemID="{8D13FB34-5A1C-4C07-9505-15A13190B9D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5150</TotalTime>
  <Words>408</Words>
  <Application>Microsoft Office PowerPoint</Application>
  <PresentationFormat>Widescreen</PresentationFormat>
  <Paragraphs>57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Office Theme</vt:lpstr>
      <vt:lpstr>ThemeACN2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Comerci, Sandro</dc:creator>
  <cp:lastModifiedBy>Crespo, Diliana C.</cp:lastModifiedBy>
  <cp:revision>29</cp:revision>
  <dcterms:created xsi:type="dcterms:W3CDTF">2022-12-16T18:40:20Z</dcterms:created>
  <dcterms:modified xsi:type="dcterms:W3CDTF">2024-01-16T20:06:24Z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