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0" r:id="rId4"/>
    <p:sldMasterId id="2147483760" r:id="rId5"/>
    <p:sldMasterId id="2147483812" r:id="rId6"/>
  </p:sldMasterIdLst>
  <p:notesMasterIdLst>
    <p:notesMasterId r:id="rId8"/>
  </p:notesMasterIdLst>
  <p:handoutMasterIdLst>
    <p:handoutMasterId r:id="rId9"/>
  </p:handoutMasterIdLst>
  <p:sldIdLst>
    <p:sldId id="2076136212" r:id="rId7"/>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3" pos="3772" userDrawn="1">
          <p15:clr>
            <a:srgbClr val="A4A3A4"/>
          </p15:clr>
        </p15:guide>
        <p15:guide id="6" pos="3931" userDrawn="1">
          <p15:clr>
            <a:srgbClr val="A4A3A4"/>
          </p15:clr>
        </p15:guide>
        <p15:guide id="7" orient="horz" pos="2160">
          <p15:clr>
            <a:srgbClr val="A4A3A4"/>
          </p15:clr>
        </p15:guide>
        <p15:guide id="8" pos="59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ermann, Uta" initials="SU" lastIdx="8" clrIdx="0">
    <p:extLst>
      <p:ext uri="{19B8F6BF-5375-455C-9EA6-DF929625EA0E}">
        <p15:presenceInfo xmlns:p15="http://schemas.microsoft.com/office/powerpoint/2012/main" userId="S-1-5-21-329068152-1454471165-1417001333-4183212" providerId="AD"/>
      </p:ext>
    </p:extLst>
  </p:cmAuthor>
  <p:cmAuthor id="2" name="Habel, Till" initials="HT" lastIdx="5" clrIdx="1">
    <p:extLst>
      <p:ext uri="{19B8F6BF-5375-455C-9EA6-DF929625EA0E}">
        <p15:presenceInfo xmlns:p15="http://schemas.microsoft.com/office/powerpoint/2012/main" userId="S-1-5-21-329068152-1454471165-1417001333-7653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00FF"/>
    <a:srgbClr val="969696"/>
    <a:srgbClr val="5A5A5A"/>
    <a:srgbClr val="002266"/>
    <a:srgbClr val="FFB500"/>
    <a:srgbClr val="FFFFFF"/>
    <a:srgbClr val="000000"/>
    <a:srgbClr val="C9F3FF"/>
    <a:srgbClr val="F2F2F2"/>
    <a:srgbClr val="008CB3"/>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E62E4F-3DD3-6D2E-B4F7-912CAEAB018B}" v="18" dt="2023-12-21T13:34:43.174"/>
    <p1510:client id="{28658F1C-4A0A-251A-4C53-28BF38B19ECE}" v="128" dt="2023-04-19T14:05:32.345"/>
    <p1510:client id="{3AF52E94-9C7F-4195-B9CA-09F8EBF2C031}" v="5" dt="2023-04-19T14:10:16.717"/>
    <p1510:client id="{6B22F304-848E-ACC1-0CF2-C29CA31D34B8}" v="1" dt="2023-04-19T14:22:27.3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0"/>
        <p:guide pos="3772"/>
        <p:guide pos="3931"/>
        <p:guide orient="horz" pos="2160"/>
        <p:guide pos="597"/>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ranza, Juan" userId="S::juan.carranza@accenture.com::1d849349-eb14-4271-9df7-220d9786a940" providerId="AD" clId="Web-{0BE62E4F-3DD3-6D2E-B4F7-912CAEAB018B}"/>
    <pc:docChg chg="modSld">
      <pc:chgData name="Carranza, Juan" userId="S::juan.carranza@accenture.com::1d849349-eb14-4271-9df7-220d9786a940" providerId="AD" clId="Web-{0BE62E4F-3DD3-6D2E-B4F7-912CAEAB018B}" dt="2023-12-21T13:34:39.830" v="16" actId="20577"/>
      <pc:docMkLst>
        <pc:docMk/>
      </pc:docMkLst>
      <pc:sldChg chg="modSp">
        <pc:chgData name="Carranza, Juan" userId="S::juan.carranza@accenture.com::1d849349-eb14-4271-9df7-220d9786a940" providerId="AD" clId="Web-{0BE62E4F-3DD3-6D2E-B4F7-912CAEAB018B}" dt="2023-12-21T13:34:39.830" v="16" actId="20577"/>
        <pc:sldMkLst>
          <pc:docMk/>
          <pc:sldMk cId="3747954151" sldId="2076136212"/>
        </pc:sldMkLst>
        <pc:spChg chg="mod">
          <ac:chgData name="Carranza, Juan" userId="S::juan.carranza@accenture.com::1d849349-eb14-4271-9df7-220d9786a940" providerId="AD" clId="Web-{0BE62E4F-3DD3-6D2E-B4F7-912CAEAB018B}" dt="2023-12-21T13:33:36.875" v="5" actId="14100"/>
          <ac:spMkLst>
            <pc:docMk/>
            <pc:sldMk cId="3747954151" sldId="2076136212"/>
            <ac:spMk id="23" creationId="{CB125A6B-6104-78D8-2910-B3EC4F868DBE}"/>
          </ac:spMkLst>
        </pc:spChg>
        <pc:spChg chg="mod">
          <ac:chgData name="Carranza, Juan" userId="S::juan.carranza@accenture.com::1d849349-eb14-4271-9df7-220d9786a940" providerId="AD" clId="Web-{0BE62E4F-3DD3-6D2E-B4F7-912CAEAB018B}" dt="2023-12-21T13:33:47.548" v="6" actId="1076"/>
          <ac:spMkLst>
            <pc:docMk/>
            <pc:sldMk cId="3747954151" sldId="2076136212"/>
            <ac:spMk id="45" creationId="{83AF36ED-0DC5-5D34-4D4E-DFABF505923D}"/>
          </ac:spMkLst>
        </pc:spChg>
        <pc:spChg chg="mod">
          <ac:chgData name="Carranza, Juan" userId="S::juan.carranza@accenture.com::1d849349-eb14-4271-9df7-220d9786a940" providerId="AD" clId="Web-{0BE62E4F-3DD3-6D2E-B4F7-912CAEAB018B}" dt="2023-12-21T13:34:39.830" v="16" actId="20577"/>
          <ac:spMkLst>
            <pc:docMk/>
            <pc:sldMk cId="3747954151" sldId="2076136212"/>
            <ac:spMk id="49" creationId="{67B10EEE-BF1A-4587-0DE7-065C396FC396}"/>
          </ac:spMkLst>
        </pc:spChg>
        <pc:spChg chg="mod">
          <ac:chgData name="Carranza, Juan" userId="S::juan.carranza@accenture.com::1d849349-eb14-4271-9df7-220d9786a940" providerId="AD" clId="Web-{0BE62E4F-3DD3-6D2E-B4F7-912CAEAB018B}" dt="2023-12-21T13:34:11.861" v="15" actId="20577"/>
          <ac:spMkLst>
            <pc:docMk/>
            <pc:sldMk cId="3747954151" sldId="2076136212"/>
            <ac:spMk id="53" creationId="{30377A8A-69CD-5F83-DA2E-98B9A486EC39}"/>
          </ac:spMkLst>
        </pc:spChg>
        <pc:spChg chg="mod">
          <ac:chgData name="Carranza, Juan" userId="S::juan.carranza@accenture.com::1d849349-eb14-4271-9df7-220d9786a940" providerId="AD" clId="Web-{0BE62E4F-3DD3-6D2E-B4F7-912CAEAB018B}" dt="2023-12-21T13:33:20.953" v="3" actId="20577"/>
          <ac:spMkLst>
            <pc:docMk/>
            <pc:sldMk cId="3747954151" sldId="2076136212"/>
            <ac:spMk id="67" creationId="{C6A51E4F-7155-0013-A033-1BFC0B3D9F3D}"/>
          </ac:spMkLst>
        </pc:spChg>
        <pc:spChg chg="mod">
          <ac:chgData name="Carranza, Juan" userId="S::juan.carranza@accenture.com::1d849349-eb14-4271-9df7-220d9786a940" providerId="AD" clId="Web-{0BE62E4F-3DD3-6D2E-B4F7-912CAEAB018B}" dt="2023-12-21T13:33:23.641" v="4" actId="20577"/>
          <ac:spMkLst>
            <pc:docMk/>
            <pc:sldMk cId="3747954151" sldId="2076136212"/>
            <ac:spMk id="69" creationId="{17669171-BA86-2E1F-B097-BA943AB81EC0}"/>
          </ac:spMkLst>
        </pc:spChg>
      </pc:sldChg>
    </pc:docChg>
  </pc:docChgLst>
  <pc:docChgLst>
    <pc:chgData name="Carranza, Juan" userId="1d849349-eb14-4271-9df7-220d9786a940" providerId="ADAL" clId="{3AF52E94-9C7F-4195-B9CA-09F8EBF2C031}"/>
    <pc:docChg chg="modSld">
      <pc:chgData name="Carranza, Juan" userId="1d849349-eb14-4271-9df7-220d9786a940" providerId="ADAL" clId="{3AF52E94-9C7F-4195-B9CA-09F8EBF2C031}" dt="2023-04-19T14:10:16.717" v="2" actId="14100"/>
      <pc:docMkLst>
        <pc:docMk/>
      </pc:docMkLst>
      <pc:sldChg chg="modSp mod">
        <pc:chgData name="Carranza, Juan" userId="1d849349-eb14-4271-9df7-220d9786a940" providerId="ADAL" clId="{3AF52E94-9C7F-4195-B9CA-09F8EBF2C031}" dt="2023-04-19T14:10:16.717" v="2" actId="14100"/>
        <pc:sldMkLst>
          <pc:docMk/>
          <pc:sldMk cId="3747954151" sldId="2076136212"/>
        </pc:sldMkLst>
        <pc:picChg chg="mod">
          <ac:chgData name="Carranza, Juan" userId="1d849349-eb14-4271-9df7-220d9786a940" providerId="ADAL" clId="{3AF52E94-9C7F-4195-B9CA-09F8EBF2C031}" dt="2023-04-19T14:10:16.717" v="2" actId="14100"/>
          <ac:picMkLst>
            <pc:docMk/>
            <pc:sldMk cId="3747954151" sldId="2076136212"/>
            <ac:picMk id="4" creationId="{27BEC56A-3057-0D0A-9521-03EB2B9A891C}"/>
          </ac:picMkLst>
        </pc:picChg>
      </pc:sldChg>
    </pc:docChg>
  </pc:docChgLst>
  <pc:docChgLst>
    <pc:chgData name="Carranza, Juan" userId="S::juan.carranza@accenture.com::1d849349-eb14-4271-9df7-220d9786a940" providerId="AD" clId="Web-{6B22F304-848E-ACC1-0CF2-C29CA31D34B8}"/>
    <pc:docChg chg="modSld">
      <pc:chgData name="Carranza, Juan" userId="S::juan.carranza@accenture.com::1d849349-eb14-4271-9df7-220d9786a940" providerId="AD" clId="Web-{6B22F304-848E-ACC1-0CF2-C29CA31D34B8}" dt="2023-04-19T14:22:27.376" v="0" actId="14100"/>
      <pc:docMkLst>
        <pc:docMk/>
      </pc:docMkLst>
      <pc:sldChg chg="modSp">
        <pc:chgData name="Carranza, Juan" userId="S::juan.carranza@accenture.com::1d849349-eb14-4271-9df7-220d9786a940" providerId="AD" clId="Web-{6B22F304-848E-ACC1-0CF2-C29CA31D34B8}" dt="2023-04-19T14:22:27.376" v="0" actId="14100"/>
        <pc:sldMkLst>
          <pc:docMk/>
          <pc:sldMk cId="3747954151" sldId="2076136212"/>
        </pc:sldMkLst>
        <pc:picChg chg="mod">
          <ac:chgData name="Carranza, Juan" userId="S::juan.carranza@accenture.com::1d849349-eb14-4271-9df7-220d9786a940" providerId="AD" clId="Web-{6B22F304-848E-ACC1-0CF2-C29CA31D34B8}" dt="2023-04-19T14:22:27.376" v="0" actId="14100"/>
          <ac:picMkLst>
            <pc:docMk/>
            <pc:sldMk cId="3747954151" sldId="2076136212"/>
            <ac:picMk id="4" creationId="{27BEC56A-3057-0D0A-9521-03EB2B9A891C}"/>
          </ac:picMkLst>
        </pc:picChg>
      </pc:sldChg>
    </pc:docChg>
  </pc:docChgLst>
  <pc:docChgLst>
    <pc:chgData name="Carranza, Juan" userId="S::juan.carranza@accenture.com::1d849349-eb14-4271-9df7-220d9786a940" providerId="AD" clId="Web-{28658F1C-4A0A-251A-4C53-28BF38B19ECE}"/>
    <pc:docChg chg="modSld">
      <pc:chgData name="Carranza, Juan" userId="S::juan.carranza@accenture.com::1d849349-eb14-4271-9df7-220d9786a940" providerId="AD" clId="Web-{28658F1C-4A0A-251A-4C53-28BF38B19ECE}" dt="2023-04-19T14:05:30.860" v="124" actId="14100"/>
      <pc:docMkLst>
        <pc:docMk/>
      </pc:docMkLst>
      <pc:sldChg chg="addSp delSp modSp">
        <pc:chgData name="Carranza, Juan" userId="S::juan.carranza@accenture.com::1d849349-eb14-4271-9df7-220d9786a940" providerId="AD" clId="Web-{28658F1C-4A0A-251A-4C53-28BF38B19ECE}" dt="2023-04-19T14:05:30.860" v="124" actId="14100"/>
        <pc:sldMkLst>
          <pc:docMk/>
          <pc:sldMk cId="3747954151" sldId="2076136212"/>
        </pc:sldMkLst>
        <pc:spChg chg="mod">
          <ac:chgData name="Carranza, Juan" userId="S::juan.carranza@accenture.com::1d849349-eb14-4271-9df7-220d9786a940" providerId="AD" clId="Web-{28658F1C-4A0A-251A-4C53-28BF38B19ECE}" dt="2023-04-19T13:47:48.998" v="119" actId="20577"/>
          <ac:spMkLst>
            <pc:docMk/>
            <pc:sldMk cId="3747954151" sldId="2076136212"/>
            <ac:spMk id="3" creationId="{FBD5EC0B-4D54-E441-7F31-D4C98525F636}"/>
          </ac:spMkLst>
        </pc:spChg>
        <pc:spChg chg="mod">
          <ac:chgData name="Carranza, Juan" userId="S::juan.carranza@accenture.com::1d849349-eb14-4271-9df7-220d9786a940" providerId="AD" clId="Web-{28658F1C-4A0A-251A-4C53-28BF38B19ECE}" dt="2023-04-18T15:01:07.213" v="17" actId="20577"/>
          <ac:spMkLst>
            <pc:docMk/>
            <pc:sldMk cId="3747954151" sldId="2076136212"/>
            <ac:spMk id="35" creationId="{CAE6442A-7F7A-7520-E012-744876DD2E5B}"/>
          </ac:spMkLst>
        </pc:spChg>
        <pc:spChg chg="mod">
          <ac:chgData name="Carranza, Juan" userId="S::juan.carranza@accenture.com::1d849349-eb14-4271-9df7-220d9786a940" providerId="AD" clId="Web-{28658F1C-4A0A-251A-4C53-28BF38B19ECE}" dt="2023-04-18T15:12:22.475" v="85" actId="20577"/>
          <ac:spMkLst>
            <pc:docMk/>
            <pc:sldMk cId="3747954151" sldId="2076136212"/>
            <ac:spMk id="47" creationId="{88916E2A-4E45-86B5-A986-94589B9AFC66}"/>
          </ac:spMkLst>
        </pc:spChg>
        <pc:spChg chg="del">
          <ac:chgData name="Carranza, Juan" userId="S::juan.carranza@accenture.com::1d849349-eb14-4271-9df7-220d9786a940" providerId="AD" clId="Web-{28658F1C-4A0A-251A-4C53-28BF38B19ECE}" dt="2023-04-18T15:00:56.338" v="16"/>
          <ac:spMkLst>
            <pc:docMk/>
            <pc:sldMk cId="3747954151" sldId="2076136212"/>
            <ac:spMk id="48" creationId="{CE6DAE4F-8226-621D-1573-393F25103FEA}"/>
          </ac:spMkLst>
        </pc:spChg>
        <pc:spChg chg="mod">
          <ac:chgData name="Carranza, Juan" userId="S::juan.carranza@accenture.com::1d849349-eb14-4271-9df7-220d9786a940" providerId="AD" clId="Web-{28658F1C-4A0A-251A-4C53-28BF38B19ECE}" dt="2023-04-19T12:49:30.107" v="112" actId="20577"/>
          <ac:spMkLst>
            <pc:docMk/>
            <pc:sldMk cId="3747954151" sldId="2076136212"/>
            <ac:spMk id="49" creationId="{67B10EEE-BF1A-4587-0DE7-065C396FC396}"/>
          </ac:spMkLst>
        </pc:spChg>
        <pc:spChg chg="mod">
          <ac:chgData name="Carranza, Juan" userId="S::juan.carranza@accenture.com::1d849349-eb14-4271-9df7-220d9786a940" providerId="AD" clId="Web-{28658F1C-4A0A-251A-4C53-28BF38B19ECE}" dt="2023-04-18T15:17:45.762" v="107" actId="20577"/>
          <ac:spMkLst>
            <pc:docMk/>
            <pc:sldMk cId="3747954151" sldId="2076136212"/>
            <ac:spMk id="53" creationId="{30377A8A-69CD-5F83-DA2E-98B9A486EC39}"/>
          </ac:spMkLst>
        </pc:spChg>
        <pc:spChg chg="mod">
          <ac:chgData name="Carranza, Juan" userId="S::juan.carranza@accenture.com::1d849349-eb14-4271-9df7-220d9786a940" providerId="AD" clId="Web-{28658F1C-4A0A-251A-4C53-28BF38B19ECE}" dt="2023-04-19T12:50:29.657" v="115" actId="20577"/>
          <ac:spMkLst>
            <pc:docMk/>
            <pc:sldMk cId="3747954151" sldId="2076136212"/>
            <ac:spMk id="67" creationId="{C6A51E4F-7155-0013-A033-1BFC0B3D9F3D}"/>
          </ac:spMkLst>
        </pc:spChg>
        <pc:picChg chg="add mod">
          <ac:chgData name="Carranza, Juan" userId="S::juan.carranza@accenture.com::1d849349-eb14-4271-9df7-220d9786a940" providerId="AD" clId="Web-{28658F1C-4A0A-251A-4C53-28BF38B19ECE}" dt="2023-04-19T14:05:30.860" v="124" actId="14100"/>
          <ac:picMkLst>
            <pc:docMk/>
            <pc:sldMk cId="3747954151" sldId="2076136212"/>
            <ac:picMk id="4" creationId="{27BEC56A-3057-0D0A-9521-03EB2B9A891C}"/>
          </ac:picMkLst>
        </pc:picChg>
      </pc:sldChg>
    </pc:docChg>
  </pc:docChgLst>
  <pc:docChgLst>
    <pc:chgData name="Chiarini, Facundo" userId="S::facundo.chiarini@accenture.com::38ce6612-10b4-4fb8-894e-7ae8dee1b116" providerId="AD" clId="Web-{F2040F4A-9DE2-2D92-3845-6A3EAC89451B}"/>
    <pc:docChg chg="modSld">
      <pc:chgData name="Chiarini, Facundo" userId="S::facundo.chiarini@accenture.com::38ce6612-10b4-4fb8-894e-7ae8dee1b116" providerId="AD" clId="Web-{F2040F4A-9DE2-2D92-3845-6A3EAC89451B}" dt="2023-03-14T13:16:52.452" v="0" actId="20577"/>
      <pc:docMkLst>
        <pc:docMk/>
      </pc:docMkLst>
      <pc:sldChg chg="modSp">
        <pc:chgData name="Chiarini, Facundo" userId="S::facundo.chiarini@accenture.com::38ce6612-10b4-4fb8-894e-7ae8dee1b116" providerId="AD" clId="Web-{F2040F4A-9DE2-2D92-3845-6A3EAC89451B}" dt="2023-03-14T13:16:52.452" v="0" actId="20577"/>
        <pc:sldMkLst>
          <pc:docMk/>
          <pc:sldMk cId="3747954151" sldId="2076136212"/>
        </pc:sldMkLst>
        <pc:spChg chg="mod">
          <ac:chgData name="Chiarini, Facundo" userId="S::facundo.chiarini@accenture.com::38ce6612-10b4-4fb8-894e-7ae8dee1b116" providerId="AD" clId="Web-{F2040F4A-9DE2-2D92-3845-6A3EAC89451B}" dt="2023-03-14T13:16:52.452" v="0" actId="20577"/>
          <ac:spMkLst>
            <pc:docMk/>
            <pc:sldMk cId="3747954151" sldId="2076136212"/>
            <ac:spMk id="3" creationId="{FBD5EC0B-4D54-E441-7F31-D4C98525F63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latin typeface="Arial" panose="020B0604020202020204" pitchFamily="34" charset="0"/>
              </a:rPr>
              <a:t>12/21/2023</a:t>
            </a:fld>
            <a:endParaRPr lang="en-US">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D39D084F-DC83-4EB0-8CED-52E9AA3ECA1C}" type="datetimeFigureOut">
              <a:rPr lang="en-US" smtClean="0"/>
              <a:pPr/>
              <a:t>12/21/2023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AC157E0A-F321-48DC-AF94-681D4DCF344D}" type="slidenum">
              <a:rPr lang="en-US" smtClean="0"/>
              <a:pPr/>
              <a:t>‹#›</a:t>
            </a:fld>
            <a:endParaRPr lang="en-US"/>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a:t>
            </a:fld>
            <a:endParaRPr lang="en-US"/>
          </a:p>
        </p:txBody>
      </p:sp>
    </p:spTree>
    <p:extLst>
      <p:ext uri="{BB962C8B-B14F-4D97-AF65-F5344CB8AC3E}">
        <p14:creationId xmlns:p14="http://schemas.microsoft.com/office/powerpoint/2010/main" val="2749389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Whit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B233544-EAA4-455F-8C8C-F9FC7D06BFAB}"/>
              </a:ext>
            </a:extLst>
          </p:cNvPr>
          <p:cNvSpPr>
            <a:spLocks noGrp="1"/>
          </p:cNvSpPr>
          <p:nvPr>
            <p:ph type="body" sz="quarter" idx="10" hasCustomPrompt="1"/>
          </p:nvPr>
        </p:nvSpPr>
        <p:spPr>
          <a:xfrm>
            <a:off x="380998" y="1744826"/>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err="1"/>
              <a:t>Presentation</a:t>
            </a:r>
            <a:r>
              <a:rPr lang="de-DE"/>
              <a:t> Title</a:t>
            </a:r>
            <a:endParaRPr lang="en-GB"/>
          </a:p>
        </p:txBody>
      </p:sp>
      <p:sp>
        <p:nvSpPr>
          <p:cNvPr id="18" name="Text Placeholder 4">
            <a:extLst>
              <a:ext uri="{FF2B5EF4-FFF2-40B4-BE49-F238E27FC236}">
                <a16:creationId xmlns:a16="http://schemas.microsoft.com/office/drawing/2014/main" id="{D6C774CE-8A51-462C-A6DA-3353B65B8EAB}"/>
              </a:ext>
            </a:extLst>
          </p:cNvPr>
          <p:cNvSpPr>
            <a:spLocks noGrp="1"/>
          </p:cNvSpPr>
          <p:nvPr>
            <p:ph type="body" sz="quarter" idx="11" hasCustomPrompt="1"/>
          </p:nvPr>
        </p:nvSpPr>
        <p:spPr>
          <a:xfrm>
            <a:off x="380998" y="3486875"/>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spTree>
    <p:extLst>
      <p:ext uri="{BB962C8B-B14F-4D97-AF65-F5344CB8AC3E}">
        <p14:creationId xmlns:p14="http://schemas.microsoft.com/office/powerpoint/2010/main" val="276393309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mplate_English">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1" y="-1"/>
            <a:ext cx="6392222" cy="20594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273617" y="626110"/>
            <a:ext cx="1442719" cy="1335411"/>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4569965" y="-222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98529" y="2018682"/>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6392222" y="10184"/>
            <a:ext cx="236424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165383" y="205946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122196" y="2132513"/>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168187" y="57004"/>
            <a:ext cx="639222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1952042" y="557359"/>
            <a:ext cx="4589689" cy="365871"/>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1968147" y="1327893"/>
            <a:ext cx="4573583" cy="277493"/>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1952042" y="1654042"/>
            <a:ext cx="4573583" cy="307480"/>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6565375" y="406400"/>
            <a:ext cx="5504429" cy="6050539"/>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1952041" y="974294"/>
            <a:ext cx="4589689" cy="302535"/>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82490" y="4586627"/>
            <a:ext cx="2176694" cy="211912"/>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SPECIALIZATIONS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09620" y="553010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cxnSp>
        <p:nvCxnSpPr>
          <p:cNvPr id="26" name="Straight Connector 25">
            <a:extLst>
              <a:ext uri="{FF2B5EF4-FFF2-40B4-BE49-F238E27FC236}">
                <a16:creationId xmlns:a16="http://schemas.microsoft.com/office/drawing/2014/main" id="{8D7924A8-2A02-43C8-85AF-AC1F770B25F9}"/>
              </a:ext>
            </a:extLst>
          </p:cNvPr>
          <p:cNvCxnSpPr>
            <a:cxnSpLocks/>
          </p:cNvCxnSpPr>
          <p:nvPr userDrawn="1"/>
        </p:nvCxnSpPr>
        <p:spPr>
          <a:xfrm>
            <a:off x="3047449" y="2138280"/>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AE5B2F-A695-4635-BE85-22746FB8F6C3}"/>
              </a:ext>
            </a:extLst>
          </p:cNvPr>
          <p:cNvCxnSpPr>
            <a:cxnSpLocks/>
          </p:cNvCxnSpPr>
          <p:nvPr userDrawn="1"/>
        </p:nvCxnSpPr>
        <p:spPr>
          <a:xfrm>
            <a:off x="6359445" y="2129629"/>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9" name="Rectangle 12">
            <a:extLst>
              <a:ext uri="{FF2B5EF4-FFF2-40B4-BE49-F238E27FC236}">
                <a16:creationId xmlns:a16="http://schemas.microsoft.com/office/drawing/2014/main" id="{E06497E9-679F-430D-9081-1240D8516FFE}"/>
              </a:ext>
            </a:extLst>
          </p:cNvPr>
          <p:cNvSpPr>
            <a:spLocks noChangeArrowheads="1"/>
          </p:cNvSpPr>
          <p:nvPr userDrawn="1"/>
        </p:nvSpPr>
        <p:spPr bwMode="auto">
          <a:xfrm>
            <a:off x="3009620" y="2321774"/>
            <a:ext cx="3238780" cy="266415"/>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HARD/SOFT SKILLS &amp; TOOLS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2" name="Rectangle 12">
            <a:extLst>
              <a:ext uri="{FF2B5EF4-FFF2-40B4-BE49-F238E27FC236}">
                <a16:creationId xmlns:a16="http://schemas.microsoft.com/office/drawing/2014/main" id="{47D7F098-D91A-436B-8577-8921654BC31E}"/>
              </a:ext>
            </a:extLst>
          </p:cNvPr>
          <p:cNvSpPr>
            <a:spLocks noChangeArrowheads="1"/>
          </p:cNvSpPr>
          <p:nvPr userDrawn="1"/>
        </p:nvSpPr>
        <p:spPr bwMode="auto">
          <a:xfrm>
            <a:off x="82490" y="5530106"/>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LANGUAGES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4" name="Rectangle 12">
            <a:extLst>
              <a:ext uri="{FF2B5EF4-FFF2-40B4-BE49-F238E27FC236}">
                <a16:creationId xmlns:a16="http://schemas.microsoft.com/office/drawing/2014/main" id="{F31576D1-FEDB-405C-8BC0-6F0C36D9A618}"/>
              </a:ext>
            </a:extLst>
          </p:cNvPr>
          <p:cNvSpPr>
            <a:spLocks noChangeArrowheads="1"/>
          </p:cNvSpPr>
          <p:nvPr userDrawn="1"/>
        </p:nvSpPr>
        <p:spPr bwMode="auto">
          <a:xfrm>
            <a:off x="82490" y="3429729"/>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EDUCATION</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23" name="Picture Placeholder 2">
            <a:extLst>
              <a:ext uri="{FF2B5EF4-FFF2-40B4-BE49-F238E27FC236}">
                <a16:creationId xmlns:a16="http://schemas.microsoft.com/office/drawing/2014/main" id="{5DBFF989-E3B8-4558-88C8-758F498BE429}"/>
              </a:ext>
            </a:extLst>
          </p:cNvPr>
          <p:cNvSpPr>
            <a:spLocks noGrp="1"/>
          </p:cNvSpPr>
          <p:nvPr>
            <p:ph type="pic" sz="quarter" idx="20"/>
          </p:nvPr>
        </p:nvSpPr>
        <p:spPr>
          <a:xfrm>
            <a:off x="5670863" y="5963920"/>
            <a:ext cx="979538" cy="837076"/>
          </a:xfrm>
        </p:spPr>
        <p:txBody>
          <a:bodyPr/>
          <a:lstStyle/>
          <a:p>
            <a:endParaRPr lang="en-US"/>
          </a:p>
        </p:txBody>
      </p:sp>
    </p:spTree>
    <p:extLst>
      <p:ext uri="{BB962C8B-B14F-4D97-AF65-F5344CB8AC3E}">
        <p14:creationId xmlns:p14="http://schemas.microsoft.com/office/powerpoint/2010/main" val="23330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mplate_Español">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s-CO"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hasCustomPrompt="1"/>
          </p:nvPr>
        </p:nvSpPr>
        <p:spPr>
          <a:xfrm>
            <a:off x="642938" y="88223"/>
            <a:ext cx="1336675" cy="1673225"/>
          </a:xfrm>
        </p:spPr>
        <p:txBody>
          <a:bodyPr/>
          <a:lstStyle>
            <a:lvl1pPr>
              <a:defRPr/>
            </a:lvl1pPr>
          </a:lstStyle>
          <a:p>
            <a:r>
              <a:rPr lang="es-CO" noProof="0"/>
              <a:t>Clic para adjuntar la imagen</a:t>
            </a:r>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s-CO"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45244" y="2132513"/>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ÁREAS DE CONOCIMIENTO</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EXPERIENCIA SELECCIONADA</a:t>
            </a:r>
            <a:endParaRPr kumimoji="0" lang="es-CO"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1954381" cy="276999"/>
          </a:xfrm>
          <a:prstGeom prst="rect">
            <a:avLst/>
          </a:prstGeom>
        </p:spPr>
        <p:txBody>
          <a:bodyPr wrap="none">
            <a:spAutoFit/>
          </a:bodyPr>
          <a:lstStyle/>
          <a:p>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PERFIL PROFESIONAL </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237237" y="2237951"/>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079482" y="2237953"/>
            <a:ext cx="0" cy="406800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311323" y="2265418"/>
            <a:ext cx="1" cy="406800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Nombre Apellido</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Rol</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userDrawn="1">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s-CO" noProof="0"/>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userDrawn="1">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s-CO" noProof="0"/>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s-CO" noProof="0"/>
              <a:t>Click to edit Master text styles</a:t>
            </a:r>
          </a:p>
          <a:p>
            <a:pPr lvl="1"/>
            <a:r>
              <a:rPr lang="es-CO" noProof="0"/>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CO" noProof="0"/>
              <a:t>Major </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11912"/>
          </a:xfrm>
          <a:prstGeom prst="rect">
            <a:avLst/>
          </a:prstGeom>
          <a:noFill/>
          <a:ln w="25400" algn="ctr">
            <a:noFill/>
            <a:miter lim="800000"/>
            <a:headEnd/>
            <a:tailEnd/>
          </a:ln>
        </p:spPr>
        <p:txBody>
          <a:bodyPr wrap="square" lIns="179888" tIns="0" rIns="26983" bIns="26983" anchor="t" anchorCtr="0">
            <a:no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CO" sz="1200" b="1" i="0" u="none" strike="noStrike" kern="1200" cap="none" spc="0" normalizeH="0" baseline="0" noProof="0">
                <a:ln>
                  <a:noFill/>
                </a:ln>
                <a:solidFill>
                  <a:srgbClr val="000000"/>
                </a:solidFill>
                <a:effectLst/>
                <a:uLnTx/>
                <a:uFillTx/>
                <a:latin typeface="Graphik Super" panose="020B0B03030202060203" pitchFamily="34" charset="0"/>
                <a:ea typeface="+mn-ea"/>
                <a:cs typeface="+mn-cs"/>
              </a:rPr>
              <a:t>FUNCIONAL</a:t>
            </a:r>
          </a:p>
        </p:txBody>
      </p:sp>
      <p:sp>
        <p:nvSpPr>
          <p:cNvPr id="26" name="Text Placeholder 8">
            <a:extLst>
              <a:ext uri="{FF2B5EF4-FFF2-40B4-BE49-F238E27FC236}">
                <a16:creationId xmlns:a16="http://schemas.microsoft.com/office/drawing/2014/main" id="{7DCDD220-FD2A-412B-830F-C6A5F46C86D4}"/>
              </a:ext>
            </a:extLst>
          </p:cNvPr>
          <p:cNvSpPr>
            <a:spLocks noGrp="1"/>
          </p:cNvSpPr>
          <p:nvPr userDrawn="1">
            <p:ph type="body" sz="quarter" idx="20"/>
          </p:nvPr>
        </p:nvSpPr>
        <p:spPr>
          <a:xfrm>
            <a:off x="3255677" y="4900148"/>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27" name="Rectangle 12">
            <a:extLst>
              <a:ext uri="{FF2B5EF4-FFF2-40B4-BE49-F238E27FC236}">
                <a16:creationId xmlns:a16="http://schemas.microsoft.com/office/drawing/2014/main" id="{5A637F3C-BD10-4E01-B648-8CE5AFBAFDDE}"/>
              </a:ext>
            </a:extLst>
          </p:cNvPr>
          <p:cNvSpPr>
            <a:spLocks noChangeArrowheads="1"/>
          </p:cNvSpPr>
          <p:nvPr userDrawn="1"/>
        </p:nvSpPr>
        <p:spPr bwMode="auto">
          <a:xfrm>
            <a:off x="3066510" y="455376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INDUSTRIA</a:t>
            </a:r>
          </a:p>
        </p:txBody>
      </p:sp>
    </p:spTree>
    <p:extLst>
      <p:ext uri="{BB962C8B-B14F-4D97-AF65-F5344CB8AC3E}">
        <p14:creationId xmlns:p14="http://schemas.microsoft.com/office/powerpoint/2010/main" val="2381926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5" name="Picture 4" descr="Shape, background pattern&#10;&#10;Description automatically generated">
            <a:extLst>
              <a:ext uri="{FF2B5EF4-FFF2-40B4-BE49-F238E27FC236}">
                <a16:creationId xmlns:a16="http://schemas.microsoft.com/office/drawing/2014/main" id="{79E0B481-9E2B-407E-9ADA-E67AAEFC28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24184" y="1253518"/>
            <a:ext cx="4165600" cy="4572000"/>
          </a:xfrm>
          <a:prstGeom prst="rect">
            <a:avLst/>
          </a:prstGeom>
        </p:spPr>
      </p:pic>
      <p:pic>
        <p:nvPicPr>
          <p:cNvPr id="6" name="Graphic 7">
            <a:extLst>
              <a:ext uri="{FF2B5EF4-FFF2-40B4-BE49-F238E27FC236}">
                <a16:creationId xmlns:a16="http://schemas.microsoft.com/office/drawing/2014/main" id="{2DD3BE25-2391-4F9A-B346-0A143EB60B5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2216" y="556663"/>
            <a:ext cx="1686444" cy="445738"/>
          </a:xfrm>
          <a:prstGeom prst="rect">
            <a:avLst/>
          </a:prstGeom>
        </p:spPr>
      </p:pic>
      <p:sp>
        <p:nvSpPr>
          <p:cNvPr id="7" name="Rectangle 6">
            <a:extLst>
              <a:ext uri="{FF2B5EF4-FFF2-40B4-BE49-F238E27FC236}">
                <a16:creationId xmlns:a16="http://schemas.microsoft.com/office/drawing/2014/main" id="{A0007D88-2012-4019-9DA3-C6BF5D140B74}"/>
              </a:ext>
            </a:extLst>
          </p:cNvPr>
          <p:cNvSpPr/>
          <p:nvPr userDrawn="1"/>
        </p:nvSpPr>
        <p:spPr>
          <a:xfrm>
            <a:off x="7873034" y="6074817"/>
            <a:ext cx="3816750" cy="307777"/>
          </a:xfrm>
          <a:prstGeom prst="rect">
            <a:avLst/>
          </a:prstGeom>
        </p:spPr>
        <p:txBody>
          <a:bodyPr wrap="none" lIns="0" tIns="0" rIns="0" bIns="0">
            <a:spAutoFit/>
          </a:bodyPr>
          <a:lstStyle/>
          <a:p>
            <a:r>
              <a:rPr lang="en-US" sz="2000" b="0" i="0">
                <a:latin typeface="Graphik" panose="020B0503030202060203" pitchFamily="34" charset="77"/>
              </a:rPr>
              <a:t>Accenture Applied Intelligence</a:t>
            </a:r>
          </a:p>
        </p:txBody>
      </p:sp>
      <p:sp>
        <p:nvSpPr>
          <p:cNvPr id="8" name="Footer Placeholder 7">
            <a:extLst>
              <a:ext uri="{FF2B5EF4-FFF2-40B4-BE49-F238E27FC236}">
                <a16:creationId xmlns:a16="http://schemas.microsoft.com/office/drawing/2014/main" id="{D0FE8FC5-AA00-4A5A-99FA-F9A41C0D094A}"/>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Tree>
    <p:extLst>
      <p:ext uri="{BB962C8B-B14F-4D97-AF65-F5344CB8AC3E}">
        <p14:creationId xmlns:p14="http://schemas.microsoft.com/office/powerpoint/2010/main" val="146427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0289628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8455340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20519741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1073411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Palatino Linotype" panose="02040502050505030304" pitchFamily="18" charset="0"/>
                <a:ea typeface="+mn-ea"/>
                <a:cs typeface="+mn-cs"/>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endParaRPr lang="en-US"/>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17328801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Palatino Linotype" panose="02040502050505030304" pitchFamily="18" charset="0"/>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228600" lvl="0" indent="-228600" defTabSz="914400">
              <a:spcAft>
                <a:spcPts val="0"/>
              </a:spcAft>
            </a:pPr>
            <a:r>
              <a:rPr lang="en-GB"/>
              <a:t>Place subtitle here in Palatino Linotype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92332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Palatino Linotype" panose="02040502050505030304" pitchFamily="18" charset="0"/>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228600" lvl="0" indent="-228600" defTabSz="914400">
              <a:spcAft>
                <a:spcPts val="0"/>
              </a:spcAft>
            </a:pPr>
            <a:r>
              <a:rPr lang="en-GB"/>
              <a:t>Place subtitle here in Palatino Linotype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8560511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3284848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1508658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429201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Arial"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9402937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74873425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203875388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22167650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8899053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7774224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05518544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3642018660"/>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19534074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61293922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3153184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Palatino Linotype" panose="02040502050505030304" pitchFamily="18" charset="0"/>
              </a:defRPr>
            </a:lvl1pPr>
            <a:lvl2pPr marL="0" indent="0">
              <a:buNone/>
              <a:defRPr sz="1800"/>
            </a:lvl2pPr>
            <a:lvl3pPr marL="228600">
              <a:buFont typeface="Arial" panose="020B0604020202020204" pitchFamily="34" charset="0"/>
              <a:buChar char="•"/>
              <a:defRPr sz="1800"/>
            </a:lvl3pPr>
            <a:lvl4pPr marL="457200">
              <a:buFont typeface="Arial" panose="020B0604020202020204" pitchFamily="34" charset="0"/>
              <a:buChar char="–"/>
              <a:defRPr sz="1600"/>
            </a:lvl4pPr>
            <a:lvl5pPr marL="685800">
              <a:buFont typeface="Arial" panose="020B0604020202020204" pitchFamily="34" charset="0"/>
              <a:buChar char="•"/>
              <a:defRPr sz="1600"/>
            </a:lvl5pPr>
          </a:lstStyle>
          <a:p>
            <a:pPr lvl="0"/>
            <a:r>
              <a:rPr lang="en-GB"/>
              <a:t>Place agenda summary here in Palatino Linotype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515163083"/>
      </p:ext>
    </p:extLst>
  </p:cSld>
  <p:clrMapOvr>
    <a:masterClrMapping/>
  </p:clrMapOvr>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Arial"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89129826"/>
      </p:ext>
    </p:extLst>
  </p:cSld>
  <p:clrMapOvr>
    <a:masterClrMapping/>
  </p:clrMapOvr>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00803976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86405932"/>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Palatino Linotype" panose="02040502050505030304" pitchFamily="18" charset="0"/>
              </a:defRPr>
            </a:lvl1pPr>
            <a:lvl2pPr marL="228600" indent="-228600">
              <a:buFont typeface="Arial" panose="020B0604020202020204" pitchFamily="34" charset="0"/>
              <a:buChar char="•"/>
              <a:defRPr sz="1800"/>
            </a:lvl2pPr>
            <a:lvl3pPr marL="457200">
              <a:buFont typeface="Arial" panose="020B0503030202060203" pitchFamily="34" charset="0"/>
              <a:buChar char="–"/>
              <a:defRPr sz="1800"/>
            </a:lvl3pPr>
            <a:lvl4pPr marL="685800">
              <a:buFont typeface="Arial" panose="020B0604020202020204" pitchFamily="34" charset="0"/>
              <a:buChar char="•"/>
              <a:defRPr sz="1600"/>
            </a:lvl4pPr>
            <a:lvl5pPr marL="914400">
              <a:buFont typeface="Arial" panose="020B0503030202060203" pitchFamily="34" charset="0"/>
              <a:buChar char="–"/>
              <a:defRPr sz="1600"/>
            </a:lvl5pPr>
          </a:lstStyle>
          <a:p>
            <a:pPr lvl="0"/>
            <a:r>
              <a:rPr lang="en-GB"/>
              <a:t>Place subtitle here in Palatino Linotype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11088843"/>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280506533"/>
      </p:ext>
    </p:extLst>
  </p:cSld>
  <p:clrMapOvr>
    <a:masterClrMapping/>
  </p:clrMapOvr>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06133301"/>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3873400"/>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Arial"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Arial"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9697586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292064258"/>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43615838"/>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Arial"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Arial" panose="020B0604020202020204" pitchFamily="34" charset="0"/>
              <a:buNone/>
              <a:defRPr sz="2100" b="0" i="0">
                <a:solidFill>
                  <a:schemeClr val="accent2"/>
                </a:solidFill>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22710604"/>
      </p:ext>
    </p:extLst>
  </p:cSld>
  <p:clrMapOvr>
    <a:masterClrMapping/>
  </p:clrMapOvr>
  <p:hf hdr="0" dt="0"/>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3517238911"/>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5966332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321965441"/>
      </p:ext>
    </p:extLst>
  </p:cSld>
  <p:clrMapOvr>
    <a:masterClrMapping/>
  </p:clrMapOvr>
  <p:hf hdr="0" dt="0"/>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Palatino Linotype" panose="02040502050505030304" pitchFamily="18" charset="0"/>
              </a:defRPr>
            </a:lvl1pPr>
            <a:lvl2pPr marL="228600" indent="-228600">
              <a:buFont typeface="Arial" panose="020B0604020202020204" pitchFamily="34" charset="0"/>
              <a:buChar char="•"/>
              <a:defRPr sz="1800"/>
            </a:lvl2pPr>
            <a:lvl3pPr marL="457200">
              <a:buFont typeface="Arial" panose="020B0503030202060203" pitchFamily="34" charset="0"/>
              <a:buChar char="–"/>
              <a:defRPr sz="1800"/>
            </a:lvl3pPr>
            <a:lvl4pPr marL="685800">
              <a:buFont typeface="Arial" panose="020B0604020202020204" pitchFamily="34" charset="0"/>
              <a:buChar char="•"/>
              <a:defRPr sz="1600"/>
            </a:lvl4pPr>
            <a:lvl5pPr marL="914400">
              <a:buFont typeface="Arial" panose="020B0503030202060203" pitchFamily="34" charset="0"/>
              <a:buChar char="–"/>
              <a:defRPr sz="1600"/>
            </a:lvl5pPr>
          </a:lstStyle>
          <a:p>
            <a:pPr lvl="0"/>
            <a:r>
              <a:rPr lang="en-GB"/>
              <a:t>Place subtitle here in Palatino Linotype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596896995"/>
      </p:ext>
    </p:extLst>
  </p:cSld>
  <p:clrMapOvr>
    <a:masterClrMapping/>
  </p:clrMapOvr>
  <p:hf hdr="0" dt="0"/>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Palatino Linotype" panose="02040502050505030304" pitchFamily="18" charset="0"/>
              </a:defRPr>
            </a:lvl1pPr>
            <a:lvl2pPr marL="228600" indent="-228600">
              <a:buFont typeface="Arial" panose="020B0604020202020204" pitchFamily="34" charset="0"/>
              <a:buChar char="•"/>
              <a:defRPr sz="1800">
                <a:solidFill>
                  <a:schemeClr val="tx1"/>
                </a:solidFill>
              </a:defRPr>
            </a:lvl2pPr>
            <a:lvl3pPr marL="457200">
              <a:buFont typeface="Arial" panose="020B0503030202060203" pitchFamily="34" charset="0"/>
              <a:buChar char="–"/>
              <a:defRPr sz="1800">
                <a:solidFill>
                  <a:schemeClr val="tx1"/>
                </a:solidFill>
              </a:defRPr>
            </a:lvl3pPr>
            <a:lvl4pPr marL="685800">
              <a:buFont typeface="Arial" panose="020B0604020202020204" pitchFamily="34" charset="0"/>
              <a:buChar char="•"/>
              <a:defRPr sz="1600">
                <a:solidFill>
                  <a:schemeClr val="tx1"/>
                </a:solidFill>
              </a:defRPr>
            </a:lvl4pPr>
            <a:lvl5pPr marL="914400">
              <a:buFont typeface="Arial" panose="020B0503030202060203" pitchFamily="34" charset="0"/>
              <a:buChar char="–"/>
              <a:defRPr sz="1600">
                <a:solidFill>
                  <a:schemeClr val="tx1"/>
                </a:solidFill>
              </a:defRPr>
            </a:lvl5pPr>
          </a:lstStyle>
          <a:p>
            <a:pPr lvl="0"/>
            <a:r>
              <a:rPr lang="en-GB"/>
              <a:t>Place subtitle here in Palatino Linotype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1649440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397695045"/>
      </p:ext>
    </p:extLst>
  </p:cSld>
  <p:clrMapOvr>
    <a:masterClrMapping/>
  </p:clrMapOvr>
  <p:hf hdr="0" dt="0"/>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01116094"/>
      </p:ext>
    </p:extLst>
  </p:cSld>
  <p:clrMapOvr>
    <a:masterClrMapping/>
  </p:clrMapOvr>
  <p:hf hdr="0" dt="0"/>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76846590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303742854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7483309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3071643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59794159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85558837"/>
      </p:ext>
    </p:extLst>
  </p:cSld>
  <p:clrMapOvr>
    <a:masterClrMapping/>
  </p:clrMapOvr>
  <p:hf hdr="0" dt="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20815285"/>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97021285"/>
      </p:ext>
    </p:extLst>
  </p:cSld>
  <p:clrMapOvr>
    <a:masterClrMapping/>
  </p:clrMapOvr>
  <p:hf hdr="0" dt="0"/>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Arial" pitchFamily="34" charset="0"/>
              <a:buNone/>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Arial" pitchFamily="34" charset="0"/>
              <a:buChar char="‒"/>
              <a:tabLst/>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Arial" pitchFamily="34" charset="0"/>
              <a:buNone/>
            </a:pPr>
            <a:r>
              <a:rPr lang="en-US"/>
              <a:t>CATEGORY</a:t>
            </a:r>
            <a:endParaRPr lang="en-AU"/>
          </a:p>
        </p:txBody>
      </p:sp>
    </p:spTree>
    <p:extLst>
      <p:ext uri="{BB962C8B-B14F-4D97-AF65-F5344CB8AC3E}">
        <p14:creationId xmlns:p14="http://schemas.microsoft.com/office/powerpoint/2010/main" val="22781135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5" name="Picture 4" descr="Shape, background pattern&#10;&#10;Description automatically generated">
            <a:extLst>
              <a:ext uri="{FF2B5EF4-FFF2-40B4-BE49-F238E27FC236}">
                <a16:creationId xmlns:a16="http://schemas.microsoft.com/office/drawing/2014/main" id="{79E0B481-9E2B-407E-9ADA-E67AAEFC28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24184" y="1253518"/>
            <a:ext cx="4165600" cy="4572000"/>
          </a:xfrm>
          <a:prstGeom prst="rect">
            <a:avLst/>
          </a:prstGeom>
        </p:spPr>
      </p:pic>
      <p:pic>
        <p:nvPicPr>
          <p:cNvPr id="6" name="Graphic 7">
            <a:extLst>
              <a:ext uri="{FF2B5EF4-FFF2-40B4-BE49-F238E27FC236}">
                <a16:creationId xmlns:a16="http://schemas.microsoft.com/office/drawing/2014/main" id="{2DD3BE25-2391-4F9A-B346-0A143EB60B5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2216" y="556663"/>
            <a:ext cx="1686444" cy="445738"/>
          </a:xfrm>
          <a:prstGeom prst="rect">
            <a:avLst/>
          </a:prstGeom>
        </p:spPr>
      </p:pic>
      <p:sp>
        <p:nvSpPr>
          <p:cNvPr id="7" name="Rectangle 6">
            <a:extLst>
              <a:ext uri="{FF2B5EF4-FFF2-40B4-BE49-F238E27FC236}">
                <a16:creationId xmlns:a16="http://schemas.microsoft.com/office/drawing/2014/main" id="{A0007D88-2012-4019-9DA3-C6BF5D140B74}"/>
              </a:ext>
            </a:extLst>
          </p:cNvPr>
          <p:cNvSpPr/>
          <p:nvPr userDrawn="1"/>
        </p:nvSpPr>
        <p:spPr>
          <a:xfrm>
            <a:off x="7873034" y="6074817"/>
            <a:ext cx="3816750" cy="307777"/>
          </a:xfrm>
          <a:prstGeom prst="rect">
            <a:avLst/>
          </a:prstGeom>
        </p:spPr>
        <p:txBody>
          <a:bodyPr wrap="none" lIns="0" tIns="0" rIns="0" bIns="0">
            <a:spAutoFit/>
          </a:bodyPr>
          <a:lstStyle/>
          <a:p>
            <a:r>
              <a:rPr lang="en-US" sz="2000" b="0" i="0">
                <a:latin typeface="Graphik" panose="020B0503030202060203" pitchFamily="34" charset="77"/>
              </a:rPr>
              <a:t>Accenture Applied Intelligence</a:t>
            </a:r>
          </a:p>
        </p:txBody>
      </p:sp>
      <p:sp>
        <p:nvSpPr>
          <p:cNvPr id="8" name="Footer Placeholder 7">
            <a:extLst>
              <a:ext uri="{FF2B5EF4-FFF2-40B4-BE49-F238E27FC236}">
                <a16:creationId xmlns:a16="http://schemas.microsoft.com/office/drawing/2014/main" id="{D0FE8FC5-AA00-4A5A-99FA-F9A41C0D094A}"/>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Tree>
    <p:extLst>
      <p:ext uri="{BB962C8B-B14F-4D97-AF65-F5344CB8AC3E}">
        <p14:creationId xmlns:p14="http://schemas.microsoft.com/office/powerpoint/2010/main" val="38023754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emplate_English">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1" y="-1"/>
            <a:ext cx="6392222" cy="20594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273617" y="626110"/>
            <a:ext cx="1442719" cy="1335411"/>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4569965" y="-222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98529" y="2018682"/>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6392222" y="10184"/>
            <a:ext cx="236424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165383" y="205946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122196" y="2132513"/>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168187" y="57004"/>
            <a:ext cx="639222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1952042" y="557359"/>
            <a:ext cx="4589689" cy="365871"/>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1968147" y="1327893"/>
            <a:ext cx="4573583" cy="277493"/>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1952042" y="1654042"/>
            <a:ext cx="4573583" cy="307480"/>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6565375" y="406400"/>
            <a:ext cx="5504429" cy="6050539"/>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1952041" y="974294"/>
            <a:ext cx="4589689" cy="302535"/>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82490" y="4586627"/>
            <a:ext cx="2176694" cy="211912"/>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SPECIALIZATIONS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09620" y="553010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cxnSp>
        <p:nvCxnSpPr>
          <p:cNvPr id="26" name="Straight Connector 25">
            <a:extLst>
              <a:ext uri="{FF2B5EF4-FFF2-40B4-BE49-F238E27FC236}">
                <a16:creationId xmlns:a16="http://schemas.microsoft.com/office/drawing/2014/main" id="{8D7924A8-2A02-43C8-85AF-AC1F770B25F9}"/>
              </a:ext>
            </a:extLst>
          </p:cNvPr>
          <p:cNvCxnSpPr>
            <a:cxnSpLocks/>
          </p:cNvCxnSpPr>
          <p:nvPr userDrawn="1"/>
        </p:nvCxnSpPr>
        <p:spPr>
          <a:xfrm>
            <a:off x="3047449" y="2138280"/>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AE5B2F-A695-4635-BE85-22746FB8F6C3}"/>
              </a:ext>
            </a:extLst>
          </p:cNvPr>
          <p:cNvCxnSpPr>
            <a:cxnSpLocks/>
          </p:cNvCxnSpPr>
          <p:nvPr userDrawn="1"/>
        </p:nvCxnSpPr>
        <p:spPr>
          <a:xfrm>
            <a:off x="6359445" y="2129629"/>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9" name="Rectangle 12">
            <a:extLst>
              <a:ext uri="{FF2B5EF4-FFF2-40B4-BE49-F238E27FC236}">
                <a16:creationId xmlns:a16="http://schemas.microsoft.com/office/drawing/2014/main" id="{E06497E9-679F-430D-9081-1240D8516FFE}"/>
              </a:ext>
            </a:extLst>
          </p:cNvPr>
          <p:cNvSpPr>
            <a:spLocks noChangeArrowheads="1"/>
          </p:cNvSpPr>
          <p:nvPr userDrawn="1"/>
        </p:nvSpPr>
        <p:spPr bwMode="auto">
          <a:xfrm>
            <a:off x="3009620" y="2321774"/>
            <a:ext cx="3238780" cy="266415"/>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HARD/SOFT SKILLS &amp; TOOLS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2" name="Rectangle 12">
            <a:extLst>
              <a:ext uri="{FF2B5EF4-FFF2-40B4-BE49-F238E27FC236}">
                <a16:creationId xmlns:a16="http://schemas.microsoft.com/office/drawing/2014/main" id="{47D7F098-D91A-436B-8577-8921654BC31E}"/>
              </a:ext>
            </a:extLst>
          </p:cNvPr>
          <p:cNvSpPr>
            <a:spLocks noChangeArrowheads="1"/>
          </p:cNvSpPr>
          <p:nvPr userDrawn="1"/>
        </p:nvSpPr>
        <p:spPr bwMode="auto">
          <a:xfrm>
            <a:off x="82490" y="5530106"/>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LANGUAGES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4" name="Rectangle 12">
            <a:extLst>
              <a:ext uri="{FF2B5EF4-FFF2-40B4-BE49-F238E27FC236}">
                <a16:creationId xmlns:a16="http://schemas.microsoft.com/office/drawing/2014/main" id="{F31576D1-FEDB-405C-8BC0-6F0C36D9A618}"/>
              </a:ext>
            </a:extLst>
          </p:cNvPr>
          <p:cNvSpPr>
            <a:spLocks noChangeArrowheads="1"/>
          </p:cNvSpPr>
          <p:nvPr userDrawn="1"/>
        </p:nvSpPr>
        <p:spPr bwMode="auto">
          <a:xfrm>
            <a:off x="82490" y="3429729"/>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EDUCATION</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23" name="Picture Placeholder 2">
            <a:extLst>
              <a:ext uri="{FF2B5EF4-FFF2-40B4-BE49-F238E27FC236}">
                <a16:creationId xmlns:a16="http://schemas.microsoft.com/office/drawing/2014/main" id="{5DBFF989-E3B8-4558-88C8-758F498BE429}"/>
              </a:ext>
            </a:extLst>
          </p:cNvPr>
          <p:cNvSpPr>
            <a:spLocks noGrp="1"/>
          </p:cNvSpPr>
          <p:nvPr>
            <p:ph type="pic" sz="quarter" idx="20"/>
          </p:nvPr>
        </p:nvSpPr>
        <p:spPr>
          <a:xfrm>
            <a:off x="5670863" y="5963920"/>
            <a:ext cx="979538" cy="837076"/>
          </a:xfrm>
        </p:spPr>
        <p:txBody>
          <a:bodyPr/>
          <a:lstStyle/>
          <a:p>
            <a:endParaRPr lang="en-US"/>
          </a:p>
        </p:txBody>
      </p:sp>
    </p:spTree>
    <p:extLst>
      <p:ext uri="{BB962C8B-B14F-4D97-AF65-F5344CB8AC3E}">
        <p14:creationId xmlns:p14="http://schemas.microsoft.com/office/powerpoint/2010/main" val="25892963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4244745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8720328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45418469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6913175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345755860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548961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05546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2810786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8003234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036548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Graphik"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9129283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123763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196052405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8703160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60249907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665329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3212488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14448510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30841855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7271404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2455003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Graphik"/>
              <a:buChar char="–"/>
              <a:defRPr sz="1600"/>
            </a:lvl4pPr>
            <a:lvl5pPr marL="685800">
              <a:buFont typeface="Graphik" panose="020B0604020202020204" pitchFamily="34" charset="0"/>
              <a:buChar char="•"/>
              <a:defRPr sz="1600"/>
            </a:lvl5pPr>
          </a:lstStyle>
          <a:p>
            <a:pPr lvl="0"/>
            <a:r>
              <a:rPr lang="en-US"/>
              <a:t>Place agenda summary here </a:t>
            </a:r>
            <a:r>
              <a:rPr lang="en-GB"/>
              <a:t>in GT Sectra Fine </a:t>
            </a:r>
            <a:r>
              <a:rPr lang="en-GB" err="1"/>
              <a:t>Rg</a:t>
            </a:r>
            <a:r>
              <a:rPr lang="en-GB"/>
              <a:t>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404119716"/>
      </p:ext>
    </p:extLst>
  </p:cSld>
  <p:clrMapOvr>
    <a:masterClrMapping/>
  </p:clrMapOvr>
  <p:hf hdr="0" dt="0"/>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Graphik"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864211242"/>
      </p:ext>
    </p:extLst>
  </p:cSld>
  <p:clrMapOvr>
    <a:masterClrMapping/>
  </p:clrMapOvr>
  <p:hf hdr="0" dt="0"/>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73119807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66567586"/>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4262284"/>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24361676"/>
      </p:ext>
    </p:extLst>
  </p:cSld>
  <p:clrMapOvr>
    <a:masterClrMapping/>
  </p:clrMapOvr>
  <p:hf hdr="0" dt="0"/>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51992660"/>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67121675"/>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59888266"/>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746418169"/>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27911435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Graphik"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Graphik" panose="020B0604020202020204" pitchFamily="34" charset="0"/>
              <a:buNone/>
              <a:defRPr sz="2100" b="0" i="0">
                <a:solidFill>
                  <a:schemeClr val="accent2"/>
                </a:solidFill>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104174956"/>
      </p:ext>
    </p:extLst>
  </p:cSld>
  <p:clrMapOvr>
    <a:masterClrMapping/>
  </p:clrMapOvr>
  <p:hf hdr="0" dt="0"/>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1742082486"/>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42682854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1986248163"/>
      </p:ext>
    </p:extLst>
  </p:cSld>
  <p:clrMapOvr>
    <a:masterClrMapping/>
  </p:clrMapOvr>
  <p:hf hdr="0" dt="0"/>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Graphik"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652754577"/>
      </p:ext>
    </p:extLst>
  </p:cSld>
  <p:clrMapOvr>
    <a:masterClrMapping/>
  </p:clrMapOvr>
  <p:hf hdr="0" dt="0"/>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GT Sectra Fine Rg" panose="00000500000000000000" pitchFamily="50" charset="0"/>
              </a:defRPr>
            </a:lvl1pPr>
            <a:lvl2pPr marL="228600" indent="-228600">
              <a:buFont typeface="Graphik" panose="020B0604020202020204" pitchFamily="34" charset="0"/>
              <a:buChar char="•"/>
              <a:defRPr sz="1800">
                <a:solidFill>
                  <a:schemeClr val="tx1"/>
                </a:solidFill>
              </a:defRPr>
            </a:lvl2pPr>
            <a:lvl3pPr marL="457200">
              <a:buFont typeface="Graphik" panose="020B0503030202060203" pitchFamily="34" charset="0"/>
              <a:buChar char="–"/>
              <a:defRPr sz="1800">
                <a:solidFill>
                  <a:schemeClr val="tx1"/>
                </a:solidFill>
              </a:defRPr>
            </a:lvl3pPr>
            <a:lvl4pPr marL="685800">
              <a:buFont typeface="Graphik" panose="020B0604020202020204" pitchFamily="34" charset="0"/>
              <a:buChar char="•"/>
              <a:defRPr sz="1600">
                <a:solidFill>
                  <a:schemeClr val="tx1"/>
                </a:solidFill>
              </a:defRPr>
            </a:lvl4pPr>
            <a:lvl5pPr marL="914400">
              <a:buFont typeface="Graphik" panose="020B0503030202060203" pitchFamily="34" charset="0"/>
              <a:buChar char="–"/>
              <a:defRPr sz="1600">
                <a:solidFill>
                  <a:schemeClr val="tx1"/>
                </a:solidFill>
              </a:defRPr>
            </a:lvl5pPr>
          </a:lstStyle>
          <a:p>
            <a:pPr lvl="0"/>
            <a:r>
              <a:rPr lang="en-GB"/>
              <a:t>Place sub-headline here in GT Sectra Fine </a:t>
            </a:r>
            <a:r>
              <a:rPr lang="en-GB" err="1"/>
              <a:t>Rg</a:t>
            </a:r>
            <a:r>
              <a:rPr lang="en-GB"/>
              <a:t>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221819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6830909"/>
      </p:ext>
    </p:extLst>
  </p:cSld>
  <p:clrMapOvr>
    <a:masterClrMapping/>
  </p:clrMapOvr>
  <p:hf hdr="0" dt="0"/>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20129126"/>
      </p:ext>
    </p:extLst>
  </p:cSld>
  <p:clrMapOvr>
    <a:masterClrMapping/>
  </p:clrMapOvr>
  <p:hf hdr="0" dt="0"/>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856195309"/>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355665969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7581872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7458708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465480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60283677"/>
      </p:ext>
    </p:extLst>
  </p:cSld>
  <p:clrMapOvr>
    <a:masterClrMapping/>
  </p:clrMapOvr>
  <p:hf hdr="0" dt="0"/>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717237876"/>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857652441"/>
      </p:ext>
    </p:extLst>
  </p:cSld>
  <p:clrMapOvr>
    <a:masterClrMapping/>
  </p:clrMapOvr>
  <p:hf hdr="0" dt="0"/>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Graphik" pitchFamily="34" charset="0"/>
              <a:buNone/>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Graphik" pitchFamily="34" charset="0"/>
              <a:buChar char="‒"/>
              <a:tabLst/>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Graphik" pitchFamily="34" charset="0"/>
              <a:buNone/>
            </a:pPr>
            <a:r>
              <a:rPr lang="en-US"/>
              <a:t>CATEGORY</a:t>
            </a:r>
            <a:endParaRPr lang="en-AU"/>
          </a:p>
        </p:txBody>
      </p:sp>
    </p:spTree>
    <p:extLst>
      <p:ext uri="{BB962C8B-B14F-4D97-AF65-F5344CB8AC3E}">
        <p14:creationId xmlns:p14="http://schemas.microsoft.com/office/powerpoint/2010/main" val="164806938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7.xml"/><Relationship Id="rId18" Type="http://schemas.openxmlformats.org/officeDocument/2006/relationships/slideLayout" Target="../slideLayouts/slideLayout22.xml"/><Relationship Id="rId26" Type="http://schemas.openxmlformats.org/officeDocument/2006/relationships/slideLayout" Target="../slideLayouts/slideLayout30.xml"/><Relationship Id="rId39" Type="http://schemas.openxmlformats.org/officeDocument/2006/relationships/slideLayout" Target="../slideLayouts/slideLayout43.xml"/><Relationship Id="rId21" Type="http://schemas.openxmlformats.org/officeDocument/2006/relationships/slideLayout" Target="../slideLayouts/slideLayout25.xml"/><Relationship Id="rId34" Type="http://schemas.openxmlformats.org/officeDocument/2006/relationships/slideLayout" Target="../slideLayouts/slideLayout38.xml"/><Relationship Id="rId42" Type="http://schemas.openxmlformats.org/officeDocument/2006/relationships/slideLayout" Target="../slideLayouts/slideLayout46.xml"/><Relationship Id="rId47" Type="http://schemas.openxmlformats.org/officeDocument/2006/relationships/slideLayout" Target="../slideLayouts/slideLayout51.xml"/><Relationship Id="rId50" Type="http://schemas.openxmlformats.org/officeDocument/2006/relationships/slideLayout" Target="../slideLayouts/slideLayout54.xml"/><Relationship Id="rId55" Type="http://schemas.openxmlformats.org/officeDocument/2006/relationships/oleObject" Target="../embeddings/oleObject1.bin"/><Relationship Id="rId7" Type="http://schemas.openxmlformats.org/officeDocument/2006/relationships/slideLayout" Target="../slideLayouts/slideLayout1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9" Type="http://schemas.openxmlformats.org/officeDocument/2006/relationships/slideLayout" Target="../slideLayouts/slideLayout33.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32" Type="http://schemas.openxmlformats.org/officeDocument/2006/relationships/slideLayout" Target="../slideLayouts/slideLayout36.xml"/><Relationship Id="rId37" Type="http://schemas.openxmlformats.org/officeDocument/2006/relationships/slideLayout" Target="../slideLayouts/slideLayout41.xml"/><Relationship Id="rId40" Type="http://schemas.openxmlformats.org/officeDocument/2006/relationships/slideLayout" Target="../slideLayouts/slideLayout44.xml"/><Relationship Id="rId45" Type="http://schemas.openxmlformats.org/officeDocument/2006/relationships/slideLayout" Target="../slideLayouts/slideLayout49.xml"/><Relationship Id="rId53" Type="http://schemas.openxmlformats.org/officeDocument/2006/relationships/tags" Target="../tags/tag4.xml"/><Relationship Id="rId5" Type="http://schemas.openxmlformats.org/officeDocument/2006/relationships/slideLayout" Target="../slideLayouts/slideLayout9.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31" Type="http://schemas.openxmlformats.org/officeDocument/2006/relationships/slideLayout" Target="../slideLayouts/slideLayout35.xml"/><Relationship Id="rId44" Type="http://schemas.openxmlformats.org/officeDocument/2006/relationships/slideLayout" Target="../slideLayouts/slideLayout48.xml"/><Relationship Id="rId52"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 Id="rId27" Type="http://schemas.openxmlformats.org/officeDocument/2006/relationships/slideLayout" Target="../slideLayouts/slideLayout31.xml"/><Relationship Id="rId30" Type="http://schemas.openxmlformats.org/officeDocument/2006/relationships/slideLayout" Target="../slideLayouts/slideLayout34.xml"/><Relationship Id="rId35" Type="http://schemas.openxmlformats.org/officeDocument/2006/relationships/slideLayout" Target="../slideLayouts/slideLayout39.xml"/><Relationship Id="rId43" Type="http://schemas.openxmlformats.org/officeDocument/2006/relationships/slideLayout" Target="../slideLayouts/slideLayout47.xml"/><Relationship Id="rId48" Type="http://schemas.openxmlformats.org/officeDocument/2006/relationships/slideLayout" Target="../slideLayouts/slideLayout52.xml"/><Relationship Id="rId56" Type="http://schemas.openxmlformats.org/officeDocument/2006/relationships/image" Target="../media/image1.emf"/><Relationship Id="rId8" Type="http://schemas.openxmlformats.org/officeDocument/2006/relationships/slideLayout" Target="../slideLayouts/slideLayout12.xml"/><Relationship Id="rId51" Type="http://schemas.openxmlformats.org/officeDocument/2006/relationships/slideLayout" Target="../slideLayouts/slideLayout55.xml"/><Relationship Id="rId3" Type="http://schemas.openxmlformats.org/officeDocument/2006/relationships/slideLayout" Target="../slideLayouts/slideLayout7.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slideLayout" Target="../slideLayouts/slideLayout29.xml"/><Relationship Id="rId33" Type="http://schemas.openxmlformats.org/officeDocument/2006/relationships/slideLayout" Target="../slideLayouts/slideLayout37.xml"/><Relationship Id="rId38" Type="http://schemas.openxmlformats.org/officeDocument/2006/relationships/slideLayout" Target="../slideLayouts/slideLayout42.xml"/><Relationship Id="rId46" Type="http://schemas.openxmlformats.org/officeDocument/2006/relationships/slideLayout" Target="../slideLayouts/slideLayout50.xml"/><Relationship Id="rId20" Type="http://schemas.openxmlformats.org/officeDocument/2006/relationships/slideLayout" Target="../slideLayouts/slideLayout24.xml"/><Relationship Id="rId41" Type="http://schemas.openxmlformats.org/officeDocument/2006/relationships/slideLayout" Target="../slideLayouts/slideLayout45.xml"/><Relationship Id="rId54" Type="http://schemas.openxmlformats.org/officeDocument/2006/relationships/tags" Target="../tags/tag5.xml"/><Relationship Id="rId1" Type="http://schemas.openxmlformats.org/officeDocument/2006/relationships/slideLayout" Target="../slideLayouts/slideLayout5.xml"/><Relationship Id="rId6" Type="http://schemas.openxmlformats.org/officeDocument/2006/relationships/slideLayout" Target="../slideLayouts/slideLayout10.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28" Type="http://schemas.openxmlformats.org/officeDocument/2006/relationships/slideLayout" Target="../slideLayouts/slideLayout32.xml"/><Relationship Id="rId36" Type="http://schemas.openxmlformats.org/officeDocument/2006/relationships/slideLayout" Target="../slideLayouts/slideLayout40.xml"/><Relationship Id="rId49"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39" Type="http://schemas.openxmlformats.org/officeDocument/2006/relationships/slideLayout" Target="../slideLayouts/slideLayout94.xml"/><Relationship Id="rId21" Type="http://schemas.openxmlformats.org/officeDocument/2006/relationships/slideLayout" Target="../slideLayouts/slideLayout76.xml"/><Relationship Id="rId34" Type="http://schemas.openxmlformats.org/officeDocument/2006/relationships/slideLayout" Target="../slideLayouts/slideLayout89.xml"/><Relationship Id="rId42" Type="http://schemas.openxmlformats.org/officeDocument/2006/relationships/slideLayout" Target="../slideLayouts/slideLayout97.xml"/><Relationship Id="rId47" Type="http://schemas.openxmlformats.org/officeDocument/2006/relationships/slideLayout" Target="../slideLayouts/slideLayout102.xml"/><Relationship Id="rId50" Type="http://schemas.openxmlformats.org/officeDocument/2006/relationships/theme" Target="../theme/theme3.xml"/><Relationship Id="rId7" Type="http://schemas.openxmlformats.org/officeDocument/2006/relationships/slideLayout" Target="../slideLayouts/slideLayout62.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9" Type="http://schemas.openxmlformats.org/officeDocument/2006/relationships/slideLayout" Target="../slideLayouts/slideLayout84.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37" Type="http://schemas.openxmlformats.org/officeDocument/2006/relationships/slideLayout" Target="../slideLayouts/slideLayout92.xml"/><Relationship Id="rId40" Type="http://schemas.openxmlformats.org/officeDocument/2006/relationships/slideLayout" Target="../slideLayouts/slideLayout95.xml"/><Relationship Id="rId45" Type="http://schemas.openxmlformats.org/officeDocument/2006/relationships/slideLayout" Target="../slideLayouts/slideLayout100.xml"/><Relationship Id="rId53" Type="http://schemas.openxmlformats.org/officeDocument/2006/relationships/oleObject" Target="../embeddings/oleObject1.bin"/><Relationship Id="rId5" Type="http://schemas.openxmlformats.org/officeDocument/2006/relationships/slideLayout" Target="../slideLayouts/slideLayout60.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4" Type="http://schemas.openxmlformats.org/officeDocument/2006/relationships/slideLayout" Target="../slideLayouts/slideLayout99.xml"/><Relationship Id="rId52" Type="http://schemas.openxmlformats.org/officeDocument/2006/relationships/tags" Target="../tags/tag7.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slideLayout" Target="../slideLayouts/slideLayout90.xml"/><Relationship Id="rId43" Type="http://schemas.openxmlformats.org/officeDocument/2006/relationships/slideLayout" Target="../slideLayouts/slideLayout98.xml"/><Relationship Id="rId48" Type="http://schemas.openxmlformats.org/officeDocument/2006/relationships/slideLayout" Target="../slideLayouts/slideLayout103.xml"/><Relationship Id="rId8" Type="http://schemas.openxmlformats.org/officeDocument/2006/relationships/slideLayout" Target="../slideLayouts/slideLayout63.xml"/><Relationship Id="rId51" Type="http://schemas.openxmlformats.org/officeDocument/2006/relationships/tags" Target="../tags/tag6.xml"/><Relationship Id="rId3" Type="http://schemas.openxmlformats.org/officeDocument/2006/relationships/slideLayout" Target="../slideLayouts/slideLayout58.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slideLayout" Target="../slideLayouts/slideLayout88.xml"/><Relationship Id="rId38" Type="http://schemas.openxmlformats.org/officeDocument/2006/relationships/slideLayout" Target="../slideLayouts/slideLayout93.xml"/><Relationship Id="rId46" Type="http://schemas.openxmlformats.org/officeDocument/2006/relationships/slideLayout" Target="../slideLayouts/slideLayout101.xml"/><Relationship Id="rId20" Type="http://schemas.openxmlformats.org/officeDocument/2006/relationships/slideLayout" Target="../slideLayouts/slideLayout75.xml"/><Relationship Id="rId41" Type="http://schemas.openxmlformats.org/officeDocument/2006/relationships/slideLayout" Target="../slideLayouts/slideLayout96.xml"/><Relationship Id="rId54" Type="http://schemas.openxmlformats.org/officeDocument/2006/relationships/image" Target="../media/image1.emf"/><Relationship Id="rId1" Type="http://schemas.openxmlformats.org/officeDocument/2006/relationships/slideLayout" Target="../slideLayouts/slideLayout56.xml"/><Relationship Id="rId6" Type="http://schemas.openxmlformats.org/officeDocument/2006/relationships/slideLayout" Target="../slideLayouts/slideLayout61.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36" Type="http://schemas.openxmlformats.org/officeDocument/2006/relationships/slideLayout" Target="../slideLayouts/slideLayout91.xml"/><Relationship Id="rId49" Type="http://schemas.openxmlformats.org/officeDocument/2006/relationships/slideLayout" Target="../slideLayouts/slideLayout10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90F368C-0662-4B05-B5E4-7B52C6EBA962}"/>
              </a:ext>
            </a:extLst>
          </p:cNvPr>
          <p:cNvGraphicFramePr>
            <a:graphicFrameLocks noChangeAspect="1"/>
          </p:cNvGraphicFramePr>
          <p:nvPr userDrawn="1">
            <p:custDataLst>
              <p:tags r:id="rId6"/>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32" imgH="530" progId="TCLayout.ActiveDocument.1">
                  <p:embed/>
                </p:oleObj>
              </mc:Choice>
              <mc:Fallback>
                <p:oleObj name="think-cell Slide" r:id="rId8" imgW="532" imgH="530" progId="TCLayout.ActiveDocument.1">
                  <p:embed/>
                  <p:pic>
                    <p:nvPicPr>
                      <p:cNvPr id="5" name="Object 4" hidden="1">
                        <a:extLst>
                          <a:ext uri="{FF2B5EF4-FFF2-40B4-BE49-F238E27FC236}">
                            <a16:creationId xmlns:a16="http://schemas.microsoft.com/office/drawing/2014/main" id="{490F368C-0662-4B05-B5E4-7B52C6EBA962}"/>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949DF7F-5FAC-4247-9933-EE9462252CF9}"/>
              </a:ext>
            </a:extLst>
          </p:cNvPr>
          <p:cNvSpPr/>
          <p:nvPr userDrawn="1">
            <p:custDataLst>
              <p:tags r:id="rId7"/>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
        <p:nvSpPr>
          <p:cNvPr id="2" name="Title Placeholder 1">
            <a:extLst>
              <a:ext uri="{FF2B5EF4-FFF2-40B4-BE49-F238E27FC236}">
                <a16:creationId xmlns:a16="http://schemas.microsoft.com/office/drawing/2014/main" id="{A86D60B7-D06D-4830-BD69-35B1465FCFC2}"/>
              </a:ext>
            </a:extLst>
          </p:cNvPr>
          <p:cNvSpPr>
            <a:spLocks noGrp="1"/>
          </p:cNvSpPr>
          <p:nvPr>
            <p:ph type="title"/>
          </p:nvPr>
        </p:nvSpPr>
        <p:spPr>
          <a:xfrm>
            <a:off x="383458" y="365126"/>
            <a:ext cx="11425084" cy="824578"/>
          </a:xfrm>
          <a:prstGeom prst="rect">
            <a:avLst/>
          </a:prstGeom>
        </p:spPr>
        <p:txBody>
          <a:bodyPr vert="horz" lIns="0" tIns="0" rIns="0" bIns="0" rtlCol="0" anchor="b">
            <a:noAutofit/>
          </a:bodyPr>
          <a:lstStyle/>
          <a:p>
            <a:r>
              <a:rPr lang="es-ES" err="1"/>
              <a:t>Click</a:t>
            </a:r>
            <a:r>
              <a:rPr lang="es-ES"/>
              <a:t> </a:t>
            </a:r>
            <a:r>
              <a:rPr lang="es-ES" err="1"/>
              <a:t>to</a:t>
            </a:r>
            <a:r>
              <a:rPr lang="es-ES"/>
              <a:t> </a:t>
            </a:r>
            <a:r>
              <a:rPr lang="es-ES" err="1"/>
              <a:t>edit</a:t>
            </a:r>
            <a:r>
              <a:rPr lang="es-ES"/>
              <a:t> Master </a:t>
            </a:r>
            <a:r>
              <a:rPr lang="es-ES" err="1"/>
              <a:t>title</a:t>
            </a:r>
            <a:r>
              <a:rPr lang="es-ES"/>
              <a:t> </a:t>
            </a:r>
            <a:r>
              <a:rPr lang="es-ES" err="1"/>
              <a:t>style</a:t>
            </a:r>
            <a:endParaRPr lang="es-ES"/>
          </a:p>
        </p:txBody>
      </p:sp>
      <p:sp>
        <p:nvSpPr>
          <p:cNvPr id="3" name="Text Placeholder 2">
            <a:extLst>
              <a:ext uri="{FF2B5EF4-FFF2-40B4-BE49-F238E27FC236}">
                <a16:creationId xmlns:a16="http://schemas.microsoft.com/office/drawing/2014/main" id="{530DF177-00B3-4AFF-B6D4-A595D3A7C716}"/>
              </a:ext>
            </a:extLst>
          </p:cNvPr>
          <p:cNvSpPr>
            <a:spLocks noGrp="1"/>
          </p:cNvSpPr>
          <p:nvPr>
            <p:ph type="body" idx="1"/>
          </p:nvPr>
        </p:nvSpPr>
        <p:spPr>
          <a:xfrm>
            <a:off x="383458" y="1273629"/>
            <a:ext cx="11425084" cy="4903334"/>
          </a:xfrm>
          <a:prstGeom prst="rect">
            <a:avLst/>
          </a:prstGeom>
        </p:spPr>
        <p:txBody>
          <a:bodyPr vert="horz" lIns="0" tIns="0" rIns="0" bIns="0" rtlCol="0">
            <a:noAutofit/>
          </a:bodyPr>
          <a:lstStyle/>
          <a:p>
            <a:pPr lvl="0"/>
            <a:r>
              <a:rPr lang="es-ES" err="1"/>
              <a:t>Click</a:t>
            </a:r>
            <a:r>
              <a:rPr lang="es-ES"/>
              <a:t> </a:t>
            </a:r>
            <a:r>
              <a:rPr lang="es-ES" err="1"/>
              <a:t>to</a:t>
            </a:r>
            <a:r>
              <a:rPr lang="es-ES"/>
              <a:t> </a:t>
            </a:r>
            <a:r>
              <a:rPr lang="es-ES" err="1"/>
              <a:t>edit</a:t>
            </a:r>
            <a:r>
              <a:rPr lang="es-ES"/>
              <a:t> Master </a:t>
            </a:r>
            <a:r>
              <a:rPr lang="es-ES" err="1"/>
              <a:t>text</a:t>
            </a:r>
            <a:r>
              <a:rPr lang="es-ES"/>
              <a:t> </a:t>
            </a:r>
            <a:r>
              <a:rPr lang="es-ES" err="1"/>
              <a:t>styles</a:t>
            </a:r>
            <a:endParaRPr lang="es-ES"/>
          </a:p>
          <a:p>
            <a:pPr lvl="1"/>
            <a:r>
              <a:rPr lang="es-ES" err="1"/>
              <a:t>Second</a:t>
            </a:r>
            <a:r>
              <a:rPr lang="es-ES"/>
              <a:t> </a:t>
            </a:r>
            <a:r>
              <a:rPr lang="es-ES" err="1"/>
              <a:t>level</a:t>
            </a:r>
            <a:endParaRPr lang="es-ES"/>
          </a:p>
          <a:p>
            <a:pPr lvl="2"/>
            <a:r>
              <a:rPr lang="es-ES" err="1"/>
              <a:t>Third</a:t>
            </a:r>
            <a:r>
              <a:rPr lang="es-ES"/>
              <a:t> </a:t>
            </a:r>
            <a:r>
              <a:rPr lang="es-ES" err="1"/>
              <a:t>level</a:t>
            </a:r>
            <a:endParaRPr lang="es-ES"/>
          </a:p>
          <a:p>
            <a:pPr lvl="3"/>
            <a:r>
              <a:rPr lang="es-ES" err="1"/>
              <a:t>Fourth</a:t>
            </a:r>
            <a:r>
              <a:rPr lang="es-ES"/>
              <a:t> </a:t>
            </a:r>
            <a:r>
              <a:rPr lang="es-ES" err="1"/>
              <a:t>level</a:t>
            </a:r>
            <a:endParaRPr lang="es-ES"/>
          </a:p>
          <a:p>
            <a:pPr lvl="4"/>
            <a:r>
              <a:rPr lang="es-ES" err="1"/>
              <a:t>Fifth</a:t>
            </a:r>
            <a:r>
              <a:rPr lang="es-ES"/>
              <a:t> </a:t>
            </a:r>
            <a:r>
              <a:rPr lang="es-ES" err="1"/>
              <a:t>level</a:t>
            </a:r>
            <a:endParaRPr lang="es-ES"/>
          </a:p>
        </p:txBody>
      </p:sp>
      <p:sp>
        <p:nvSpPr>
          <p:cNvPr id="18" name="Footer Placeholder 2">
            <a:extLst>
              <a:ext uri="{FF2B5EF4-FFF2-40B4-BE49-F238E27FC236}">
                <a16:creationId xmlns:a16="http://schemas.microsoft.com/office/drawing/2014/main" id="{83EB6817-997F-4BFD-89D6-B40A72240A65}"/>
              </a:ext>
            </a:extLst>
          </p:cNvPr>
          <p:cNvSpPr>
            <a:spLocks noGrp="1"/>
          </p:cNvSpPr>
          <p:nvPr>
            <p:ph type="ftr" sz="quarter" idx="3"/>
          </p:nvPr>
        </p:nvSpPr>
        <p:spPr>
          <a:xfrm>
            <a:off x="7214419" y="6492875"/>
            <a:ext cx="4114800" cy="228600"/>
          </a:xfrm>
          <a:prstGeom prst="rect">
            <a:avLst/>
          </a:prstGeom>
        </p:spPr>
        <p:txBody>
          <a:bodyPr anchor="b" anchorCtr="0"/>
          <a:lstStyle>
            <a:lvl1pPr algn="r">
              <a:defRPr sz="700">
                <a:latin typeface="Graphik" panose="020B0503030202060203" pitchFamily="34" charset="0"/>
              </a:defRPr>
            </a:lvl1pPr>
          </a:lstStyle>
          <a:p>
            <a:r>
              <a:rPr lang="es-ES"/>
              <a:t>Copyright © 2020 Accenture. </a:t>
            </a:r>
            <a:r>
              <a:rPr lang="es-ES" err="1"/>
              <a:t>All</a:t>
            </a:r>
            <a:r>
              <a:rPr lang="es-ES"/>
              <a:t> </a:t>
            </a:r>
            <a:r>
              <a:rPr lang="es-ES" err="1"/>
              <a:t>rights</a:t>
            </a:r>
            <a:r>
              <a:rPr lang="es-ES"/>
              <a:t> </a:t>
            </a:r>
            <a:r>
              <a:rPr lang="es-ES" err="1"/>
              <a:t>reserved</a:t>
            </a:r>
            <a:r>
              <a:rPr lang="es-ES"/>
              <a:t>.</a:t>
            </a:r>
          </a:p>
        </p:txBody>
      </p:sp>
      <p:sp>
        <p:nvSpPr>
          <p:cNvPr id="19" name="Slide Number Placeholder 3">
            <a:extLst>
              <a:ext uri="{FF2B5EF4-FFF2-40B4-BE49-F238E27FC236}">
                <a16:creationId xmlns:a16="http://schemas.microsoft.com/office/drawing/2014/main" id="{9D47C7C1-747A-488B-90A2-DB416575D67B}"/>
              </a:ext>
            </a:extLst>
          </p:cNvPr>
          <p:cNvSpPr>
            <a:spLocks noGrp="1"/>
          </p:cNvSpPr>
          <p:nvPr>
            <p:ph type="sldNum" sz="quarter" idx="4"/>
          </p:nvPr>
        </p:nvSpPr>
        <p:spPr>
          <a:xfrm>
            <a:off x="11329219" y="6492875"/>
            <a:ext cx="479323" cy="228600"/>
          </a:xfrm>
          <a:prstGeom prst="rect">
            <a:avLst/>
          </a:prstGeom>
        </p:spPr>
        <p:txBody>
          <a:bodyPr anchor="b" anchorCtr="0"/>
          <a:lstStyle>
            <a:lvl1pPr algn="r">
              <a:defRPr sz="700">
                <a:latin typeface="Graphik" panose="020B0503030202060203" pitchFamily="34" charset="0"/>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1206866293"/>
      </p:ext>
    </p:extLst>
  </p:cSld>
  <p:clrMap bg1="lt1" tx1="dk1" bg2="lt2" tx2="dk2" accent1="accent1" accent2="accent2" accent3="accent3" accent4="accent4" accent5="accent5" accent6="accent6" hlink="hlink" folHlink="folHlink"/>
  <p:sldLayoutIdLst>
    <p:sldLayoutId id="2147483736" r:id="rId1"/>
    <p:sldLayoutId id="2147483756" r:id="rId2"/>
    <p:sldLayoutId id="2147483757" r:id="rId3"/>
    <p:sldLayoutId id="2147483759" r:id="rId4"/>
  </p:sldLayoutIdLst>
  <p:hf hdr="0" dt="0"/>
  <p:txStyles>
    <p:titleStyle>
      <a:lvl1pPr algn="l" defTabSz="914400" rtl="0" eaLnBrk="1" latinLnBrk="0" hangingPunct="1">
        <a:lnSpc>
          <a:spcPct val="70000"/>
        </a:lnSpc>
        <a:spcBef>
          <a:spcPct val="0"/>
        </a:spcBef>
        <a:buNone/>
        <a:defRPr sz="2800" b="1" kern="1200" cap="all" spc="-150" baseline="0">
          <a:solidFill>
            <a:schemeClr val="tx1"/>
          </a:solidFill>
          <a:latin typeface="Graphik" panose="020B0503030202060203" pitchFamily="34" charset="77"/>
          <a:ea typeface="+mj-ea"/>
          <a:cs typeface="+mj-cs"/>
        </a:defRPr>
      </a:lvl1pPr>
    </p:titleStyle>
    <p:bodyStyle>
      <a:lvl1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600" kern="1200">
          <a:solidFill>
            <a:schemeClr val="tx1"/>
          </a:solidFill>
          <a:latin typeface="Graphik" panose="020B0503030202060203" pitchFamily="34" charset="77"/>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E4DDAE6C-DBD6-9171-7CEF-37612C1A40C9}"/>
              </a:ext>
            </a:extLst>
          </p:cNvPr>
          <p:cNvGraphicFramePr>
            <a:graphicFrameLocks noChangeAspect="1"/>
          </p:cNvGraphicFramePr>
          <p:nvPr userDrawn="1">
            <p:custDataLst>
              <p:tags r:id="rId53"/>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5" imgW="532" imgH="530" progId="TCLayout.ActiveDocument.1">
                  <p:embed/>
                </p:oleObj>
              </mc:Choice>
              <mc:Fallback>
                <p:oleObj name="think-cell Slide" r:id="rId55" imgW="532" imgH="530" progId="TCLayout.ActiveDocument.1">
                  <p:embed/>
                  <p:pic>
                    <p:nvPicPr>
                      <p:cNvPr id="5" name="Object 4" hidden="1">
                        <a:extLst>
                          <a:ext uri="{FF2B5EF4-FFF2-40B4-BE49-F238E27FC236}">
                            <a16:creationId xmlns:a16="http://schemas.microsoft.com/office/drawing/2014/main" id="{E4DDAE6C-DBD6-9171-7CEF-37612C1A40C9}"/>
                          </a:ext>
                        </a:extLst>
                      </p:cNvPr>
                      <p:cNvPicPr/>
                      <p:nvPr/>
                    </p:nvPicPr>
                    <p:blipFill>
                      <a:blip r:embed="rId56"/>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6918C99E-8041-E18D-FDC3-3EAD90D1708D}"/>
              </a:ext>
            </a:extLst>
          </p:cNvPr>
          <p:cNvSpPr/>
          <p:nvPr userDrawn="1">
            <p:custDataLst>
              <p:tags r:id="rId54"/>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1664714135"/>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79" r:id="rId19"/>
    <p:sldLayoutId id="2147483780" r:id="rId20"/>
    <p:sldLayoutId id="2147483781" r:id="rId21"/>
    <p:sldLayoutId id="2147483782" r:id="rId22"/>
    <p:sldLayoutId id="2147483783" r:id="rId23"/>
    <p:sldLayoutId id="2147483784" r:id="rId24"/>
    <p:sldLayoutId id="2147483785" r:id="rId25"/>
    <p:sldLayoutId id="2147483786" r:id="rId26"/>
    <p:sldLayoutId id="2147483787" r:id="rId27"/>
    <p:sldLayoutId id="2147483788" r:id="rId28"/>
    <p:sldLayoutId id="2147483789" r:id="rId29"/>
    <p:sldLayoutId id="2147483790" r:id="rId30"/>
    <p:sldLayoutId id="2147483791" r:id="rId31"/>
    <p:sldLayoutId id="2147483792" r:id="rId32"/>
    <p:sldLayoutId id="2147483793" r:id="rId33"/>
    <p:sldLayoutId id="2147483794" r:id="rId34"/>
    <p:sldLayoutId id="2147483795" r:id="rId35"/>
    <p:sldLayoutId id="2147483796" r:id="rId36"/>
    <p:sldLayoutId id="2147483797" r:id="rId37"/>
    <p:sldLayoutId id="2147483798" r:id="rId38"/>
    <p:sldLayoutId id="2147483799" r:id="rId39"/>
    <p:sldLayoutId id="2147483800" r:id="rId40"/>
    <p:sldLayoutId id="2147483801" r:id="rId41"/>
    <p:sldLayoutId id="2147483802" r:id="rId42"/>
    <p:sldLayoutId id="2147483803" r:id="rId43"/>
    <p:sldLayoutId id="2147483804" r:id="rId44"/>
    <p:sldLayoutId id="2147483805" r:id="rId45"/>
    <p:sldLayoutId id="2147483806" r:id="rId46"/>
    <p:sldLayoutId id="2147483807" r:id="rId47"/>
    <p:sldLayoutId id="2147483808" r:id="rId48"/>
    <p:sldLayoutId id="2147483809" r:id="rId49"/>
    <p:sldLayoutId id="2147483810" r:id="rId50"/>
    <p:sldLayoutId id="2147483811" r:id="rId51"/>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937483A8-E899-0C9C-DC82-453B940B15E0}"/>
              </a:ext>
            </a:extLst>
          </p:cNvPr>
          <p:cNvGraphicFramePr>
            <a:graphicFrameLocks noChangeAspect="1"/>
          </p:cNvGraphicFramePr>
          <p:nvPr userDrawn="1">
            <p:custDataLst>
              <p:tags r:id="rId51"/>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532" imgH="530" progId="TCLayout.ActiveDocument.1">
                  <p:embed/>
                </p:oleObj>
              </mc:Choice>
              <mc:Fallback>
                <p:oleObj name="think-cell Slide" r:id="rId53" imgW="532" imgH="530" progId="TCLayout.ActiveDocument.1">
                  <p:embed/>
                  <p:pic>
                    <p:nvPicPr>
                      <p:cNvPr id="5" name="Object 4" hidden="1">
                        <a:extLst>
                          <a:ext uri="{FF2B5EF4-FFF2-40B4-BE49-F238E27FC236}">
                            <a16:creationId xmlns:a16="http://schemas.microsoft.com/office/drawing/2014/main" id="{937483A8-E899-0C9C-DC82-453B940B15E0}"/>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1B92786-28A6-2E84-7F69-1F45B9050E9B}"/>
              </a:ext>
            </a:extLst>
          </p:cNvPr>
          <p:cNvSpPr/>
          <p:nvPr userDrawn="1">
            <p:custDataLst>
              <p:tags r:id="rId52"/>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792985454"/>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32" r:id="rId20"/>
    <p:sldLayoutId id="2147483833" r:id="rId21"/>
    <p:sldLayoutId id="2147483834" r:id="rId22"/>
    <p:sldLayoutId id="2147483835" r:id="rId23"/>
    <p:sldLayoutId id="2147483836" r:id="rId24"/>
    <p:sldLayoutId id="2147483837" r:id="rId25"/>
    <p:sldLayoutId id="2147483838" r:id="rId26"/>
    <p:sldLayoutId id="2147483839" r:id="rId27"/>
    <p:sldLayoutId id="2147483840" r:id="rId28"/>
    <p:sldLayoutId id="2147483841" r:id="rId29"/>
    <p:sldLayoutId id="2147483842" r:id="rId30"/>
    <p:sldLayoutId id="2147483843" r:id="rId31"/>
    <p:sldLayoutId id="2147483844" r:id="rId32"/>
    <p:sldLayoutId id="2147483845" r:id="rId33"/>
    <p:sldLayoutId id="2147483846" r:id="rId34"/>
    <p:sldLayoutId id="2147483847" r:id="rId35"/>
    <p:sldLayoutId id="2147483848" r:id="rId36"/>
    <p:sldLayoutId id="2147483849" r:id="rId37"/>
    <p:sldLayoutId id="2147483850" r:id="rId38"/>
    <p:sldLayoutId id="2147483851" r:id="rId39"/>
    <p:sldLayoutId id="2147483852" r:id="rId40"/>
    <p:sldLayoutId id="2147483853" r:id="rId41"/>
    <p:sldLayoutId id="2147483854" r:id="rId42"/>
    <p:sldLayoutId id="2147483855" r:id="rId43"/>
    <p:sldLayoutId id="2147483856" r:id="rId44"/>
    <p:sldLayoutId id="2147483857" r:id="rId45"/>
    <p:sldLayoutId id="2147483858" r:id="rId46"/>
    <p:sldLayoutId id="2147483859" r:id="rId47"/>
    <p:sldLayoutId id="2147483860" r:id="rId48"/>
    <p:sldLayoutId id="2147483861" r:id="rId49"/>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9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diagram&#10;&#10;Description automatically generated">
            <a:extLst>
              <a:ext uri="{FF2B5EF4-FFF2-40B4-BE49-F238E27FC236}">
                <a16:creationId xmlns:a16="http://schemas.microsoft.com/office/drawing/2014/main" id="{339CA5F8-5150-298C-D8C9-4C8811B32464}"/>
              </a:ext>
            </a:extLst>
          </p:cNvPr>
          <p:cNvPicPr>
            <a:picLocks noGrp="1" noRot="1" noChangeAspect="1" noMove="1" noResize="1" noEditPoints="1" noAdjustHandles="1" noChangeArrowheads="1" noChangeShapeType="1" noCrop="1"/>
          </p:cNvPicPr>
          <p:nvPr/>
        </p:nvPicPr>
        <p:blipFill>
          <a:blip r:embed="rId3"/>
          <a:stretch>
            <a:fillRect/>
          </a:stretch>
        </p:blipFill>
        <p:spPr>
          <a:xfrm>
            <a:off x="1" y="0"/>
            <a:ext cx="12191999" cy="6352674"/>
          </a:xfrm>
          <a:prstGeom prst="rect">
            <a:avLst/>
          </a:prstGeom>
        </p:spPr>
      </p:pic>
      <p:sp>
        <p:nvSpPr>
          <p:cNvPr id="2" name="Text Placeholder 4">
            <a:extLst>
              <a:ext uri="{FF2B5EF4-FFF2-40B4-BE49-F238E27FC236}">
                <a16:creationId xmlns:a16="http://schemas.microsoft.com/office/drawing/2014/main" id="{1CEEF2B6-12FF-1F3B-0ADF-93251083EC65}"/>
              </a:ext>
            </a:extLst>
          </p:cNvPr>
          <p:cNvSpPr txBox="1">
            <a:spLocks/>
          </p:cNvSpPr>
          <p:nvPr/>
        </p:nvSpPr>
        <p:spPr>
          <a:xfrm>
            <a:off x="100870" y="208333"/>
            <a:ext cx="6449864" cy="393765"/>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3200" b="1">
                <a:solidFill>
                  <a:schemeClr val="accent3"/>
                </a:solidFill>
                <a:latin typeface="Graphik"/>
              </a:rPr>
              <a:t>Juan Manuel Carranza</a:t>
            </a:r>
            <a:endParaRPr lang="en-US" sz="3200" b="1">
              <a:solidFill>
                <a:schemeClr val="accent3"/>
              </a:solidFill>
            </a:endParaRPr>
          </a:p>
        </p:txBody>
      </p:sp>
      <p:sp>
        <p:nvSpPr>
          <p:cNvPr id="3" name="Text Placeholder 5">
            <a:extLst>
              <a:ext uri="{FF2B5EF4-FFF2-40B4-BE49-F238E27FC236}">
                <a16:creationId xmlns:a16="http://schemas.microsoft.com/office/drawing/2014/main" id="{FBD5EC0B-4D54-E441-7F31-D4C98525F636}"/>
              </a:ext>
            </a:extLst>
          </p:cNvPr>
          <p:cNvSpPr txBox="1">
            <a:spLocks/>
          </p:cNvSpPr>
          <p:nvPr/>
        </p:nvSpPr>
        <p:spPr>
          <a:xfrm>
            <a:off x="1875000" y="956458"/>
            <a:ext cx="4712989" cy="1405505"/>
          </a:xfrm>
          <a:prstGeom prst="rect">
            <a:avLst/>
          </a:prstGeom>
        </p:spPr>
        <p:txBody>
          <a:bodyPr vert="horz" lIns="0" tIns="0" rIns="0" bIns="0" rtlCol="0" anchor="t">
            <a:norm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n-US">
                <a:solidFill>
                  <a:schemeClr val="accent3"/>
                </a:solidFill>
                <a:latin typeface="Graphik Black"/>
              </a:rPr>
              <a:t>ML Engineering Specialist</a:t>
            </a:r>
          </a:p>
          <a:p>
            <a:pPr marL="0" indent="0">
              <a:buNone/>
            </a:pPr>
            <a:r>
              <a:rPr lang="es-AR" sz="1200"/>
              <a:t>DevOps  - SRE - </a:t>
            </a:r>
            <a:r>
              <a:rPr lang="es-AR" sz="1200" err="1"/>
              <a:t>MLOps</a:t>
            </a:r>
            <a:endParaRPr lang="es-AR" sz="1200"/>
          </a:p>
          <a:p>
            <a:pPr marL="0" indent="0">
              <a:buNone/>
            </a:pPr>
            <a:r>
              <a:rPr lang="en-US" sz="1200" b="1">
                <a:latin typeface="Graphik"/>
              </a:rPr>
              <a:t>juan.carranza@accenture.com</a:t>
            </a:r>
          </a:p>
          <a:p>
            <a:pPr marL="0" indent="0">
              <a:buNone/>
            </a:pPr>
            <a:r>
              <a:rPr lang="en-US" sz="1200">
                <a:latin typeface="Graphik"/>
              </a:rPr>
              <a:t>Buenos Aires, Argentina</a:t>
            </a:r>
            <a:endParaRPr lang="en-US" sz="1200"/>
          </a:p>
          <a:p>
            <a:endParaRPr lang="en-US" sz="900" b="1"/>
          </a:p>
          <a:p>
            <a:endParaRPr lang="en-US" sz="1200"/>
          </a:p>
          <a:p>
            <a:endParaRPr lang="en-US"/>
          </a:p>
        </p:txBody>
      </p:sp>
      <p:pic>
        <p:nvPicPr>
          <p:cNvPr id="6" name="Picture Placeholder 2">
            <a:extLst>
              <a:ext uri="{FF2B5EF4-FFF2-40B4-BE49-F238E27FC236}">
                <a16:creationId xmlns:a16="http://schemas.microsoft.com/office/drawing/2014/main" id="{23D4C341-2650-7C2C-1326-57BF9D01DC34}"/>
              </a:ext>
            </a:extLst>
          </p:cNvPr>
          <p:cNvPicPr>
            <a:picLocks noChangeAspect="1"/>
          </p:cNvPicPr>
          <p:nvPr/>
        </p:nvPicPr>
        <p:blipFill>
          <a:blip r:embed="rId4"/>
          <a:srcRect t="4129" b="4129"/>
          <a:stretch/>
        </p:blipFill>
        <p:spPr>
          <a:xfrm>
            <a:off x="4828320" y="1666524"/>
            <a:ext cx="539176" cy="498842"/>
          </a:xfrm>
          <a:prstGeom prst="rect">
            <a:avLst/>
          </a:prstGeom>
        </p:spPr>
      </p:pic>
      <p:sp>
        <p:nvSpPr>
          <p:cNvPr id="9" name="Rectangle 8">
            <a:extLst>
              <a:ext uri="{FF2B5EF4-FFF2-40B4-BE49-F238E27FC236}">
                <a16:creationId xmlns:a16="http://schemas.microsoft.com/office/drawing/2014/main" id="{74A37382-FFD1-74CD-A6A0-BA715F04BEDE}"/>
              </a:ext>
            </a:extLst>
          </p:cNvPr>
          <p:cNvSpPr/>
          <p:nvPr/>
        </p:nvSpPr>
        <p:spPr>
          <a:xfrm>
            <a:off x="6790076" y="171448"/>
            <a:ext cx="5301053" cy="6046057"/>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11" name="Text Placeholder 4">
            <a:extLst>
              <a:ext uri="{FF2B5EF4-FFF2-40B4-BE49-F238E27FC236}">
                <a16:creationId xmlns:a16="http://schemas.microsoft.com/office/drawing/2014/main" id="{0E58DF97-0E0E-C3A8-6E0E-C6ED1FC42713}"/>
              </a:ext>
            </a:extLst>
          </p:cNvPr>
          <p:cNvSpPr txBox="1">
            <a:spLocks/>
          </p:cNvSpPr>
          <p:nvPr/>
        </p:nvSpPr>
        <p:spPr>
          <a:xfrm>
            <a:off x="6907844" y="312234"/>
            <a:ext cx="2594524" cy="205646"/>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600" b="1">
                <a:solidFill>
                  <a:schemeClr val="accent2"/>
                </a:solidFill>
                <a:latin typeface="+mj-lt"/>
              </a:rPr>
              <a:t>SELECTED EXPERIENCE </a:t>
            </a:r>
            <a:endParaRPr lang="en-US" sz="1600" b="1">
              <a:solidFill>
                <a:schemeClr val="accent2"/>
              </a:solidFill>
              <a:latin typeface="+mj-lt"/>
            </a:endParaRPr>
          </a:p>
        </p:txBody>
      </p:sp>
      <p:sp>
        <p:nvSpPr>
          <p:cNvPr id="12" name="Rectangle 11">
            <a:extLst>
              <a:ext uri="{FF2B5EF4-FFF2-40B4-BE49-F238E27FC236}">
                <a16:creationId xmlns:a16="http://schemas.microsoft.com/office/drawing/2014/main" id="{C99CBEA1-1572-AE45-9D04-FA330F835AD4}"/>
              </a:ext>
            </a:extLst>
          </p:cNvPr>
          <p:cNvSpPr/>
          <p:nvPr/>
        </p:nvSpPr>
        <p:spPr>
          <a:xfrm>
            <a:off x="100869" y="5236790"/>
            <a:ext cx="3252480" cy="974146"/>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3" name="Rectangle 22">
            <a:extLst>
              <a:ext uri="{FF2B5EF4-FFF2-40B4-BE49-F238E27FC236}">
                <a16:creationId xmlns:a16="http://schemas.microsoft.com/office/drawing/2014/main" id="{CB125A6B-6104-78D8-2910-B3EC4F868DBE}"/>
              </a:ext>
            </a:extLst>
          </p:cNvPr>
          <p:cNvSpPr/>
          <p:nvPr/>
        </p:nvSpPr>
        <p:spPr>
          <a:xfrm>
            <a:off x="3431213" y="2358323"/>
            <a:ext cx="3246987" cy="254803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5" name="Text Placeholder 4">
            <a:extLst>
              <a:ext uri="{FF2B5EF4-FFF2-40B4-BE49-F238E27FC236}">
                <a16:creationId xmlns:a16="http://schemas.microsoft.com/office/drawing/2014/main" id="{3AF538BA-C4F9-94DB-B619-3A89CAF5483A}"/>
              </a:ext>
            </a:extLst>
          </p:cNvPr>
          <p:cNvSpPr txBox="1">
            <a:spLocks/>
          </p:cNvSpPr>
          <p:nvPr/>
        </p:nvSpPr>
        <p:spPr>
          <a:xfrm>
            <a:off x="3717865" y="2598950"/>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000" b="1">
                <a:solidFill>
                  <a:schemeClr val="accent2"/>
                </a:solidFill>
                <a:latin typeface="+mj-lt"/>
              </a:rPr>
              <a:t>HARD/SOFT SKILLS &amp; TOOLS</a:t>
            </a:r>
            <a:endParaRPr lang="en-US" sz="1000" b="1">
              <a:solidFill>
                <a:schemeClr val="accent2"/>
              </a:solidFill>
              <a:latin typeface="+mj-lt"/>
            </a:endParaRPr>
          </a:p>
        </p:txBody>
      </p:sp>
      <p:sp>
        <p:nvSpPr>
          <p:cNvPr id="26" name="Rectangle 25">
            <a:extLst>
              <a:ext uri="{FF2B5EF4-FFF2-40B4-BE49-F238E27FC236}">
                <a16:creationId xmlns:a16="http://schemas.microsoft.com/office/drawing/2014/main" id="{7AB14698-C111-E862-4B03-3CEA5E264033}"/>
              </a:ext>
            </a:extLst>
          </p:cNvPr>
          <p:cNvSpPr>
            <a:spLocks/>
          </p:cNvSpPr>
          <p:nvPr/>
        </p:nvSpPr>
        <p:spPr>
          <a:xfrm>
            <a:off x="100869" y="2349360"/>
            <a:ext cx="3252479" cy="2822412"/>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a:p>
        </p:txBody>
      </p:sp>
      <p:grpSp>
        <p:nvGrpSpPr>
          <p:cNvPr id="27" name="Group 26">
            <a:extLst>
              <a:ext uri="{FF2B5EF4-FFF2-40B4-BE49-F238E27FC236}">
                <a16:creationId xmlns:a16="http://schemas.microsoft.com/office/drawing/2014/main" id="{FA82F26F-973E-6E47-064A-E58BB5E2C6B3}"/>
              </a:ext>
            </a:extLst>
          </p:cNvPr>
          <p:cNvGrpSpPr>
            <a:grpSpLocks/>
          </p:cNvGrpSpPr>
          <p:nvPr/>
        </p:nvGrpSpPr>
        <p:grpSpPr>
          <a:xfrm>
            <a:off x="328699" y="2429619"/>
            <a:ext cx="2903835" cy="2136594"/>
            <a:chOff x="652656" y="2462768"/>
            <a:chExt cx="2903835" cy="2136594"/>
          </a:xfrm>
        </p:grpSpPr>
        <p:sp>
          <p:nvSpPr>
            <p:cNvPr id="28" name="Text Placeholder 4">
              <a:extLst>
                <a:ext uri="{FF2B5EF4-FFF2-40B4-BE49-F238E27FC236}">
                  <a16:creationId xmlns:a16="http://schemas.microsoft.com/office/drawing/2014/main" id="{72A9259A-DC95-7929-2407-42F74D35B297}"/>
                </a:ext>
              </a:extLst>
            </p:cNvPr>
            <p:cNvSpPr txBox="1">
              <a:spLocks/>
            </p:cNvSpPr>
            <p:nvPr/>
          </p:nvSpPr>
          <p:spPr>
            <a:xfrm>
              <a:off x="652656" y="2462768"/>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PROFESSIONAL BACKGROUND</a:t>
              </a:r>
              <a:endParaRPr lang="en-US" sz="1200" b="1">
                <a:solidFill>
                  <a:schemeClr val="accent1"/>
                </a:solidFill>
                <a:latin typeface="+mj-lt"/>
              </a:endParaRPr>
            </a:p>
          </p:txBody>
        </p:sp>
        <p:sp>
          <p:nvSpPr>
            <p:cNvPr id="29" name="Text Placeholder 4">
              <a:extLst>
                <a:ext uri="{FF2B5EF4-FFF2-40B4-BE49-F238E27FC236}">
                  <a16:creationId xmlns:a16="http://schemas.microsoft.com/office/drawing/2014/main" id="{1B6E0D27-DFC9-0BED-62DE-B980A526E12C}"/>
                </a:ext>
              </a:extLst>
            </p:cNvPr>
            <p:cNvSpPr txBox="1">
              <a:spLocks/>
            </p:cNvSpPr>
            <p:nvPr/>
          </p:nvSpPr>
          <p:spPr>
            <a:xfrm>
              <a:off x="668713" y="4385441"/>
              <a:ext cx="2887778" cy="21392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SPECIALIZATIONS</a:t>
              </a:r>
              <a:endParaRPr lang="en-US" sz="1200" b="1">
                <a:solidFill>
                  <a:schemeClr val="accent1"/>
                </a:solidFill>
                <a:latin typeface="+mj-lt"/>
              </a:endParaRPr>
            </a:p>
          </p:txBody>
        </p:sp>
        <p:sp>
          <p:nvSpPr>
            <p:cNvPr id="35" name="Text Placeholder 4">
              <a:extLst>
                <a:ext uri="{FF2B5EF4-FFF2-40B4-BE49-F238E27FC236}">
                  <a16:creationId xmlns:a16="http://schemas.microsoft.com/office/drawing/2014/main" id="{CAE6442A-7F7A-7520-E012-744876DD2E5B}"/>
                </a:ext>
              </a:extLst>
            </p:cNvPr>
            <p:cNvSpPr txBox="1">
              <a:spLocks/>
            </p:cNvSpPr>
            <p:nvPr/>
          </p:nvSpPr>
          <p:spPr>
            <a:xfrm>
              <a:off x="668713" y="3611504"/>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endParaRPr lang="es-AR" sz="1200" b="1">
                <a:solidFill>
                  <a:schemeClr val="accent1"/>
                </a:solidFill>
                <a:latin typeface="+mj-lt"/>
              </a:endParaRPr>
            </a:p>
          </p:txBody>
        </p:sp>
      </p:grpSp>
      <p:sp>
        <p:nvSpPr>
          <p:cNvPr id="36" name="Rectangle 35">
            <a:extLst>
              <a:ext uri="{FF2B5EF4-FFF2-40B4-BE49-F238E27FC236}">
                <a16:creationId xmlns:a16="http://schemas.microsoft.com/office/drawing/2014/main" id="{CD3F3331-A2F2-3187-3314-9536E3A05809}"/>
              </a:ext>
            </a:extLst>
          </p:cNvPr>
          <p:cNvSpPr/>
          <p:nvPr/>
        </p:nvSpPr>
        <p:spPr>
          <a:xfrm>
            <a:off x="3431214" y="5236790"/>
            <a:ext cx="3246987" cy="969022"/>
          </a:xfrm>
          <a:prstGeom prst="rect">
            <a:avLst/>
          </a:prstGeom>
        </p:spPr>
        <p:txBody>
          <a:bodyPr vert="horz" lIns="0" tIns="0" rIns="0" bIns="0" rtlCol="0" anchor="t">
            <a:noAutofit/>
          </a:bodyPr>
          <a:lstStyle/>
          <a:p>
            <a:pPr marL="171450" indent="-171450">
              <a:lnSpc>
                <a:spcPct val="90000"/>
              </a:lnSpc>
              <a:spcAft>
                <a:spcPts val="600"/>
              </a:spcAft>
              <a:buClr>
                <a:schemeClr val="accent1"/>
              </a:buClr>
              <a:buFont typeface="Arial" panose="020B0604020202020204" pitchFamily="34" charset="0"/>
              <a:buChar char="•"/>
            </a:pPr>
            <a:endParaRPr lang="en-US" sz="1000">
              <a:solidFill>
                <a:schemeClr val="tx1"/>
              </a:solidFill>
              <a:latin typeface="Graphik"/>
            </a:endParaRPr>
          </a:p>
        </p:txBody>
      </p:sp>
      <p:sp>
        <p:nvSpPr>
          <p:cNvPr id="37" name="Text Placeholder 4">
            <a:extLst>
              <a:ext uri="{FF2B5EF4-FFF2-40B4-BE49-F238E27FC236}">
                <a16:creationId xmlns:a16="http://schemas.microsoft.com/office/drawing/2014/main" id="{E2E6DC0A-D16B-3A77-6077-F57069BD7EDC}"/>
              </a:ext>
            </a:extLst>
          </p:cNvPr>
          <p:cNvSpPr txBox="1">
            <a:spLocks/>
          </p:cNvSpPr>
          <p:nvPr/>
        </p:nvSpPr>
        <p:spPr>
          <a:xfrm>
            <a:off x="328699" y="5299574"/>
            <a:ext cx="1478408"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LANGUAGES</a:t>
            </a:r>
            <a:endParaRPr lang="en-US" sz="1200" b="1">
              <a:solidFill>
                <a:schemeClr val="accent1"/>
              </a:solidFill>
              <a:latin typeface="+mj-lt"/>
            </a:endParaRPr>
          </a:p>
        </p:txBody>
      </p:sp>
      <p:sp>
        <p:nvSpPr>
          <p:cNvPr id="40" name="Text Placeholder 4">
            <a:extLst>
              <a:ext uri="{FF2B5EF4-FFF2-40B4-BE49-F238E27FC236}">
                <a16:creationId xmlns:a16="http://schemas.microsoft.com/office/drawing/2014/main" id="{6F73DCD2-A285-29D0-D542-E4F69730AE06}"/>
              </a:ext>
            </a:extLst>
          </p:cNvPr>
          <p:cNvSpPr txBox="1">
            <a:spLocks/>
          </p:cNvSpPr>
          <p:nvPr/>
        </p:nvSpPr>
        <p:spPr>
          <a:xfrm>
            <a:off x="3717864" y="2425651"/>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AREA OF EXPERTISE</a:t>
            </a:r>
            <a:endParaRPr lang="en-US" sz="1200" b="1">
              <a:solidFill>
                <a:schemeClr val="accent1"/>
              </a:solidFill>
              <a:latin typeface="+mj-lt"/>
            </a:endParaRPr>
          </a:p>
        </p:txBody>
      </p:sp>
      <p:sp>
        <p:nvSpPr>
          <p:cNvPr id="45" name="Text Placeholder 4">
            <a:extLst>
              <a:ext uri="{FF2B5EF4-FFF2-40B4-BE49-F238E27FC236}">
                <a16:creationId xmlns:a16="http://schemas.microsoft.com/office/drawing/2014/main" id="{83AF36ED-0DC5-5D34-4D4E-DFABF505923D}"/>
              </a:ext>
            </a:extLst>
          </p:cNvPr>
          <p:cNvSpPr txBox="1">
            <a:spLocks/>
          </p:cNvSpPr>
          <p:nvPr/>
        </p:nvSpPr>
        <p:spPr>
          <a:xfrm>
            <a:off x="3661827" y="5059842"/>
            <a:ext cx="1278123"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INDUSTRY</a:t>
            </a:r>
            <a:endParaRPr lang="en-US" sz="1200" b="1">
              <a:solidFill>
                <a:schemeClr val="accent1"/>
              </a:solidFill>
              <a:latin typeface="+mj-lt"/>
            </a:endParaRPr>
          </a:p>
        </p:txBody>
      </p:sp>
      <p:sp>
        <p:nvSpPr>
          <p:cNvPr id="47" name="Text Placeholder 10">
            <a:extLst>
              <a:ext uri="{FF2B5EF4-FFF2-40B4-BE49-F238E27FC236}">
                <a16:creationId xmlns:a16="http://schemas.microsoft.com/office/drawing/2014/main" id="{88916E2A-4E45-86B5-A986-94589B9AFC66}"/>
              </a:ext>
            </a:extLst>
          </p:cNvPr>
          <p:cNvSpPr txBox="1">
            <a:spLocks/>
          </p:cNvSpPr>
          <p:nvPr/>
        </p:nvSpPr>
        <p:spPr>
          <a:xfrm>
            <a:off x="3605712" y="2874620"/>
            <a:ext cx="2668543" cy="2215307"/>
          </a:xfrm>
          <a:prstGeom prst="rect">
            <a:avLst/>
          </a:prstGeom>
        </p:spPr>
        <p:txBody>
          <a:bodyPr vert="horz" lIns="0" tIns="0" rIns="0" bIns="0" rtlCol="0" anchor="t">
            <a:noAutofit/>
          </a:bodyPr>
          <a:lstStyle>
            <a:defPPr>
              <a:defRPr lang="en-US"/>
            </a:defPPr>
            <a:lvl1pPr marL="171450" indent="-171450" fontAlgn="base">
              <a:lnSpc>
                <a:spcPct val="100000"/>
              </a:lnSpc>
              <a:spcBef>
                <a:spcPts val="0"/>
              </a:spcBef>
              <a:spcAft>
                <a:spcPts val="0"/>
              </a:spcAft>
              <a:buClr>
                <a:schemeClr val="accent1"/>
              </a:buClr>
              <a:buFont typeface="Arial" panose="020B0604020202020204" pitchFamily="34" charset="0"/>
              <a:buChar char="•"/>
              <a:defRPr sz="1000" b="1" i="0" u="none" strike="noStrike">
                <a:solidFill>
                  <a:schemeClr val="accent3"/>
                </a:solidFill>
                <a:effectLst/>
                <a:latin typeface="+mj-lt"/>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sz="800"/>
          </a:p>
          <a:p>
            <a:r>
              <a:rPr lang="en-US" sz="700"/>
              <a:t>Python</a:t>
            </a:r>
            <a:endParaRPr lang="en-US" sz="700">
              <a:solidFill>
                <a:srgbClr val="460073"/>
              </a:solidFill>
            </a:endParaRPr>
          </a:p>
          <a:p>
            <a:r>
              <a:rPr lang="en-US" sz="700"/>
              <a:t>DBT</a:t>
            </a:r>
          </a:p>
          <a:p>
            <a:r>
              <a:rPr lang="en-US" sz="700"/>
              <a:t>Cloud platforms GCP – Azure</a:t>
            </a:r>
          </a:p>
          <a:p>
            <a:r>
              <a:rPr lang="en-US" sz="700"/>
              <a:t>Linux</a:t>
            </a:r>
          </a:p>
          <a:p>
            <a:r>
              <a:rPr lang="en-US" sz="700"/>
              <a:t>Airflow</a:t>
            </a:r>
          </a:p>
          <a:p>
            <a:r>
              <a:rPr lang="en-US" sz="700"/>
              <a:t>Apache Tomcat</a:t>
            </a:r>
            <a:endParaRPr lang="en-US" sz="700" b="0">
              <a:solidFill>
                <a:srgbClr val="000000"/>
              </a:solidFill>
            </a:endParaRPr>
          </a:p>
          <a:p>
            <a:r>
              <a:rPr lang="en-US" sz="700"/>
              <a:t>Helm</a:t>
            </a:r>
            <a:endParaRPr lang="en-US" sz="700" b="0">
              <a:solidFill>
                <a:srgbClr val="000000"/>
              </a:solidFill>
            </a:endParaRPr>
          </a:p>
          <a:p>
            <a:r>
              <a:rPr lang="en-US" sz="700" err="1"/>
              <a:t>MySql</a:t>
            </a:r>
            <a:endParaRPr lang="en-US" sz="700"/>
          </a:p>
          <a:p>
            <a:r>
              <a:rPr lang="en-US" sz="700" err="1"/>
              <a:t>Rundeck</a:t>
            </a:r>
            <a:endParaRPr lang="en-US" sz="700"/>
          </a:p>
          <a:p>
            <a:r>
              <a:rPr lang="en-US" sz="700"/>
              <a:t>Docker</a:t>
            </a:r>
          </a:p>
          <a:p>
            <a:r>
              <a:rPr lang="en-US" sz="700"/>
              <a:t>Kubernetes</a:t>
            </a:r>
          </a:p>
          <a:p>
            <a:r>
              <a:rPr lang="en-US" sz="700"/>
              <a:t>Zabbix</a:t>
            </a:r>
          </a:p>
          <a:p>
            <a:r>
              <a:rPr lang="en-US" sz="700"/>
              <a:t>Jenkins</a:t>
            </a:r>
          </a:p>
          <a:p>
            <a:r>
              <a:rPr lang="en-US" sz="700" err="1"/>
              <a:t>IaC</a:t>
            </a:r>
            <a:r>
              <a:rPr lang="en-US" sz="700"/>
              <a:t> Ansible – Terraform - </a:t>
            </a:r>
            <a:r>
              <a:rPr lang="en-US" sz="700" err="1"/>
              <a:t>Pulumi</a:t>
            </a:r>
          </a:p>
          <a:p>
            <a:r>
              <a:rPr lang="en-US" sz="700" err="1"/>
              <a:t>InfluxDB</a:t>
            </a:r>
            <a:endParaRPr lang="en-US" sz="700"/>
          </a:p>
          <a:p>
            <a:r>
              <a:rPr lang="en-US" sz="700"/>
              <a:t>Prometheus</a:t>
            </a:r>
          </a:p>
          <a:p>
            <a:r>
              <a:rPr lang="en-US" sz="700"/>
              <a:t>Azure DevOps</a:t>
            </a:r>
          </a:p>
          <a:p>
            <a:endParaRPr lang="en-US">
              <a:solidFill>
                <a:schemeClr val="tx1"/>
              </a:solidFill>
            </a:endParaRPr>
          </a:p>
          <a:p>
            <a:endParaRPr lang="en-US"/>
          </a:p>
          <a:p>
            <a:endParaRPr lang="en-US"/>
          </a:p>
          <a:p>
            <a:endParaRPr lang="en-US"/>
          </a:p>
        </p:txBody>
      </p:sp>
      <p:sp>
        <p:nvSpPr>
          <p:cNvPr id="49" name="Text Placeholder 13">
            <a:extLst>
              <a:ext uri="{FF2B5EF4-FFF2-40B4-BE49-F238E27FC236}">
                <a16:creationId xmlns:a16="http://schemas.microsoft.com/office/drawing/2014/main" id="{67B10EEE-BF1A-4587-0DE7-065C396FC396}"/>
              </a:ext>
            </a:extLst>
          </p:cNvPr>
          <p:cNvSpPr txBox="1">
            <a:spLocks/>
          </p:cNvSpPr>
          <p:nvPr/>
        </p:nvSpPr>
        <p:spPr>
          <a:xfrm>
            <a:off x="202405" y="2709462"/>
            <a:ext cx="2702016" cy="300954"/>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latin typeface="Graphik"/>
              </a:rPr>
              <a:t>12 years experience specializing in the monitoring, observability, tracing and logging solutions, infrastructure and operation automation, maintenance and troubleshooting, system design and capacity planning, full stack classic and cloud infrastructure administration, CI/CD Pipelines. I manage a wide range set of tools with different degrees of expertise, docker, </a:t>
            </a:r>
            <a:r>
              <a:rPr lang="en-US" sz="800" dirty="0" err="1">
                <a:latin typeface="Graphik"/>
              </a:rPr>
              <a:t>kubernetes</a:t>
            </a:r>
            <a:r>
              <a:rPr lang="en-US" sz="800" dirty="0">
                <a:latin typeface="Graphik"/>
              </a:rPr>
              <a:t>, </a:t>
            </a:r>
            <a:r>
              <a:rPr lang="en-US" sz="800" dirty="0" err="1">
                <a:latin typeface="Graphik"/>
              </a:rPr>
              <a:t>zabbix</a:t>
            </a:r>
            <a:r>
              <a:rPr lang="en-US" sz="800" dirty="0">
                <a:latin typeface="Graphik"/>
              </a:rPr>
              <a:t>, </a:t>
            </a:r>
            <a:r>
              <a:rPr lang="en-US" sz="800" dirty="0" err="1">
                <a:latin typeface="Graphik"/>
              </a:rPr>
              <a:t>prometheus</a:t>
            </a:r>
            <a:r>
              <a:rPr lang="en-US" sz="800" dirty="0">
                <a:latin typeface="Graphik"/>
              </a:rPr>
              <a:t>, </a:t>
            </a:r>
            <a:r>
              <a:rPr lang="en-US" sz="800" dirty="0" err="1">
                <a:latin typeface="Graphik"/>
              </a:rPr>
              <a:t>jenkins</a:t>
            </a:r>
            <a:r>
              <a:rPr lang="en-US" sz="800" dirty="0">
                <a:latin typeface="Graphik"/>
              </a:rPr>
              <a:t>, airflow, DBT, </a:t>
            </a:r>
            <a:r>
              <a:rPr lang="en-US" sz="800" dirty="0" err="1">
                <a:latin typeface="Graphik"/>
              </a:rPr>
              <a:t>rundeck</a:t>
            </a:r>
            <a:r>
              <a:rPr lang="en-US" sz="800" dirty="0">
                <a:latin typeface="Graphik"/>
              </a:rPr>
              <a:t>, git, bash, python, </a:t>
            </a:r>
            <a:r>
              <a:rPr lang="en-US" sz="800" dirty="0" err="1">
                <a:latin typeface="Graphik"/>
              </a:rPr>
              <a:t>mariadb</a:t>
            </a:r>
            <a:r>
              <a:rPr lang="en-US" sz="800" dirty="0">
                <a:latin typeface="Graphik"/>
              </a:rPr>
              <a:t>, </a:t>
            </a:r>
            <a:r>
              <a:rPr lang="en-US" sz="800" dirty="0" err="1">
                <a:latin typeface="Graphik"/>
              </a:rPr>
              <a:t>postgre</a:t>
            </a:r>
            <a:r>
              <a:rPr lang="en-US" sz="800" dirty="0">
                <a:latin typeface="Graphik"/>
              </a:rPr>
              <a:t>, </a:t>
            </a:r>
            <a:r>
              <a:rPr lang="en-US" sz="800" dirty="0" err="1">
                <a:latin typeface="Graphik"/>
              </a:rPr>
              <a:t>mssql</a:t>
            </a:r>
            <a:r>
              <a:rPr lang="en-US" sz="800" dirty="0">
                <a:latin typeface="Graphik"/>
              </a:rPr>
              <a:t>, ansible, </a:t>
            </a:r>
            <a:r>
              <a:rPr lang="en-US" sz="800" dirty="0" err="1">
                <a:latin typeface="Graphik"/>
              </a:rPr>
              <a:t>Pulumi</a:t>
            </a:r>
            <a:r>
              <a:rPr lang="en-US" sz="800" dirty="0">
                <a:latin typeface="Graphik"/>
              </a:rPr>
              <a:t>, terraform, </a:t>
            </a:r>
            <a:r>
              <a:rPr lang="en-US" sz="800" dirty="0" err="1">
                <a:latin typeface="Graphik"/>
              </a:rPr>
              <a:t>influxdb</a:t>
            </a:r>
            <a:r>
              <a:rPr lang="en-US" sz="800" dirty="0">
                <a:latin typeface="Graphik"/>
              </a:rPr>
              <a:t>, </a:t>
            </a:r>
            <a:r>
              <a:rPr lang="en-US" sz="800" dirty="0" err="1">
                <a:latin typeface="Graphik"/>
              </a:rPr>
              <a:t>kafka</a:t>
            </a:r>
            <a:r>
              <a:rPr lang="en-US" sz="800" dirty="0">
                <a:latin typeface="Graphik"/>
              </a:rPr>
              <a:t>, helm, flux, </a:t>
            </a:r>
            <a:r>
              <a:rPr lang="en-US" sz="800" dirty="0" err="1">
                <a:latin typeface="Graphik"/>
              </a:rPr>
              <a:t>argocd</a:t>
            </a:r>
            <a:r>
              <a:rPr lang="en-US" sz="800" dirty="0">
                <a:latin typeface="Graphik"/>
              </a:rPr>
              <a:t>, and many more. My goal is to always be learning new tools that allow me to optimize my work and provide better solutions. Try, fail, try again and learn continuously is what I intend to do on a daily basis.</a:t>
            </a:r>
            <a:endParaRPr lang="es-AR" sz="800" dirty="0">
              <a:latin typeface="Graphik"/>
            </a:endParaRPr>
          </a:p>
        </p:txBody>
      </p:sp>
      <p:sp>
        <p:nvSpPr>
          <p:cNvPr id="50" name="Text Placeholder 13">
            <a:extLst>
              <a:ext uri="{FF2B5EF4-FFF2-40B4-BE49-F238E27FC236}">
                <a16:creationId xmlns:a16="http://schemas.microsoft.com/office/drawing/2014/main" id="{F5B1C679-DFF5-C42C-3C67-B3D6B74019FF}"/>
              </a:ext>
            </a:extLst>
          </p:cNvPr>
          <p:cNvSpPr txBox="1">
            <a:spLocks/>
          </p:cNvSpPr>
          <p:nvPr/>
        </p:nvSpPr>
        <p:spPr>
          <a:xfrm>
            <a:off x="249438" y="4596773"/>
            <a:ext cx="2952329" cy="272219"/>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rtl="0" fontAlgn="base">
              <a:buFont typeface="Arial" panose="020B0604020202020204" pitchFamily="34" charset="0"/>
              <a:buChar char="•"/>
            </a:pPr>
            <a:r>
              <a:rPr lang="es-ES" sz="1200" b="0" i="0" u="none" strike="noStrike">
                <a:solidFill>
                  <a:srgbClr val="000000"/>
                </a:solidFill>
                <a:effectLst/>
                <a:latin typeface="Calibri" panose="020F0502020204030204" pitchFamily="34" charset="0"/>
              </a:rPr>
              <a:t>Azure </a:t>
            </a:r>
            <a:r>
              <a:rPr lang="es-ES" sz="1200" b="0" i="0" u="none" strike="noStrike" err="1">
                <a:solidFill>
                  <a:srgbClr val="000000"/>
                </a:solidFill>
                <a:effectLst/>
                <a:latin typeface="Calibri" panose="020F0502020204030204" pitchFamily="34" charset="0"/>
              </a:rPr>
              <a:t>fundamentals</a:t>
            </a:r>
            <a:r>
              <a:rPr lang="es-ES" sz="1200" b="0" i="0" u="none" strike="noStrike">
                <a:solidFill>
                  <a:srgbClr val="000000"/>
                </a:solidFill>
                <a:effectLst/>
                <a:latin typeface="Calibri" panose="020F0502020204030204" pitchFamily="34" charset="0"/>
              </a:rPr>
              <a:t> </a:t>
            </a:r>
            <a:r>
              <a:rPr lang="es-ES" sz="1200" b="0" i="0" u="none" strike="noStrike" err="1">
                <a:solidFill>
                  <a:srgbClr val="000000"/>
                </a:solidFill>
                <a:effectLst/>
                <a:latin typeface="Calibri" panose="020F0502020204030204" pitchFamily="34" charset="0"/>
              </a:rPr>
              <a:t>certified</a:t>
            </a:r>
            <a:r>
              <a:rPr lang="es-ES" sz="1200" b="0" i="0" u="none" strike="noStrike">
                <a:solidFill>
                  <a:srgbClr val="000000"/>
                </a:solidFill>
                <a:effectLst/>
                <a:latin typeface="Calibri" panose="020F0502020204030204" pitchFamily="34" charset="0"/>
              </a:rPr>
              <a:t>.</a:t>
            </a:r>
            <a:r>
              <a:rPr lang="en-US" sz="1200" b="0" i="0">
                <a:solidFill>
                  <a:srgbClr val="000000"/>
                </a:solidFill>
                <a:effectLst/>
                <a:latin typeface="Calibri" panose="020F0502020204030204" pitchFamily="34" charset="0"/>
              </a:rPr>
              <a:t>​</a:t>
            </a:r>
            <a:endParaRPr lang="en-US" sz="1200" b="0" i="0">
              <a:solidFill>
                <a:srgbClr val="000000"/>
              </a:solidFill>
              <a:effectLst/>
              <a:latin typeface="Arial" panose="020B0604020202020204" pitchFamily="34" charset="0"/>
            </a:endParaRPr>
          </a:p>
          <a:p>
            <a:pPr algn="l" rtl="0" fontAlgn="base">
              <a:buFont typeface="Arial" panose="020B0604020202020204" pitchFamily="34" charset="0"/>
              <a:buChar char="•"/>
            </a:pPr>
            <a:r>
              <a:rPr lang="es-ES" sz="1200" b="0" i="0" u="none" strike="noStrike">
                <a:solidFill>
                  <a:srgbClr val="000000"/>
                </a:solidFill>
                <a:effectLst/>
                <a:latin typeface="Calibri" panose="020F0502020204030204" pitchFamily="34" charset="0"/>
              </a:rPr>
              <a:t>GCP Cloud Digital Leader </a:t>
            </a:r>
            <a:r>
              <a:rPr lang="es-ES" sz="1200" b="0" i="0" u="none" strike="noStrike" err="1">
                <a:solidFill>
                  <a:srgbClr val="000000"/>
                </a:solidFill>
                <a:effectLst/>
                <a:latin typeface="Calibri" panose="020F0502020204030204" pitchFamily="34" charset="0"/>
              </a:rPr>
              <a:t>certified</a:t>
            </a:r>
            <a:r>
              <a:rPr lang="es-ES" sz="1200" b="0" i="0" u="none" strike="noStrike">
                <a:solidFill>
                  <a:srgbClr val="000000"/>
                </a:solidFill>
                <a:effectLst/>
                <a:latin typeface="Calibri" panose="020F0502020204030204" pitchFamily="34" charset="0"/>
              </a:rPr>
              <a:t>.</a:t>
            </a:r>
            <a:endParaRPr lang="en-US" sz="1200" b="0" i="0">
              <a:solidFill>
                <a:srgbClr val="000000"/>
              </a:solidFill>
              <a:effectLst/>
              <a:latin typeface="Arial" panose="020B0604020202020204" pitchFamily="34" charset="0"/>
            </a:endParaRPr>
          </a:p>
          <a:p>
            <a:pPr marL="0" indent="0" algn="l" rtl="0" fontAlgn="base">
              <a:buNone/>
            </a:pPr>
            <a:endParaRPr lang="en-US" sz="1000">
              <a:solidFill>
                <a:srgbClr val="000000"/>
              </a:solidFill>
            </a:endParaRPr>
          </a:p>
          <a:p>
            <a:endParaRPr lang="es-AR" sz="1000">
              <a:latin typeface="Graphik"/>
            </a:endParaRPr>
          </a:p>
        </p:txBody>
      </p:sp>
      <p:sp>
        <p:nvSpPr>
          <p:cNvPr id="51" name="Text Placeholder 13">
            <a:extLst>
              <a:ext uri="{FF2B5EF4-FFF2-40B4-BE49-F238E27FC236}">
                <a16:creationId xmlns:a16="http://schemas.microsoft.com/office/drawing/2014/main" id="{72302F36-E7BC-42A3-0A43-CDD2E2AB577E}"/>
              </a:ext>
            </a:extLst>
          </p:cNvPr>
          <p:cNvSpPr txBox="1">
            <a:spLocks/>
          </p:cNvSpPr>
          <p:nvPr/>
        </p:nvSpPr>
        <p:spPr>
          <a:xfrm>
            <a:off x="249438" y="5511677"/>
            <a:ext cx="2702016"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Spanish (Native)</a:t>
            </a:r>
          </a:p>
          <a:p>
            <a:r>
              <a:rPr lang="en-US"/>
              <a:t>English (C1)</a:t>
            </a:r>
          </a:p>
          <a:p>
            <a:endParaRPr lang="en-US"/>
          </a:p>
          <a:p>
            <a:endParaRPr lang="es-AR"/>
          </a:p>
        </p:txBody>
      </p:sp>
      <p:sp>
        <p:nvSpPr>
          <p:cNvPr id="52" name="Text Placeholder 13">
            <a:extLst>
              <a:ext uri="{FF2B5EF4-FFF2-40B4-BE49-F238E27FC236}">
                <a16:creationId xmlns:a16="http://schemas.microsoft.com/office/drawing/2014/main" id="{35A5E06F-27C7-2207-0875-01BABFD0C887}"/>
              </a:ext>
            </a:extLst>
          </p:cNvPr>
          <p:cNvSpPr txBox="1">
            <a:spLocks/>
          </p:cNvSpPr>
          <p:nvPr/>
        </p:nvSpPr>
        <p:spPr>
          <a:xfrm>
            <a:off x="4919202" y="5535372"/>
            <a:ext cx="1440137"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endParaRPr lang="en-US"/>
          </a:p>
          <a:p>
            <a:endParaRPr lang="es-AR"/>
          </a:p>
        </p:txBody>
      </p:sp>
      <p:sp>
        <p:nvSpPr>
          <p:cNvPr id="53" name="Text Placeholder 13">
            <a:extLst>
              <a:ext uri="{FF2B5EF4-FFF2-40B4-BE49-F238E27FC236}">
                <a16:creationId xmlns:a16="http://schemas.microsoft.com/office/drawing/2014/main" id="{30377A8A-69CD-5F83-DA2E-98B9A486EC39}"/>
              </a:ext>
            </a:extLst>
          </p:cNvPr>
          <p:cNvSpPr txBox="1">
            <a:spLocks/>
          </p:cNvSpPr>
          <p:nvPr/>
        </p:nvSpPr>
        <p:spPr>
          <a:xfrm>
            <a:off x="3606130" y="5272668"/>
            <a:ext cx="1440137" cy="961766"/>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800" dirty="0"/>
              <a:t>Retail</a:t>
            </a:r>
          </a:p>
          <a:p>
            <a:r>
              <a:rPr lang="en-US" sz="800" dirty="0"/>
              <a:t>Energy</a:t>
            </a:r>
          </a:p>
          <a:p>
            <a:r>
              <a:rPr lang="en-US" sz="800" dirty="0"/>
              <a:t>Infrastructure support</a:t>
            </a:r>
          </a:p>
          <a:p>
            <a:r>
              <a:rPr lang="en-US" sz="800" dirty="0"/>
              <a:t>Logistics</a:t>
            </a:r>
          </a:p>
          <a:p>
            <a:r>
              <a:rPr lang="en-US" sz="800" dirty="0"/>
              <a:t>Television</a:t>
            </a:r>
          </a:p>
          <a:p>
            <a:endParaRPr lang="es-AR" sz="800"/>
          </a:p>
        </p:txBody>
      </p:sp>
      <p:sp>
        <p:nvSpPr>
          <p:cNvPr id="67" name="Text Placeholder 11">
            <a:extLst>
              <a:ext uri="{FF2B5EF4-FFF2-40B4-BE49-F238E27FC236}">
                <a16:creationId xmlns:a16="http://schemas.microsoft.com/office/drawing/2014/main" id="{C6A51E4F-7155-0013-A033-1BFC0B3D9F3D}"/>
              </a:ext>
            </a:extLst>
          </p:cNvPr>
          <p:cNvSpPr txBox="1">
            <a:spLocks/>
          </p:cNvSpPr>
          <p:nvPr/>
        </p:nvSpPr>
        <p:spPr>
          <a:xfrm>
            <a:off x="6907843" y="733213"/>
            <a:ext cx="5081751" cy="5298619"/>
          </a:xfrm>
          <a:prstGeom prst="rect">
            <a:avLst/>
          </a:prstGeom>
        </p:spPr>
        <p:txBody>
          <a:bodyPr vert="horz" lIns="0" tIns="0" rIns="0" bIns="0" rtlCol="0" anchor="t">
            <a:no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4800" b="1" kern="1200" dirty="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algn="just"/>
            <a:r>
              <a:rPr lang="en-US" sz="800">
                <a:solidFill>
                  <a:srgbClr val="000000"/>
                </a:solidFill>
                <a:latin typeface="Graphik"/>
              </a:rPr>
              <a:t>American Television Network (01-2023– 12 -2023)</a:t>
            </a:r>
            <a:endParaRPr lang="en-US" sz="800" b="0">
              <a:solidFill>
                <a:srgbClr val="000000"/>
              </a:solidFill>
              <a:latin typeface="Graphik"/>
            </a:endParaRPr>
          </a:p>
          <a:p>
            <a:pPr marL="285750" indent="-285750" algn="just">
              <a:buFont typeface="Arial,Sans-Serif"/>
              <a:buChar char="•"/>
            </a:pPr>
            <a:r>
              <a:rPr lang="en-US" sz="800" b="0">
                <a:solidFill>
                  <a:srgbClr val="A100FF"/>
                </a:solidFill>
                <a:latin typeface="Graphik"/>
              </a:rPr>
              <a:t>Build an AI assisted Migration Tool to automate migration from BQ SQL scripts to DBT pipelines.</a:t>
            </a:r>
          </a:p>
          <a:p>
            <a:pPr marL="285750" indent="-285750" algn="just">
              <a:buFont typeface="Arial,Sans-Serif"/>
              <a:buChar char="•"/>
            </a:pPr>
            <a:r>
              <a:rPr lang="en-US" sz="800" b="0">
                <a:solidFill>
                  <a:srgbClr val="A100FF"/>
                </a:solidFill>
                <a:latin typeface="Graphik"/>
              </a:rPr>
              <a:t>Implement LLM (Google PaLM2) automatic technical and business documentation on DBT models.</a:t>
            </a:r>
          </a:p>
          <a:p>
            <a:pPr marL="285750" indent="-285750" algn="just">
              <a:buFont typeface="Arial,Sans-Serif"/>
              <a:buChar char="•"/>
            </a:pPr>
            <a:r>
              <a:rPr lang="en-US" sz="800" b="0">
                <a:solidFill>
                  <a:srgbClr val="A100FF"/>
                </a:solidFill>
                <a:latin typeface="Graphik"/>
              </a:rPr>
              <a:t>Implementation of a monitoring framework for scheduled queries in BigQuery and validation queries in GitHub. The notification was sent to a custom Slack channel with a unified message after a failure was detected in the pipeline.</a:t>
            </a:r>
          </a:p>
          <a:p>
            <a:pPr marL="285750" indent="-285750" algn="just">
              <a:buFont typeface="Arial,Sans-Serif"/>
              <a:buChar char="•"/>
            </a:pPr>
            <a:r>
              <a:rPr lang="en-US" sz="800" b="0">
                <a:solidFill>
                  <a:srgbClr val="A100FF"/>
                </a:solidFill>
                <a:latin typeface="Graphik"/>
              </a:rPr>
              <a:t>The main components used in GCP were Cloud Functions and Airflow in Composer, Vertex AI, Pub-Sub.</a:t>
            </a:r>
          </a:p>
          <a:p>
            <a:pPr marL="285750" indent="-285750" algn="just">
              <a:buFont typeface="Arial,Sans-Serif"/>
              <a:buChar char="•"/>
            </a:pPr>
            <a:r>
              <a:rPr lang="en-US" sz="800" b="0">
                <a:latin typeface="Graphik"/>
              </a:rPr>
              <a:t>Design of the architecture of a monitoring framework for scheduled queries in BigQuery and validation queries in GitHub</a:t>
            </a:r>
            <a:endParaRPr lang="en-US"/>
          </a:p>
          <a:p>
            <a:pPr algn="just"/>
            <a:r>
              <a:rPr lang="en-US" sz="800" dirty="0">
                <a:solidFill>
                  <a:srgbClr val="000000"/>
                </a:solidFill>
                <a:latin typeface="Graphik"/>
              </a:rPr>
              <a:t>Number 1 US Global Retail Company (05-2022– 01 -2023) </a:t>
            </a:r>
            <a:endParaRPr lang="en-US" sz="800" dirty="0"/>
          </a:p>
          <a:p>
            <a:pPr marL="285750" indent="-285750">
              <a:spcAft>
                <a:spcPts val="300"/>
              </a:spcAft>
              <a:buFont typeface="Arial" panose="020B0604020202020204" pitchFamily="34" charset="0"/>
              <a:buChar char="•"/>
            </a:pPr>
            <a:r>
              <a:rPr lang="en-US" sz="800" b="0" dirty="0">
                <a:latin typeface="+mn-lt"/>
                <a:cs typeface="Calibri"/>
              </a:rPr>
              <a:t>As a Cloud Migration Engineer I was responsible for the migration of Batch processes from different sources to GCP (Google Cloud Platform).</a:t>
            </a:r>
          </a:p>
          <a:p>
            <a:pPr marL="285750" indent="-285750">
              <a:spcAft>
                <a:spcPts val="300"/>
              </a:spcAft>
              <a:buFont typeface="Arial" panose="020B0604020202020204" pitchFamily="34" charset="0"/>
              <a:buChar char="•"/>
            </a:pPr>
            <a:r>
              <a:rPr lang="en-US" sz="800" b="0" dirty="0">
                <a:latin typeface="+mn-lt"/>
                <a:cs typeface="Calibri"/>
              </a:rPr>
              <a:t>Experience in modifying bash scripts to work properly in GCP, comparing it with what the client had on-premises. </a:t>
            </a:r>
          </a:p>
          <a:p>
            <a:pPr marL="285750" indent="-285750">
              <a:spcAft>
                <a:spcPts val="300"/>
              </a:spcAft>
              <a:buFont typeface="Arial" panose="020B0604020202020204" pitchFamily="34" charset="0"/>
              <a:buChar char="•"/>
            </a:pPr>
            <a:r>
              <a:rPr lang="en-US" sz="800" b="0" dirty="0">
                <a:latin typeface="+mn-lt"/>
                <a:cs typeface="Calibri"/>
              </a:rPr>
              <a:t>Meetings/Pair-programming with international Data Engineers in order to find/develop a solution for an existing problem.</a:t>
            </a:r>
          </a:p>
          <a:p>
            <a:pPr marL="285750" indent="-285750">
              <a:spcAft>
                <a:spcPts val="300"/>
              </a:spcAft>
              <a:buFont typeface="Arial" panose="020B0604020202020204" pitchFamily="34" charset="0"/>
              <a:buChar char="•"/>
            </a:pPr>
            <a:r>
              <a:rPr lang="en-US" sz="800" b="0" dirty="0">
                <a:latin typeface="+mn-lt"/>
                <a:cs typeface="Calibri"/>
              </a:rPr>
              <a:t>Debugging of SQL queries in </a:t>
            </a:r>
            <a:r>
              <a:rPr lang="en-US" sz="800" b="0" dirty="0" err="1">
                <a:latin typeface="+mn-lt"/>
                <a:cs typeface="Calibri"/>
              </a:rPr>
              <a:t>Dataproc</a:t>
            </a:r>
            <a:r>
              <a:rPr lang="en-US" sz="800" b="0" dirty="0">
                <a:latin typeface="+mn-lt"/>
                <a:cs typeface="Calibri"/>
              </a:rPr>
              <a:t>, Bash Scripts.</a:t>
            </a:r>
          </a:p>
          <a:p>
            <a:pPr marL="285750" indent="-285750">
              <a:spcAft>
                <a:spcPts val="300"/>
              </a:spcAft>
              <a:buFont typeface="Arial" panose="020B0604020202020204" pitchFamily="34" charset="0"/>
              <a:buChar char="•"/>
            </a:pPr>
            <a:r>
              <a:rPr lang="en-US" sz="800" b="0" dirty="0">
                <a:latin typeface="+mn-lt"/>
                <a:cs typeface="Calibri"/>
              </a:rPr>
              <a:t>Understanding existing Python code in order to debug failed steps or steps that were not doing what they were intended to do.</a:t>
            </a:r>
          </a:p>
          <a:p>
            <a:pPr marL="285750" indent="-285750">
              <a:spcAft>
                <a:spcPts val="300"/>
              </a:spcAft>
              <a:buFont typeface="Arial" panose="020B0604020202020204" pitchFamily="34" charset="0"/>
              <a:buChar char="•"/>
            </a:pPr>
            <a:r>
              <a:rPr lang="en-US" sz="800" b="0" dirty="0">
                <a:latin typeface="+mn-lt"/>
                <a:cs typeface="Calibri"/>
              </a:rPr>
              <a:t>Support for Production issues. </a:t>
            </a:r>
          </a:p>
          <a:p>
            <a:pPr marL="285750" indent="-285750">
              <a:spcAft>
                <a:spcPts val="300"/>
              </a:spcAft>
              <a:buFont typeface="Arial" panose="020B0604020202020204" pitchFamily="34" charset="0"/>
              <a:buChar char="•"/>
            </a:pPr>
            <a:r>
              <a:rPr lang="en-US" sz="800" b="0" dirty="0">
                <a:latin typeface="+mn-lt"/>
                <a:cs typeface="Calibri"/>
              </a:rPr>
              <a:t>Git and GitHub. </a:t>
            </a:r>
          </a:p>
          <a:p>
            <a:pPr algn="just">
              <a:spcBef>
                <a:spcPts val="100"/>
              </a:spcBef>
              <a:spcAft>
                <a:spcPts val="300"/>
              </a:spcAft>
            </a:pPr>
            <a:r>
              <a:rPr lang="en-US" sz="800" dirty="0" err="1">
                <a:solidFill>
                  <a:srgbClr val="000000"/>
                </a:solidFill>
                <a:latin typeface="+mn-lt"/>
              </a:rPr>
              <a:t>Assestment</a:t>
            </a:r>
            <a:r>
              <a:rPr lang="en-US" sz="800" dirty="0">
                <a:solidFill>
                  <a:srgbClr val="000000"/>
                </a:solidFill>
                <a:latin typeface="+mn-lt"/>
              </a:rPr>
              <a:t> at international mini group (04/2022)</a:t>
            </a:r>
            <a:r>
              <a:rPr lang="en-US" sz="800" b="0" dirty="0">
                <a:solidFill>
                  <a:srgbClr val="000000"/>
                </a:solidFill>
                <a:latin typeface="+mn-lt"/>
              </a:rPr>
              <a:t>​</a:t>
            </a:r>
          </a:p>
          <a:p>
            <a:pPr marL="285750" indent="-285750">
              <a:spcAft>
                <a:spcPts val="300"/>
              </a:spcAft>
              <a:buFont typeface="Arial" panose="020B0604020202020204" pitchFamily="34" charset="0"/>
              <a:buChar char="•"/>
            </a:pPr>
            <a:r>
              <a:rPr lang="en-US" sz="800" b="0" dirty="0">
                <a:latin typeface="+mn-lt"/>
                <a:cs typeface="Calibri"/>
              </a:rPr>
              <a:t>Support in the design of an integral solutions based on </a:t>
            </a:r>
            <a:r>
              <a:rPr lang="en-US" sz="800" b="0" dirty="0" err="1">
                <a:latin typeface="+mn-lt"/>
                <a:cs typeface="Calibri"/>
              </a:rPr>
              <a:t>databricks</a:t>
            </a:r>
            <a:r>
              <a:rPr lang="en-US" sz="800" b="0" dirty="0">
                <a:latin typeface="+mn-lt"/>
                <a:cs typeface="Calibri"/>
              </a:rPr>
              <a:t> and ml models with a strong focus on DevOps automation.</a:t>
            </a:r>
          </a:p>
          <a:p>
            <a:pPr algn="just">
              <a:spcBef>
                <a:spcPts val="100"/>
              </a:spcBef>
              <a:spcAft>
                <a:spcPts val="300"/>
              </a:spcAft>
            </a:pPr>
            <a:r>
              <a:rPr lang="en-US" sz="800" dirty="0">
                <a:solidFill>
                  <a:srgbClr val="000000"/>
                </a:solidFill>
                <a:latin typeface="+mn-lt"/>
              </a:rPr>
              <a:t>Data Engineering Consultant – Accenture  (2021– 2022)</a:t>
            </a:r>
            <a:r>
              <a:rPr lang="en-US" sz="800" b="0" dirty="0">
                <a:solidFill>
                  <a:srgbClr val="000000"/>
                </a:solidFill>
                <a:latin typeface="+mn-lt"/>
              </a:rPr>
              <a:t>​</a:t>
            </a:r>
          </a:p>
          <a:p>
            <a:pPr marL="285750" indent="-285750">
              <a:spcAft>
                <a:spcPts val="300"/>
              </a:spcAft>
              <a:buFont typeface="Arial" panose="020B0604020202020204" pitchFamily="34" charset="0"/>
              <a:buChar char="•"/>
            </a:pPr>
            <a:r>
              <a:rPr lang="en-US" sz="800" b="0" dirty="0">
                <a:latin typeface="+mn-lt"/>
                <a:cs typeface="Calibri"/>
              </a:rPr>
              <a:t>Develop and operate all aspects of ML.</a:t>
            </a:r>
          </a:p>
          <a:p>
            <a:pPr marL="285750" indent="-285750">
              <a:spcAft>
                <a:spcPts val="300"/>
              </a:spcAft>
              <a:buFont typeface="Arial" panose="020B0604020202020204" pitchFamily="34" charset="0"/>
              <a:buChar char="•"/>
            </a:pPr>
            <a:r>
              <a:rPr lang="en-US" sz="800" b="0" dirty="0">
                <a:latin typeface="+mn-lt"/>
                <a:cs typeface="Calibri"/>
              </a:rPr>
              <a:t>Infrastructure: Deployment, Monitoring of metrics, latency and throughput.</a:t>
            </a:r>
          </a:p>
          <a:p>
            <a:pPr marL="285750" indent="-285750">
              <a:spcAft>
                <a:spcPts val="300"/>
              </a:spcAft>
              <a:buFont typeface="Arial" panose="020B0604020202020204" pitchFamily="34" charset="0"/>
              <a:buChar char="•"/>
            </a:pPr>
            <a:r>
              <a:rPr lang="en-US" sz="800" b="0" dirty="0">
                <a:latin typeface="+mn-lt"/>
                <a:cs typeface="Calibri"/>
              </a:rPr>
              <a:t>Data drift, concept drift.</a:t>
            </a:r>
          </a:p>
          <a:p>
            <a:pPr algn="just">
              <a:spcBef>
                <a:spcPts val="100"/>
              </a:spcBef>
              <a:spcAft>
                <a:spcPts val="300"/>
              </a:spcAft>
            </a:pPr>
            <a:endParaRPr lang="en-US" sz="1000" b="0">
              <a:latin typeface="+mn-lt"/>
            </a:endParaRPr>
          </a:p>
          <a:p>
            <a:pPr marL="171450" indent="-171450">
              <a:spcAft>
                <a:spcPts val="300"/>
              </a:spcAft>
              <a:buFont typeface="Arial,Sans-Serif"/>
              <a:buChar char="•"/>
            </a:pPr>
            <a:endParaRPr lang="en-US" sz="1000">
              <a:latin typeface="+mn-lt"/>
            </a:endParaRPr>
          </a:p>
        </p:txBody>
      </p:sp>
      <p:sp>
        <p:nvSpPr>
          <p:cNvPr id="69" name="Footer Placeholder 3">
            <a:extLst>
              <a:ext uri="{FF2B5EF4-FFF2-40B4-BE49-F238E27FC236}">
                <a16:creationId xmlns:a16="http://schemas.microsoft.com/office/drawing/2014/main" id="{17669171-BA86-2E1F-B097-BA943AB81EC0}"/>
              </a:ext>
            </a:extLst>
          </p:cNvPr>
          <p:cNvSpPr>
            <a:spLocks noGrp="1"/>
          </p:cNvSpPr>
          <p:nvPr>
            <p:ph type="ftr" sz="quarter" idx="3"/>
          </p:nvPr>
        </p:nvSpPr>
        <p:spPr>
          <a:xfrm>
            <a:off x="7315200" y="6488234"/>
            <a:ext cx="4114800" cy="198318"/>
          </a:xfrm>
        </p:spPr>
        <p:txBody>
          <a:bodyPr wrap="square" lIns="0" tIns="0" rIns="0" bIns="0" rtlCol="0" anchor="ctr">
            <a:normAutofit/>
          </a:bodyPr>
          <a:lstStyle/>
          <a:p>
            <a:pPr>
              <a:spcAft>
                <a:spcPts val="600"/>
              </a:spcAft>
            </a:pPr>
            <a:r>
              <a:rPr lang="es-ES" kern="1200" dirty="0">
                <a:solidFill>
                  <a:schemeClr val="bg1"/>
                </a:solidFill>
                <a:latin typeface="+mn-lt"/>
                <a:ea typeface="+mn-ea"/>
                <a:cs typeface="+mn-cs"/>
              </a:rPr>
              <a:t>Copyright © </a:t>
            </a:r>
            <a:r>
              <a:rPr lang="es-ES">
                <a:solidFill>
                  <a:schemeClr val="bg1"/>
                </a:solidFill>
              </a:rPr>
              <a:t>2024</a:t>
            </a:r>
            <a:r>
              <a:rPr lang="es-ES" kern="1200" dirty="0">
                <a:solidFill>
                  <a:schemeClr val="bg1"/>
                </a:solidFill>
                <a:latin typeface="+mn-lt"/>
                <a:ea typeface="+mn-ea"/>
                <a:cs typeface="+mn-cs"/>
              </a:rPr>
              <a:t> Accenture. </a:t>
            </a:r>
            <a:r>
              <a:rPr lang="es-ES" kern="1200" dirty="0" err="1">
                <a:solidFill>
                  <a:schemeClr val="bg1"/>
                </a:solidFill>
                <a:latin typeface="+mn-lt"/>
                <a:ea typeface="+mn-ea"/>
                <a:cs typeface="+mn-cs"/>
              </a:rPr>
              <a:t>All</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rights</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reserved</a:t>
            </a:r>
            <a:r>
              <a:rPr lang="es-ES" kern="1200" dirty="0">
                <a:solidFill>
                  <a:schemeClr val="bg1"/>
                </a:solidFill>
                <a:latin typeface="+mn-lt"/>
                <a:ea typeface="+mn-ea"/>
                <a:cs typeface="+mn-cs"/>
              </a:rPr>
              <a:t>.</a:t>
            </a:r>
          </a:p>
        </p:txBody>
      </p:sp>
      <p:sp>
        <p:nvSpPr>
          <p:cNvPr id="70" name="Title 8">
            <a:extLst>
              <a:ext uri="{FF2B5EF4-FFF2-40B4-BE49-F238E27FC236}">
                <a16:creationId xmlns:a16="http://schemas.microsoft.com/office/drawing/2014/main" id="{96770A72-DC69-0907-ADF8-C3F228C3B9E6}"/>
              </a:ext>
            </a:extLst>
          </p:cNvPr>
          <p:cNvSpPr txBox="1">
            <a:spLocks/>
          </p:cNvSpPr>
          <p:nvPr/>
        </p:nvSpPr>
        <p:spPr>
          <a:xfrm>
            <a:off x="641267" y="6217505"/>
            <a:ext cx="5761038" cy="739775"/>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a:lnSpc>
                <a:spcPct val="90000"/>
              </a:lnSpc>
            </a:pPr>
            <a:r>
              <a:rPr lang="en-US" sz="2000">
                <a:solidFill>
                  <a:schemeClr val="bg1"/>
                </a:solidFill>
              </a:rPr>
              <a:t>Accenture Applied Intelligence</a:t>
            </a:r>
          </a:p>
        </p:txBody>
      </p:sp>
      <p:pic>
        <p:nvPicPr>
          <p:cNvPr id="1028" name="Picture 4">
            <a:extLst>
              <a:ext uri="{FF2B5EF4-FFF2-40B4-BE49-F238E27FC236}">
                <a16:creationId xmlns:a16="http://schemas.microsoft.com/office/drawing/2014/main" id="{D77B14C0-F506-DBED-FEE6-EC77CBA557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146" y="733213"/>
            <a:ext cx="1468769" cy="147488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A picture containing diagram&#10;&#10;Description automatically generated">
            <a:extLst>
              <a:ext uri="{FF2B5EF4-FFF2-40B4-BE49-F238E27FC236}">
                <a16:creationId xmlns:a16="http://schemas.microsoft.com/office/drawing/2014/main" id="{27BEC56A-3057-0D0A-9521-03EB2B9A891C}"/>
              </a:ext>
            </a:extLst>
          </p:cNvPr>
          <p:cNvPicPr>
            <a:picLocks noChangeAspect="1"/>
          </p:cNvPicPr>
          <p:nvPr/>
        </p:nvPicPr>
        <p:blipFill>
          <a:blip r:embed="rId6"/>
          <a:stretch>
            <a:fillRect/>
          </a:stretch>
        </p:blipFill>
        <p:spPr>
          <a:xfrm>
            <a:off x="5422352" y="1664259"/>
            <a:ext cx="592965" cy="542478"/>
          </a:xfrm>
          <a:prstGeom prst="ellipse">
            <a:avLst/>
          </a:prstGeom>
        </p:spPr>
      </p:pic>
    </p:spTree>
    <p:extLst>
      <p:ext uri="{BB962C8B-B14F-4D97-AF65-F5344CB8AC3E}">
        <p14:creationId xmlns:p14="http://schemas.microsoft.com/office/powerpoint/2010/main" val="37479541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Dividers SectionNumber SlideNumber"/>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heme/theme1.xml><?xml version="1.0" encoding="utf-8"?>
<a:theme xmlns:a="http://schemas.openxmlformats.org/drawingml/2006/main" name="6_Office Theme">
  <a:themeElements>
    <a:clrScheme name="VISA">
      <a:dk1>
        <a:sysClr val="windowText" lastClr="000000"/>
      </a:dk1>
      <a:lt1>
        <a:sysClr val="window" lastClr="FFFFFF"/>
      </a:lt1>
      <a:dk2>
        <a:srgbClr val="F0F0F0"/>
      </a:dk2>
      <a:lt2>
        <a:srgbClr val="ADADAD"/>
      </a:lt2>
      <a:accent1>
        <a:srgbClr val="1A1F71"/>
      </a:accent1>
      <a:accent2>
        <a:srgbClr val="F7B600"/>
      </a:accent2>
      <a:accent3>
        <a:srgbClr val="5C5C5C"/>
      </a:accent3>
      <a:accent4>
        <a:srgbClr val="003EA9"/>
      </a:accent4>
      <a:accent5>
        <a:srgbClr val="EF8400"/>
      </a:accent5>
      <a:accent6>
        <a:srgbClr val="FFD700"/>
      </a:accent6>
      <a:hlink>
        <a:srgbClr val="1A1F71"/>
      </a:hlink>
      <a:folHlink>
        <a:srgbClr val="ADADAD"/>
      </a:folHlink>
    </a:clrScheme>
    <a:fontScheme name="Custom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lumMod val="75000"/>
          </a:schemeClr>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25400" cap="sq">
          <a:solidFill>
            <a:schemeClr val="bg2">
              <a:lumMod val="9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ACCENtur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_Fonts_Arial">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CENture" id="{CC97BB4A-B5B4-4409-B17B-7852844FDFFA}" vid="{0BB4CAA1-AE1F-4AF8-B344-62FB55F0150B}"/>
    </a:ext>
  </a:extLst>
</a:theme>
</file>

<file path=ppt/theme/theme3.xml><?xml version="1.0" encoding="utf-8"?>
<a:theme xmlns:a="http://schemas.openxmlformats.org/drawingml/2006/main" name="ThemeACN2">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1">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N2" id="{C5CBB487-2795-4FA3-82FE-53D900CF3761}" vid="{C10CF5D9-D365-43EF-8820-07B68B70E83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24e4c7a8421853a402df6e265f794394">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ca37c5a048a84fd67bc1e66e7d26fe3d"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47B172E-CD09-404A-9D73-CF6EC1E50CB2}">
  <ds:schemaRefs>
    <ds:schemaRef ds:uri="118bdf6a-17d6-42f2-bf93-b799822b66d5"/>
    <ds:schemaRef ds:uri="3f7fa16c-f0a7-4e93-83e5-916308b974b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8bf43e9c-ec30-4b03-90a4-56360b8dd0ac"/>
    <ds:schemaRef ds:uri="a9ec5491-ab8d-4b40-a3b8-06014ad5eeda"/>
  </ds:schemaRefs>
</ds:datastoreItem>
</file>

<file path=customXml/itemProps2.xml><?xml version="1.0" encoding="utf-8"?>
<ds:datastoreItem xmlns:ds="http://schemas.openxmlformats.org/officeDocument/2006/customXml" ds:itemID="{7019EDC1-89B9-4EA9-BB66-180D25663612}"/>
</file>

<file path=customXml/itemProps3.xml><?xml version="1.0" encoding="utf-8"?>
<ds:datastoreItem xmlns:ds="http://schemas.openxmlformats.org/officeDocument/2006/customXml" ds:itemID="{E953E4F1-EED6-4251-8956-041C290CBDF2}">
  <ds:schemaRefs>
    <ds:schemaRef ds:uri="http://schemas.microsoft.com/sharepoint/v3/contenttype/forms"/>
  </ds:schemaRefs>
</ds:datastoreItem>
</file>

<file path=docMetadata/LabelInfo.xml><?xml version="1.0" encoding="utf-8"?>
<clbl:labelList xmlns:clbl="http://schemas.microsoft.com/office/2020/mipLabelMetadata">
  <clbl:label id="{1bc0f418-96a4-4caf-9d7c-ccc5ec7f9d91}" enabled="1" method="Privileged" siteId="{e0793d39-0939-496d-b129-198edd916feb}" contentBits="0"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1</Notes>
  <HiddenSlides>0</HiddenSlides>
  <ScaleCrop>false</ScaleCrop>
  <HeadingPairs>
    <vt:vector size="4" baseType="variant">
      <vt:variant>
        <vt:lpstr>Theme</vt:lpstr>
      </vt:variant>
      <vt:variant>
        <vt:i4>3</vt:i4>
      </vt:variant>
      <vt:variant>
        <vt:lpstr>Slide Titles</vt:lpstr>
      </vt:variant>
      <vt:variant>
        <vt:i4>1</vt:i4>
      </vt:variant>
    </vt:vector>
  </HeadingPairs>
  <TitlesOfParts>
    <vt:vector size="4" baseType="lpstr">
      <vt:lpstr>6_Office Theme</vt:lpstr>
      <vt:lpstr>ThemeACCENture</vt:lpstr>
      <vt:lpstr>ThemeACN2</vt:lpstr>
      <vt:lpstr>PowerPoint Presentation</vt:lpstr>
    </vt:vector>
  </TitlesOfParts>
  <Company>Accenture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Consulting Proposal CoE</dc:title>
  <dc:creator>rosana.gonzalez@accenture.com</dc:creator>
  <cp:keywords>Products CV Template</cp:keywords>
  <cp:revision>12</cp:revision>
  <dcterms:modified xsi:type="dcterms:W3CDTF">2023-12-21T13:34:50Z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Order">
    <vt:r8>390400</vt:r8>
  </property>
  <property fmtid="{D5CDD505-2E9C-101B-9397-08002B2CF9AE}" pid="4" name="xd_ProgID">
    <vt:lpwstr/>
  </property>
  <property fmtid="{D5CDD505-2E9C-101B-9397-08002B2CF9AE}" pid="5" name="_CopySource">
    <vt:lpwstr>https://ts.accenture.com/sites/PRODUCTS_ASG/dcde/Mentoring/PRD Onboarding Deck/ASG_PRD Onboarding Session_2018_01_January_final.pptx</vt:lpwstr>
  </property>
  <property fmtid="{D5CDD505-2E9C-101B-9397-08002B2CF9AE}" pid="6" name="TemplateUrl">
    <vt:lpwstr/>
  </property>
  <property fmtid="{D5CDD505-2E9C-101B-9397-08002B2CF9AE}" pid="7" name="MSIP_Label_1bc0f418-96a4-4caf-9d7c-ccc5ec7f9d91_Enabled">
    <vt:lpwstr>true</vt:lpwstr>
  </property>
  <property fmtid="{D5CDD505-2E9C-101B-9397-08002B2CF9AE}" pid="8" name="MSIP_Label_1bc0f418-96a4-4caf-9d7c-ccc5ec7f9d91_SetDate">
    <vt:lpwstr>2020-04-30T23:14:57Z</vt:lpwstr>
  </property>
  <property fmtid="{D5CDD505-2E9C-101B-9397-08002B2CF9AE}" pid="9" name="MSIP_Label_1bc0f418-96a4-4caf-9d7c-ccc5ec7f9d91_Method">
    <vt:lpwstr>Privileged</vt:lpwstr>
  </property>
  <property fmtid="{D5CDD505-2E9C-101B-9397-08002B2CF9AE}" pid="10" name="MSIP_Label_1bc0f418-96a4-4caf-9d7c-ccc5ec7f9d91_Name">
    <vt:lpwstr>1bc0f418-96a4-4caf-9d7c-ccc5ec7f9d91</vt:lpwstr>
  </property>
  <property fmtid="{D5CDD505-2E9C-101B-9397-08002B2CF9AE}" pid="11" name="MSIP_Label_1bc0f418-96a4-4caf-9d7c-ccc5ec7f9d91_SiteId">
    <vt:lpwstr>e0793d39-0939-496d-b129-198edd916feb</vt:lpwstr>
  </property>
  <property fmtid="{D5CDD505-2E9C-101B-9397-08002B2CF9AE}" pid="12" name="MSIP_Label_1bc0f418-96a4-4caf-9d7c-ccc5ec7f9d91_ActionId">
    <vt:lpwstr>6258137a-c4ad-4877-b5d3-000067d54560</vt:lpwstr>
  </property>
  <property fmtid="{D5CDD505-2E9C-101B-9397-08002B2CF9AE}" pid="13" name="MSIP_Label_1bc0f418-96a4-4caf-9d7c-ccc5ec7f9d91_ContentBits">
    <vt:lpwstr>0</vt:lpwstr>
  </property>
  <property fmtid="{D5CDD505-2E9C-101B-9397-08002B2CF9AE}" pid="14" name="MediaServiceImageTags">
    <vt:lpwstr/>
  </property>
</Properties>
</file>