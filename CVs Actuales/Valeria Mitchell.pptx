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7"/>
  </p:notesMasterIdLst>
  <p:sldIdLst>
    <p:sldId id="207613621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8F59E3-8EDB-4F24-83F7-0C1BAC0321E5}" v="5" dt="2023-10-24T18:08:48.7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78" d="100"/>
          <a:sy n="78" d="100"/>
        </p:scale>
        <p:origin x="115"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Escudero, Valeria" userId="S::v.mitchell.escudero@accenture.com::7f53fd54-71af-4de0-9d65-2f304cb164a1" providerId="AD" clId="Web-{168F59E3-8EDB-4F24-83F7-0C1BAC0321E5}"/>
    <pc:docChg chg="modSld">
      <pc:chgData name="Mitchell Escudero, Valeria" userId="S::v.mitchell.escudero@accenture.com::7f53fd54-71af-4de0-9d65-2f304cb164a1" providerId="AD" clId="Web-{168F59E3-8EDB-4F24-83F7-0C1BAC0321E5}" dt="2023-10-24T18:08:48.099" v="5" actId="20577"/>
      <pc:docMkLst>
        <pc:docMk/>
      </pc:docMkLst>
      <pc:sldChg chg="modSp">
        <pc:chgData name="Mitchell Escudero, Valeria" userId="S::v.mitchell.escudero@accenture.com::7f53fd54-71af-4de0-9d65-2f304cb164a1" providerId="AD" clId="Web-{168F59E3-8EDB-4F24-83F7-0C1BAC0321E5}" dt="2023-10-24T18:08:48.099" v="5" actId="20577"/>
        <pc:sldMkLst>
          <pc:docMk/>
          <pc:sldMk cId="3747954151" sldId="2076136212"/>
        </pc:sldMkLst>
        <pc:spChg chg="mod">
          <ac:chgData name="Mitchell Escudero, Valeria" userId="S::v.mitchell.escudero@accenture.com::7f53fd54-71af-4de0-9d65-2f304cb164a1" providerId="AD" clId="Web-{168F59E3-8EDB-4F24-83F7-0C1BAC0321E5}" dt="2023-10-24T18:08:48.099" v="5" actId="20577"/>
          <ac:spMkLst>
            <pc:docMk/>
            <pc:sldMk cId="3747954151" sldId="2076136212"/>
            <ac:spMk id="3" creationId="{FBD5EC0B-4D54-E441-7F31-D4C98525F63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AAC62-BF2B-4F17-A281-1372B1E4E7B0}" type="datetimeFigureOut">
              <a:rPr lang="en-US" smtClean="0"/>
              <a:t>10/24/2023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59354-9A81-4987-9140-5CE923F05530}" type="slidenum">
              <a:rPr lang="en-US" smtClean="0"/>
              <a:t>‹#›</a:t>
            </a:fld>
            <a:endParaRPr lang="en-US"/>
          </a:p>
        </p:txBody>
      </p:sp>
    </p:spTree>
    <p:extLst>
      <p:ext uri="{BB962C8B-B14F-4D97-AF65-F5344CB8AC3E}">
        <p14:creationId xmlns:p14="http://schemas.microsoft.com/office/powerpoint/2010/main" val="2935521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pPr/>
              <a:t>1</a:t>
            </a:fld>
            <a:endParaRPr lang="en-US"/>
          </a:p>
        </p:txBody>
      </p:sp>
    </p:spTree>
    <p:extLst>
      <p:ext uri="{BB962C8B-B14F-4D97-AF65-F5344CB8AC3E}">
        <p14:creationId xmlns:p14="http://schemas.microsoft.com/office/powerpoint/2010/main" val="2749389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64766-C1B0-42EE-A8CC-394BA0D3A7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AFF0D8-F3F4-4176-AB73-C23367EEDF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F0C5C6-F18A-4FE4-B5A6-8992F879286D}"/>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5" name="Footer Placeholder 4">
            <a:extLst>
              <a:ext uri="{FF2B5EF4-FFF2-40B4-BE49-F238E27FC236}">
                <a16:creationId xmlns:a16="http://schemas.microsoft.com/office/drawing/2014/main" id="{C0CFC83F-DCCD-4AF2-8260-AFD253D666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852342-E448-43DB-B506-CCA2BEB1740E}"/>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56541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AAA1-EC0A-46E6-9332-DEDE592EB2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CB01CB-1A68-431F-9C90-D6C3E85A37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58C8A4-426B-4BBC-9D55-8C9B2E6F269C}"/>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5" name="Footer Placeholder 4">
            <a:extLst>
              <a:ext uri="{FF2B5EF4-FFF2-40B4-BE49-F238E27FC236}">
                <a16:creationId xmlns:a16="http://schemas.microsoft.com/office/drawing/2014/main" id="{E719AD0D-EB31-418C-89B3-04F05D0B4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058A09-9162-4136-B707-9654AEB98664}"/>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79076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D170-D99D-4B74-9BF3-0D9EC0E8FE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9C96A0-89BC-4BF4-B1FB-29F4D6A32E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C38725-D08D-4BD6-861D-CF980D1F7E0E}"/>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5" name="Footer Placeholder 4">
            <a:extLst>
              <a:ext uri="{FF2B5EF4-FFF2-40B4-BE49-F238E27FC236}">
                <a16:creationId xmlns:a16="http://schemas.microsoft.com/office/drawing/2014/main" id="{9C5FBB76-3E78-4B5F-9A37-CF56AFE23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C09EE-43E9-4EAE-AF8D-1E6092B83973}"/>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527719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1123-A841-46D8-813F-A90E554557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7D972E-06C5-42C2-B976-BC019B301B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926D72-BD5B-428F-A34F-4DE2525CB6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F07D4F-4B9E-4393-AE40-6CA9251187EE}"/>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6" name="Footer Placeholder 5">
            <a:extLst>
              <a:ext uri="{FF2B5EF4-FFF2-40B4-BE49-F238E27FC236}">
                <a16:creationId xmlns:a16="http://schemas.microsoft.com/office/drawing/2014/main" id="{68D068A1-8045-4ADA-906F-844627D78E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D2D8E0-3EA2-4BB5-8F90-1F37180F5E6B}"/>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289669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A8E95-24BD-44AE-8EBE-CF7341462E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99CFAE-BA6E-4C1D-98CF-DB46B22F94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C63BE9-4440-4527-BEAC-B5E31B838A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8C0A57-A703-4786-8811-7215CD0569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EC5770-250D-444A-92A8-40B995B3C7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695BDE-59C6-4961-8DC3-3AC2ACB5E7FF}"/>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8" name="Footer Placeholder 7">
            <a:extLst>
              <a:ext uri="{FF2B5EF4-FFF2-40B4-BE49-F238E27FC236}">
                <a16:creationId xmlns:a16="http://schemas.microsoft.com/office/drawing/2014/main" id="{B729A259-0BB7-45D1-8FBC-504BF9F3BB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B4A92B-AC98-4DB3-921F-303CF8D91490}"/>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1905439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AD4E4-2D9B-4BCA-A995-8D4AEB67CA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9F9369-0845-4C9C-91E4-41CFC4D2A981}"/>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4" name="Footer Placeholder 3">
            <a:extLst>
              <a:ext uri="{FF2B5EF4-FFF2-40B4-BE49-F238E27FC236}">
                <a16:creationId xmlns:a16="http://schemas.microsoft.com/office/drawing/2014/main" id="{5BF83F7B-3964-439D-8BFA-4F4DB9FA47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D5A799-A788-4AA5-AD62-97373732E21B}"/>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160987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ED551-C51B-4D3D-86C6-C7585CB37D10}"/>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3" name="Footer Placeholder 2">
            <a:extLst>
              <a:ext uri="{FF2B5EF4-FFF2-40B4-BE49-F238E27FC236}">
                <a16:creationId xmlns:a16="http://schemas.microsoft.com/office/drawing/2014/main" id="{BCDA5D5F-8D15-4922-A810-71C052950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51D0C6-BE75-4CCF-92AC-76ED5C77B1CE}"/>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31551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2ED27-5B71-4953-96DB-B2F0F7339A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BAFC44-D1E4-47B0-A0AE-EDAAE9DFCE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6DE38D-F56B-4865-B48E-DF1CE5CE0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5AF5D0-0224-4ACA-B172-23A0BDCC5D36}"/>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6" name="Footer Placeholder 5">
            <a:extLst>
              <a:ext uri="{FF2B5EF4-FFF2-40B4-BE49-F238E27FC236}">
                <a16:creationId xmlns:a16="http://schemas.microsoft.com/office/drawing/2014/main" id="{A9A19C3F-71D2-4DE3-B369-EC03DE6220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787772-C12A-4786-AFBB-526AEFA00580}"/>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4176202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60087-A8AD-4E19-8A44-71A37B615F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21789A-46D2-460F-87B8-22625C8265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B19932-7071-452D-91FF-2C3008DD5B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F4F40E-8FC4-4C79-9B32-B2AA72B495F6}"/>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6" name="Footer Placeholder 5">
            <a:extLst>
              <a:ext uri="{FF2B5EF4-FFF2-40B4-BE49-F238E27FC236}">
                <a16:creationId xmlns:a16="http://schemas.microsoft.com/office/drawing/2014/main" id="{87D362E7-2704-475B-8C26-570762BE66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589CB-F0C9-43E5-A742-F260581BBE22}"/>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3711931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4802E-C910-4C8A-B05B-72F6B7959D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A7636B-D181-4162-9FBC-CF172B6202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1EF142-3B8B-43FA-86F4-F868058695F0}"/>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5" name="Footer Placeholder 4">
            <a:extLst>
              <a:ext uri="{FF2B5EF4-FFF2-40B4-BE49-F238E27FC236}">
                <a16:creationId xmlns:a16="http://schemas.microsoft.com/office/drawing/2014/main" id="{2E797561-6084-4FD5-87A2-8F186AA0F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7715C-A5DE-415D-B205-27BEDF727D69}"/>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983974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5AA1E0-70D7-40D8-B667-3BDAAFAE06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F1D6A9-2CB9-466C-A5C9-EBA1F37D1E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31BCBC-878D-4F2F-9A09-B09E4A086327}"/>
              </a:ext>
            </a:extLst>
          </p:cNvPr>
          <p:cNvSpPr>
            <a:spLocks noGrp="1"/>
          </p:cNvSpPr>
          <p:nvPr>
            <p:ph type="dt" sz="half" idx="10"/>
          </p:nvPr>
        </p:nvSpPr>
        <p:spPr/>
        <p:txBody>
          <a:bodyPr/>
          <a:lstStyle/>
          <a:p>
            <a:fld id="{77CF3A1A-E8E9-4F1D-A0E4-983A98264649}" type="datetimeFigureOut">
              <a:rPr lang="en-US" smtClean="0"/>
              <a:t>10/24/2023</a:t>
            </a:fld>
            <a:endParaRPr lang="en-US"/>
          </a:p>
        </p:txBody>
      </p:sp>
      <p:sp>
        <p:nvSpPr>
          <p:cNvPr id="5" name="Footer Placeholder 4">
            <a:extLst>
              <a:ext uri="{FF2B5EF4-FFF2-40B4-BE49-F238E27FC236}">
                <a16:creationId xmlns:a16="http://schemas.microsoft.com/office/drawing/2014/main" id="{024FE3E5-28BC-4564-9051-C92E4FCD3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1334E-5062-4EF9-909D-07BA937D9DC9}"/>
              </a:ext>
            </a:extLst>
          </p:cNvPr>
          <p:cNvSpPr>
            <a:spLocks noGrp="1"/>
          </p:cNvSpPr>
          <p:nvPr>
            <p:ph type="sldNum" sz="quarter" idx="12"/>
          </p:nvPr>
        </p:nvSpPr>
        <p:spPr/>
        <p:txBody>
          <a:bodyPr/>
          <a:lstStyle/>
          <a:p>
            <a:fld id="{5365103A-1B8E-4DB3-9398-D9E2B8A04713}" type="slidenum">
              <a:rPr lang="en-US" smtClean="0"/>
              <a:t>‹#›</a:t>
            </a:fld>
            <a:endParaRPr lang="en-US"/>
          </a:p>
        </p:txBody>
      </p:sp>
    </p:spTree>
    <p:extLst>
      <p:ext uri="{BB962C8B-B14F-4D97-AF65-F5344CB8AC3E}">
        <p14:creationId xmlns:p14="http://schemas.microsoft.com/office/powerpoint/2010/main" val="2817159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2847706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6067176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34317852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2671237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13770704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2168034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7815780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525693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5174598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5753970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Graphik"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1217146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115095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130714297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734271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27242829"/>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3280106"/>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6874161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415050208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88134628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221122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3308195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US"/>
              <a:t>Place agenda summary here </a:t>
            </a:r>
            <a:r>
              <a:rPr lang="en-GB"/>
              <a:t>in GT Sectra Fine </a:t>
            </a:r>
            <a:r>
              <a:rPr lang="en-GB" err="1"/>
              <a:t>Rg</a:t>
            </a:r>
            <a:r>
              <a:rPr lang="en-GB"/>
              <a:t>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576229544"/>
      </p:ext>
    </p:extLst>
  </p:cSld>
  <p:clrMapOvr>
    <a:masterClrMapping/>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Graphik"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467828348"/>
      </p:ext>
    </p:extLst>
  </p:cSld>
  <p:clrMapOvr>
    <a:masterClrMapping/>
  </p:clrMapOvr>
  <p:hf hdr="0" dt="0"/>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98348549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87256100"/>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264505260"/>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63726252"/>
      </p:ext>
    </p:extLst>
  </p:cSld>
  <p:clrMapOvr>
    <a:masterClrMapping/>
  </p:clrMapOvr>
  <p:hf hdr="0" dt="0"/>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46318394"/>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392814153"/>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556802156"/>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868256720"/>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88780762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Graphik"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Graphik" panose="020B0604020202020204" pitchFamily="34" charset="0"/>
              <a:buNone/>
              <a:defRPr sz="2100" b="0" i="0">
                <a:solidFill>
                  <a:schemeClr val="accent2"/>
                </a:solidFill>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318931921"/>
      </p:ext>
    </p:extLst>
  </p:cSld>
  <p:clrMapOvr>
    <a:masterClrMapping/>
  </p:clrMapOvr>
  <p:hf hdr="0" dt="0"/>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3329008253"/>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20918766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8377504"/>
      </p:ext>
    </p:extLst>
  </p:cSld>
  <p:clrMapOvr>
    <a:masterClrMapping/>
  </p:clrMapOvr>
  <p:hf hdr="0" dt="0"/>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Graphik"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63949386"/>
      </p:ext>
    </p:extLst>
  </p:cSld>
  <p:clrMapOvr>
    <a:masterClrMapping/>
  </p:clrMapOvr>
  <p:hf hd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GT Sectra Fine Rg" panose="00000500000000000000" pitchFamily="50" charset="0"/>
              </a:defRPr>
            </a:lvl1pPr>
            <a:lvl2pPr marL="228600" indent="-228600">
              <a:buFont typeface="Graphik" panose="020B0604020202020204" pitchFamily="34" charset="0"/>
              <a:buChar char="•"/>
              <a:defRPr sz="1800">
                <a:solidFill>
                  <a:schemeClr val="tx1"/>
                </a:solidFill>
              </a:defRPr>
            </a:lvl2pPr>
            <a:lvl3pPr marL="457200">
              <a:buFont typeface="Graphik" panose="020B0503030202060203" pitchFamily="34" charset="0"/>
              <a:buChar char="–"/>
              <a:defRPr sz="1800">
                <a:solidFill>
                  <a:schemeClr val="tx1"/>
                </a:solidFill>
              </a:defRPr>
            </a:lvl3pPr>
            <a:lvl4pPr marL="685800">
              <a:buFont typeface="Graphik" panose="020B0604020202020204" pitchFamily="34" charset="0"/>
              <a:buChar char="•"/>
              <a:defRPr sz="1600">
                <a:solidFill>
                  <a:schemeClr val="tx1"/>
                </a:solidFill>
              </a:defRPr>
            </a:lvl4pPr>
            <a:lvl5pPr marL="914400">
              <a:buFont typeface="Graphik" panose="020B0503030202060203" pitchFamily="34" charset="0"/>
              <a:buChar char="–"/>
              <a:defRPr sz="1600">
                <a:solidFill>
                  <a:schemeClr val="tx1"/>
                </a:solidFill>
              </a:defRPr>
            </a:lvl5pPr>
          </a:lstStyle>
          <a:p>
            <a:pPr lvl="0"/>
            <a:r>
              <a:rPr lang="en-GB"/>
              <a:t>Place sub-headline here in GT Sectra Fine </a:t>
            </a:r>
            <a:r>
              <a:rPr lang="en-GB" err="1"/>
              <a:t>Rg</a:t>
            </a:r>
            <a:r>
              <a:rPr lang="en-GB"/>
              <a:t>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5682270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877361043"/>
      </p:ext>
    </p:extLst>
  </p:cSld>
  <p:clrMapOvr>
    <a:masterClrMapping/>
  </p:clrMapOvr>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33726555"/>
      </p:ext>
    </p:extLst>
  </p:cSld>
  <p:clrMapOvr>
    <a:masterClrMapping/>
  </p:clrMapOvr>
  <p:hf hdr="0" dt="0"/>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380441172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50407786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66220434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75485394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5107668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054819979"/>
      </p:ext>
    </p:extLst>
  </p:cSld>
  <p:clrMapOvr>
    <a:masterClrMapping/>
  </p:clrMapOvr>
  <p:hf hdr="0" dt="0"/>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4780009"/>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82060565"/>
      </p:ext>
    </p:extLst>
  </p:cSld>
  <p:clrMapOvr>
    <a:masterClrMapping/>
  </p:clrMapOvr>
  <p:hf hdr="0" dt="0"/>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Graphik" pitchFamily="34" charset="0"/>
              <a:buNone/>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Graphik" pitchFamily="34" charset="0"/>
              <a:buChar char="‒"/>
              <a:tabLst/>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Graphik" pitchFamily="34" charset="0"/>
              <a:buNone/>
            </a:pPr>
            <a:r>
              <a:rPr lang="en-US"/>
              <a:t>CATEGORY</a:t>
            </a:r>
            <a:endParaRPr lang="en-AU"/>
          </a:p>
        </p:txBody>
      </p:sp>
    </p:spTree>
    <p:extLst>
      <p:ext uri="{BB962C8B-B14F-4D97-AF65-F5344CB8AC3E}">
        <p14:creationId xmlns:p14="http://schemas.microsoft.com/office/powerpoint/2010/main" val="111956369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oleObject" Target="../embeddings/oleObject1.bin"/><Relationship Id="rId5" Type="http://schemas.openxmlformats.org/officeDocument/2006/relationships/slideLayout" Target="../slideLayouts/slideLayout1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tags" Target="../tags/tag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51" Type="http://schemas.openxmlformats.org/officeDocument/2006/relationships/tags" Target="../tags/tag1.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image" Target="../media/image1.emf"/><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363B39-D0EC-4F45-AA3D-D0B39B9B3A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2061E0-1F00-4058-9465-8DFE3CCBC0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83CB0-1328-4CFC-811B-6316DE07C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F3A1A-E8E9-4F1D-A0E4-983A98264649}" type="datetimeFigureOut">
              <a:rPr lang="en-US" smtClean="0"/>
              <a:t>10/24/2023</a:t>
            </a:fld>
            <a:endParaRPr lang="en-US"/>
          </a:p>
        </p:txBody>
      </p:sp>
      <p:sp>
        <p:nvSpPr>
          <p:cNvPr id="5" name="Footer Placeholder 4">
            <a:extLst>
              <a:ext uri="{FF2B5EF4-FFF2-40B4-BE49-F238E27FC236}">
                <a16:creationId xmlns:a16="http://schemas.microsoft.com/office/drawing/2014/main" id="{5A2EC30C-8EF3-4E47-8B26-4FAA64C149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E41EA07-B266-4D79-A329-C70E2F166B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65103A-1B8E-4DB3-9398-D9E2B8A04713}" type="slidenum">
              <a:rPr lang="en-US" smtClean="0"/>
              <a:t>‹#›</a:t>
            </a:fld>
            <a:endParaRPr lang="en-US"/>
          </a:p>
        </p:txBody>
      </p:sp>
    </p:spTree>
    <p:extLst>
      <p:ext uri="{BB962C8B-B14F-4D97-AF65-F5344CB8AC3E}">
        <p14:creationId xmlns:p14="http://schemas.microsoft.com/office/powerpoint/2010/main" val="801406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937483A8-E899-0C9C-DC82-453B940B15E0}"/>
              </a:ext>
            </a:extLst>
          </p:cNvPr>
          <p:cNvGraphicFramePr>
            <a:graphicFrameLocks noChangeAspect="1"/>
          </p:cNvGraphicFramePr>
          <p:nvPr userDrawn="1">
            <p:custDataLst>
              <p:tags r:id="rId51"/>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532" imgH="530" progId="TCLayout.ActiveDocument.1">
                  <p:embed/>
                </p:oleObj>
              </mc:Choice>
              <mc:Fallback>
                <p:oleObj name="think-cell Slide" r:id="rId53" imgW="532" imgH="530" progId="TCLayout.ActiveDocument.1">
                  <p:embed/>
                  <p:pic>
                    <p:nvPicPr>
                      <p:cNvPr id="5" name="Object 4" hidden="1">
                        <a:extLst>
                          <a:ext uri="{FF2B5EF4-FFF2-40B4-BE49-F238E27FC236}">
                            <a16:creationId xmlns:a16="http://schemas.microsoft.com/office/drawing/2014/main" id="{937483A8-E899-0C9C-DC82-453B940B15E0}"/>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1B92786-28A6-2E84-7F69-1F45B9050E9B}"/>
              </a:ext>
            </a:extLst>
          </p:cNvPr>
          <p:cNvSpPr/>
          <p:nvPr userDrawn="1">
            <p:custDataLst>
              <p:tags r:id="rId52"/>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12730083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52.xml"/><Relationship Id="rId6" Type="http://schemas.openxmlformats.org/officeDocument/2006/relationships/image" Target="../media/image17.png"/><Relationship Id="rId5" Type="http://schemas.openxmlformats.org/officeDocument/2006/relationships/image" Target="../media/image16.jfif"/><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icture containing diagram&#10;&#10;Description automatically generated">
            <a:extLst>
              <a:ext uri="{FF2B5EF4-FFF2-40B4-BE49-F238E27FC236}">
                <a16:creationId xmlns:a16="http://schemas.microsoft.com/office/drawing/2014/main" id="{339CA5F8-5150-298C-D8C9-4C8811B32464}"/>
              </a:ext>
            </a:extLst>
          </p:cNvPr>
          <p:cNvPicPr>
            <a:picLocks noGrp="1" noRot="1" noChangeAspect="1" noMove="1" noResize="1" noEditPoints="1" noAdjustHandles="1" noChangeArrowheads="1" noChangeShapeType="1" noCrop="1"/>
          </p:cNvPicPr>
          <p:nvPr/>
        </p:nvPicPr>
        <p:blipFill>
          <a:blip r:embed="rId3"/>
          <a:stretch>
            <a:fillRect/>
          </a:stretch>
        </p:blipFill>
        <p:spPr>
          <a:xfrm>
            <a:off x="1" y="0"/>
            <a:ext cx="12191999" cy="6352674"/>
          </a:xfrm>
          <a:prstGeom prst="rect">
            <a:avLst/>
          </a:prstGeom>
        </p:spPr>
      </p:pic>
      <p:sp>
        <p:nvSpPr>
          <p:cNvPr id="2" name="Text Placeholder 4">
            <a:extLst>
              <a:ext uri="{FF2B5EF4-FFF2-40B4-BE49-F238E27FC236}">
                <a16:creationId xmlns:a16="http://schemas.microsoft.com/office/drawing/2014/main" id="{1CEEF2B6-12FF-1F3B-0ADF-93251083EC65}"/>
              </a:ext>
            </a:extLst>
          </p:cNvPr>
          <p:cNvSpPr txBox="1">
            <a:spLocks/>
          </p:cNvSpPr>
          <p:nvPr/>
        </p:nvSpPr>
        <p:spPr>
          <a:xfrm>
            <a:off x="100870" y="208333"/>
            <a:ext cx="6449864" cy="39376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3200" b="1" dirty="0">
                <a:solidFill>
                  <a:schemeClr val="accent3"/>
                </a:solidFill>
                <a:latin typeface="Graphik"/>
              </a:rPr>
              <a:t>Valeria Mitchell</a:t>
            </a:r>
          </a:p>
          <a:p>
            <a:pPr marL="0" indent="0">
              <a:buNone/>
            </a:pPr>
            <a:endParaRPr lang="en-US" sz="3200" b="1" dirty="0">
              <a:solidFill>
                <a:schemeClr val="accent3"/>
              </a:solidFill>
            </a:endParaRPr>
          </a:p>
        </p:txBody>
      </p:sp>
      <p:sp>
        <p:nvSpPr>
          <p:cNvPr id="3" name="Text Placeholder 5">
            <a:extLst>
              <a:ext uri="{FF2B5EF4-FFF2-40B4-BE49-F238E27FC236}">
                <a16:creationId xmlns:a16="http://schemas.microsoft.com/office/drawing/2014/main" id="{FBD5EC0B-4D54-E441-7F31-D4C98525F636}"/>
              </a:ext>
            </a:extLst>
          </p:cNvPr>
          <p:cNvSpPr txBox="1">
            <a:spLocks/>
          </p:cNvSpPr>
          <p:nvPr/>
        </p:nvSpPr>
        <p:spPr>
          <a:xfrm>
            <a:off x="1875000" y="956458"/>
            <a:ext cx="4712989" cy="1405505"/>
          </a:xfrm>
          <a:prstGeom prst="rect">
            <a:avLst/>
          </a:prstGeom>
        </p:spPr>
        <p:txBody>
          <a:bodyPr vert="horz" lIns="0" tIns="0" rIns="0" bIns="0" rtlCol="0" anchor="t">
            <a:norm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defRPr/>
            </a:pPr>
            <a:r>
              <a:rPr lang="en-US" dirty="0">
                <a:solidFill>
                  <a:srgbClr val="460073"/>
                </a:solidFill>
                <a:latin typeface="Graphik Black"/>
              </a:rPr>
              <a:t>Data</a:t>
            </a:r>
            <a:r>
              <a:rPr kumimoji="0" lang="en-US" sz="2000" b="0" i="0" u="none" strike="noStrike" kern="1200" cap="none" spc="0" normalizeH="0" baseline="0" noProof="0" dirty="0">
                <a:ln>
                  <a:noFill/>
                </a:ln>
                <a:solidFill>
                  <a:srgbClr val="460073"/>
                </a:solidFill>
                <a:effectLst/>
                <a:uLnTx/>
                <a:uFillTx/>
                <a:latin typeface="Graphik Black"/>
                <a:ea typeface="+mn-ea"/>
                <a:cs typeface="+mn-cs"/>
              </a:rPr>
              <a:t> Engineering </a:t>
            </a:r>
            <a:r>
              <a:rPr lang="en-US" dirty="0">
                <a:solidFill>
                  <a:srgbClr val="460073"/>
                </a:solidFill>
                <a:latin typeface="Graphik Black"/>
              </a:rPr>
              <a:t>Analyst</a:t>
            </a:r>
            <a:endParaRPr lang="en-US" dirty="0"/>
          </a:p>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s-AR" sz="1200" b="0" i="0" u="none" strike="noStrike" kern="1200" cap="none" spc="0" normalizeH="0" baseline="0" noProof="0" dirty="0" err="1">
                <a:ln>
                  <a:noFill/>
                </a:ln>
                <a:solidFill>
                  <a:srgbClr val="000000"/>
                </a:solidFill>
                <a:effectLst/>
                <a:uLnTx/>
                <a:uFillTx/>
                <a:latin typeface="Graphik"/>
                <a:ea typeface="+mn-ea"/>
                <a:cs typeface="+mn-cs"/>
              </a:rPr>
              <a:t>Technology</a:t>
            </a:r>
            <a:r>
              <a:rPr kumimoji="0" lang="es-AR" sz="1200" b="0" i="0" u="none" strike="noStrike" kern="1200" cap="none" spc="0" normalizeH="0" baseline="0" noProof="0" dirty="0">
                <a:ln>
                  <a:noFill/>
                </a:ln>
                <a:solidFill>
                  <a:srgbClr val="000000"/>
                </a:solidFill>
                <a:effectLst/>
                <a:uLnTx/>
                <a:uFillTx/>
                <a:latin typeface="Graphik"/>
                <a:ea typeface="+mn-ea"/>
                <a:cs typeface="+mn-cs"/>
              </a:rPr>
              <a:t> /</a:t>
            </a:r>
            <a:r>
              <a:rPr lang="es-AR" sz="1200" dirty="0"/>
              <a:t> Data &amp; AI</a:t>
            </a:r>
            <a:endParaRPr kumimoji="0" lang="es-AR" sz="12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lang="en-US" sz="1200" b="1" dirty="0">
                <a:solidFill>
                  <a:srgbClr val="000000"/>
                </a:solidFill>
                <a:latin typeface="Graphik"/>
              </a:rPr>
              <a:t>v.mitchell.escudero@accenture.com</a:t>
            </a:r>
            <a:endParaRPr kumimoji="0" lang="en-US" sz="1200" b="1" i="0" u="none" strike="noStrike" kern="1200" cap="none" spc="0" normalizeH="0" baseline="0" noProof="0" dirty="0">
              <a:ln>
                <a:noFill/>
              </a:ln>
              <a:solidFill>
                <a:srgbClr val="000000"/>
              </a:solidFill>
              <a:effectLst/>
              <a:uLnTx/>
              <a:uFillTx/>
              <a:latin typeface="Graphik"/>
              <a:ea typeface="+mn-ea"/>
              <a:cs typeface="+mn-cs"/>
            </a:endParaRPr>
          </a:p>
          <a:p>
            <a:pPr marL="0" indent="0">
              <a:buNone/>
            </a:pPr>
            <a:r>
              <a:rPr lang="en-US" sz="1200" dirty="0">
                <a:latin typeface="Graphik"/>
              </a:rPr>
              <a:t>Buenos Aires, Argentina</a:t>
            </a:r>
          </a:p>
          <a:p>
            <a:endParaRPr lang="en-US" sz="900" b="1" dirty="0"/>
          </a:p>
          <a:p>
            <a:endParaRPr lang="en-US" sz="1200" dirty="0"/>
          </a:p>
          <a:p>
            <a:endParaRPr lang="en-US" dirty="0"/>
          </a:p>
        </p:txBody>
      </p:sp>
      <p:pic>
        <p:nvPicPr>
          <p:cNvPr id="8" name="Picture 7" descr="Icon&#10;&#10;Description automatically generated">
            <a:extLst>
              <a:ext uri="{FF2B5EF4-FFF2-40B4-BE49-F238E27FC236}">
                <a16:creationId xmlns:a16="http://schemas.microsoft.com/office/drawing/2014/main" id="{1E946E00-966C-504F-8587-9DD04432E800}"/>
              </a:ext>
            </a:extLst>
          </p:cNvPr>
          <p:cNvPicPr>
            <a:picLocks noChangeAspect="1"/>
          </p:cNvPicPr>
          <p:nvPr/>
        </p:nvPicPr>
        <p:blipFill>
          <a:blip r:embed="rId4"/>
          <a:stretch>
            <a:fillRect/>
          </a:stretch>
        </p:blipFill>
        <p:spPr>
          <a:xfrm>
            <a:off x="254450" y="764813"/>
            <a:ext cx="1518138" cy="1518138"/>
          </a:xfrm>
          <a:prstGeom prst="rect">
            <a:avLst/>
          </a:prstGeom>
        </p:spPr>
      </p:pic>
      <p:sp>
        <p:nvSpPr>
          <p:cNvPr id="9" name="Rectangle 8">
            <a:extLst>
              <a:ext uri="{FF2B5EF4-FFF2-40B4-BE49-F238E27FC236}">
                <a16:creationId xmlns:a16="http://schemas.microsoft.com/office/drawing/2014/main" id="{74A37382-FFD1-74CD-A6A0-BA715F04BEDE}"/>
              </a:ext>
            </a:extLst>
          </p:cNvPr>
          <p:cNvSpPr/>
          <p:nvPr/>
        </p:nvSpPr>
        <p:spPr>
          <a:xfrm>
            <a:off x="6790076" y="171448"/>
            <a:ext cx="5301053" cy="6046057"/>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11" name="Text Placeholder 4">
            <a:extLst>
              <a:ext uri="{FF2B5EF4-FFF2-40B4-BE49-F238E27FC236}">
                <a16:creationId xmlns:a16="http://schemas.microsoft.com/office/drawing/2014/main" id="{0E58DF97-0E0E-C3A8-6E0E-C6ED1FC42713}"/>
              </a:ext>
            </a:extLst>
          </p:cNvPr>
          <p:cNvSpPr txBox="1">
            <a:spLocks/>
          </p:cNvSpPr>
          <p:nvPr/>
        </p:nvSpPr>
        <p:spPr>
          <a:xfrm>
            <a:off x="6907844" y="312234"/>
            <a:ext cx="2594524" cy="205646"/>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600" b="1">
                <a:solidFill>
                  <a:schemeClr val="accent2"/>
                </a:solidFill>
                <a:latin typeface="+mj-lt"/>
              </a:rPr>
              <a:t>SELECTED EXPERIENCE </a:t>
            </a:r>
            <a:endParaRPr lang="en-US" sz="1600" b="1">
              <a:solidFill>
                <a:schemeClr val="accent2"/>
              </a:solidFill>
              <a:latin typeface="+mj-lt"/>
            </a:endParaRPr>
          </a:p>
        </p:txBody>
      </p:sp>
      <p:sp>
        <p:nvSpPr>
          <p:cNvPr id="12" name="Rectangle 11">
            <a:extLst>
              <a:ext uri="{FF2B5EF4-FFF2-40B4-BE49-F238E27FC236}">
                <a16:creationId xmlns:a16="http://schemas.microsoft.com/office/drawing/2014/main" id="{C99CBEA1-1572-AE45-9D04-FA330F835AD4}"/>
              </a:ext>
            </a:extLst>
          </p:cNvPr>
          <p:cNvSpPr/>
          <p:nvPr/>
        </p:nvSpPr>
        <p:spPr>
          <a:xfrm>
            <a:off x="100869" y="5237270"/>
            <a:ext cx="3252480" cy="974146"/>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3" name="Rectangle 22">
            <a:extLst>
              <a:ext uri="{FF2B5EF4-FFF2-40B4-BE49-F238E27FC236}">
                <a16:creationId xmlns:a16="http://schemas.microsoft.com/office/drawing/2014/main" id="{CB125A6B-6104-78D8-2910-B3EC4F868DBE}"/>
              </a:ext>
            </a:extLst>
          </p:cNvPr>
          <p:cNvSpPr/>
          <p:nvPr/>
        </p:nvSpPr>
        <p:spPr>
          <a:xfrm>
            <a:off x="3431213" y="2349359"/>
            <a:ext cx="3246987" cy="2816970"/>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5" name="Text Placeholder 4">
            <a:extLst>
              <a:ext uri="{FF2B5EF4-FFF2-40B4-BE49-F238E27FC236}">
                <a16:creationId xmlns:a16="http://schemas.microsoft.com/office/drawing/2014/main" id="{3AF538BA-C4F9-94DB-B619-3A89CAF5483A}"/>
              </a:ext>
            </a:extLst>
          </p:cNvPr>
          <p:cNvSpPr txBox="1">
            <a:spLocks/>
          </p:cNvSpPr>
          <p:nvPr/>
        </p:nvSpPr>
        <p:spPr>
          <a:xfrm>
            <a:off x="3717865" y="2598950"/>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000" b="1">
                <a:solidFill>
                  <a:schemeClr val="accent2"/>
                </a:solidFill>
                <a:latin typeface="+mj-lt"/>
              </a:rPr>
              <a:t>HARD/SOFT SKILLS &amp; TOOLS</a:t>
            </a:r>
            <a:endParaRPr lang="en-US" sz="1000" b="1">
              <a:solidFill>
                <a:schemeClr val="accent2"/>
              </a:solidFill>
              <a:latin typeface="+mj-lt"/>
            </a:endParaRPr>
          </a:p>
        </p:txBody>
      </p:sp>
      <p:sp>
        <p:nvSpPr>
          <p:cNvPr id="26" name="Rectangle 25">
            <a:extLst>
              <a:ext uri="{FF2B5EF4-FFF2-40B4-BE49-F238E27FC236}">
                <a16:creationId xmlns:a16="http://schemas.microsoft.com/office/drawing/2014/main" id="{7AB14698-C111-E862-4B03-3CEA5E264033}"/>
              </a:ext>
            </a:extLst>
          </p:cNvPr>
          <p:cNvSpPr>
            <a:spLocks/>
          </p:cNvSpPr>
          <p:nvPr/>
        </p:nvSpPr>
        <p:spPr>
          <a:xfrm>
            <a:off x="118167" y="2343724"/>
            <a:ext cx="3252479" cy="2822412"/>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grpSp>
        <p:nvGrpSpPr>
          <p:cNvPr id="27" name="Group 26">
            <a:extLst>
              <a:ext uri="{FF2B5EF4-FFF2-40B4-BE49-F238E27FC236}">
                <a16:creationId xmlns:a16="http://schemas.microsoft.com/office/drawing/2014/main" id="{FA82F26F-973E-6E47-064A-E58BB5E2C6B3}"/>
              </a:ext>
            </a:extLst>
          </p:cNvPr>
          <p:cNvGrpSpPr>
            <a:grpSpLocks/>
          </p:cNvGrpSpPr>
          <p:nvPr/>
        </p:nvGrpSpPr>
        <p:grpSpPr>
          <a:xfrm>
            <a:off x="328699" y="2429619"/>
            <a:ext cx="2887778" cy="2292418"/>
            <a:chOff x="652656" y="2462768"/>
            <a:chExt cx="2887778" cy="2292418"/>
          </a:xfrm>
        </p:grpSpPr>
        <p:sp>
          <p:nvSpPr>
            <p:cNvPr id="28" name="Text Placeholder 4">
              <a:extLst>
                <a:ext uri="{FF2B5EF4-FFF2-40B4-BE49-F238E27FC236}">
                  <a16:creationId xmlns:a16="http://schemas.microsoft.com/office/drawing/2014/main" id="{72A9259A-DC95-7929-2407-42F74D35B297}"/>
                </a:ext>
              </a:extLst>
            </p:cNvPr>
            <p:cNvSpPr txBox="1">
              <a:spLocks/>
            </p:cNvSpPr>
            <p:nvPr/>
          </p:nvSpPr>
          <p:spPr>
            <a:xfrm>
              <a:off x="652656" y="2462768"/>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PROFESSIONAL BACKGROUND</a:t>
              </a:r>
              <a:endParaRPr lang="en-US" sz="1200" b="1" dirty="0">
                <a:solidFill>
                  <a:schemeClr val="accent1"/>
                </a:solidFill>
                <a:latin typeface="+mj-lt"/>
              </a:endParaRPr>
            </a:p>
          </p:txBody>
        </p:sp>
        <p:sp>
          <p:nvSpPr>
            <p:cNvPr id="35" name="Text Placeholder 4">
              <a:extLst>
                <a:ext uri="{FF2B5EF4-FFF2-40B4-BE49-F238E27FC236}">
                  <a16:creationId xmlns:a16="http://schemas.microsoft.com/office/drawing/2014/main" id="{CAE6442A-7F7A-7520-E012-744876DD2E5B}"/>
                </a:ext>
              </a:extLst>
            </p:cNvPr>
            <p:cNvSpPr txBox="1">
              <a:spLocks/>
            </p:cNvSpPr>
            <p:nvPr/>
          </p:nvSpPr>
          <p:spPr>
            <a:xfrm>
              <a:off x="652656" y="4416524"/>
              <a:ext cx="2887778"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EDUCATION</a:t>
              </a:r>
              <a:endParaRPr lang="en-US" sz="1200" b="1" dirty="0">
                <a:solidFill>
                  <a:schemeClr val="accent1"/>
                </a:solidFill>
                <a:latin typeface="+mj-lt"/>
              </a:endParaRPr>
            </a:p>
          </p:txBody>
        </p:sp>
      </p:grpSp>
      <p:sp>
        <p:nvSpPr>
          <p:cNvPr id="36" name="Rectangle 35">
            <a:extLst>
              <a:ext uri="{FF2B5EF4-FFF2-40B4-BE49-F238E27FC236}">
                <a16:creationId xmlns:a16="http://schemas.microsoft.com/office/drawing/2014/main" id="{CD3F3331-A2F2-3187-3314-9536E3A05809}"/>
              </a:ext>
            </a:extLst>
          </p:cNvPr>
          <p:cNvSpPr/>
          <p:nvPr/>
        </p:nvSpPr>
        <p:spPr>
          <a:xfrm>
            <a:off x="3431214" y="5236790"/>
            <a:ext cx="3246987" cy="969022"/>
          </a:xfrm>
          <a:prstGeom prst="rect">
            <a:avLst/>
          </a:prstGeom>
        </p:spPr>
        <p:txBody>
          <a:bodyPr vert="horz" lIns="0" tIns="0" rIns="0" bIns="0" rtlCol="0" anchor="t">
            <a:noAutofit/>
          </a:bodyPr>
          <a:lstStyle/>
          <a:p>
            <a:pPr marL="171450" indent="-171450">
              <a:lnSpc>
                <a:spcPct val="90000"/>
              </a:lnSpc>
              <a:spcAft>
                <a:spcPts val="600"/>
              </a:spcAft>
              <a:buClr>
                <a:schemeClr val="accent1"/>
              </a:buClr>
              <a:buFont typeface="Arial" panose="020B0604020202020204" pitchFamily="34" charset="0"/>
              <a:buChar char="•"/>
            </a:pPr>
            <a:endParaRPr lang="en-US" sz="1000">
              <a:solidFill>
                <a:schemeClr val="tx1"/>
              </a:solidFill>
              <a:latin typeface="Graphik"/>
            </a:endParaRPr>
          </a:p>
        </p:txBody>
      </p:sp>
      <p:sp>
        <p:nvSpPr>
          <p:cNvPr id="37" name="Text Placeholder 4">
            <a:extLst>
              <a:ext uri="{FF2B5EF4-FFF2-40B4-BE49-F238E27FC236}">
                <a16:creationId xmlns:a16="http://schemas.microsoft.com/office/drawing/2014/main" id="{E2E6DC0A-D16B-3A77-6077-F57069BD7EDC}"/>
              </a:ext>
            </a:extLst>
          </p:cNvPr>
          <p:cNvSpPr txBox="1">
            <a:spLocks/>
          </p:cNvSpPr>
          <p:nvPr/>
        </p:nvSpPr>
        <p:spPr>
          <a:xfrm>
            <a:off x="328699" y="5299574"/>
            <a:ext cx="1478408"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LANGUAGES</a:t>
            </a:r>
            <a:endParaRPr lang="en-US" sz="1200" b="1" dirty="0">
              <a:solidFill>
                <a:schemeClr val="accent1"/>
              </a:solidFill>
              <a:latin typeface="+mj-lt"/>
            </a:endParaRPr>
          </a:p>
        </p:txBody>
      </p:sp>
      <p:sp>
        <p:nvSpPr>
          <p:cNvPr id="40" name="Text Placeholder 4">
            <a:extLst>
              <a:ext uri="{FF2B5EF4-FFF2-40B4-BE49-F238E27FC236}">
                <a16:creationId xmlns:a16="http://schemas.microsoft.com/office/drawing/2014/main" id="{6F73DCD2-A285-29D0-D542-E4F69730AE06}"/>
              </a:ext>
            </a:extLst>
          </p:cNvPr>
          <p:cNvSpPr txBox="1">
            <a:spLocks/>
          </p:cNvSpPr>
          <p:nvPr/>
        </p:nvSpPr>
        <p:spPr>
          <a:xfrm>
            <a:off x="3717864" y="2425651"/>
            <a:ext cx="2414561" cy="32111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AREA OF EXPERTISE</a:t>
            </a:r>
            <a:endParaRPr lang="en-US" sz="1200" b="1">
              <a:solidFill>
                <a:schemeClr val="accent1"/>
              </a:solidFill>
              <a:latin typeface="+mj-lt"/>
            </a:endParaRPr>
          </a:p>
        </p:txBody>
      </p:sp>
      <p:sp>
        <p:nvSpPr>
          <p:cNvPr id="45" name="Text Placeholder 4">
            <a:extLst>
              <a:ext uri="{FF2B5EF4-FFF2-40B4-BE49-F238E27FC236}">
                <a16:creationId xmlns:a16="http://schemas.microsoft.com/office/drawing/2014/main" id="{83AF36ED-0DC5-5D34-4D4E-DFABF505923D}"/>
              </a:ext>
            </a:extLst>
          </p:cNvPr>
          <p:cNvSpPr txBox="1">
            <a:spLocks/>
          </p:cNvSpPr>
          <p:nvPr/>
        </p:nvSpPr>
        <p:spPr>
          <a:xfrm>
            <a:off x="3679756" y="5301889"/>
            <a:ext cx="1278123" cy="338662"/>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INDUSTRY</a:t>
            </a:r>
            <a:endParaRPr lang="en-US" sz="1200" b="1">
              <a:solidFill>
                <a:schemeClr val="accent1"/>
              </a:solidFill>
              <a:latin typeface="+mj-lt"/>
            </a:endParaRPr>
          </a:p>
        </p:txBody>
      </p:sp>
      <p:sp>
        <p:nvSpPr>
          <p:cNvPr id="47" name="Text Placeholder 10">
            <a:extLst>
              <a:ext uri="{FF2B5EF4-FFF2-40B4-BE49-F238E27FC236}">
                <a16:creationId xmlns:a16="http://schemas.microsoft.com/office/drawing/2014/main" id="{88916E2A-4E45-86B5-A986-94589B9AFC66}"/>
              </a:ext>
            </a:extLst>
          </p:cNvPr>
          <p:cNvSpPr txBox="1">
            <a:spLocks/>
          </p:cNvSpPr>
          <p:nvPr/>
        </p:nvSpPr>
        <p:spPr>
          <a:xfrm>
            <a:off x="3605712" y="2874620"/>
            <a:ext cx="2844183" cy="2215307"/>
          </a:xfrm>
          <a:prstGeom prst="rect">
            <a:avLst/>
          </a:prstGeom>
        </p:spPr>
        <p:txBody>
          <a:bodyPr vert="horz" lIns="0" tIns="0" rIns="0" bIns="0" rtlCol="0" anchor="t">
            <a:noAutofit/>
          </a:bodyPr>
          <a:lstStyle>
            <a:defPPr>
              <a:defRPr lang="en-US"/>
            </a:defPPr>
            <a:lvl1pPr marL="171450" indent="-171450" fontAlgn="base">
              <a:lnSpc>
                <a:spcPct val="100000"/>
              </a:lnSpc>
              <a:spcBef>
                <a:spcPts val="0"/>
              </a:spcBef>
              <a:spcAft>
                <a:spcPts val="0"/>
              </a:spcAft>
              <a:buClr>
                <a:schemeClr val="accent1"/>
              </a:buClr>
              <a:buFont typeface="Arial" panose="020B0604020202020204" pitchFamily="34" charset="0"/>
              <a:buChar char="•"/>
              <a:defRPr sz="1000" b="1" i="0" u="none" strike="noStrike">
                <a:solidFill>
                  <a:schemeClr val="accent3"/>
                </a:solidFill>
                <a:effectLst/>
                <a:latin typeface="+mj-lt"/>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kumimoji="0" lang="en-US" b="1" i="0" u="none" strike="noStrike" kern="1200" cap="none" spc="0" normalizeH="0" baseline="0" noProof="0" dirty="0">
                <a:ln>
                  <a:noFill/>
                </a:ln>
                <a:solidFill>
                  <a:srgbClr val="460073"/>
                </a:solidFill>
                <a:effectLst/>
                <a:uLnTx/>
                <a:uFillTx/>
                <a:latin typeface="Graphik"/>
                <a:ea typeface="+mn-ea"/>
                <a:cs typeface="+mn-cs"/>
              </a:rPr>
              <a:t>Dev</a:t>
            </a:r>
            <a:r>
              <a:rPr kumimoji="0" lang="en-US" sz="800" b="1" i="0" u="none" strike="noStrike" kern="1200" cap="none" spc="0" normalizeH="0" baseline="0" noProof="0" dirty="0">
                <a:ln>
                  <a:noFill/>
                </a:ln>
                <a:solidFill>
                  <a:srgbClr val="460073"/>
                </a:solidFill>
                <a:effectLst/>
                <a:uLnTx/>
                <a:uFillTx/>
                <a:latin typeface="Graphik"/>
                <a:ea typeface="+mn-ea"/>
                <a:cs typeface="+mn-cs"/>
              </a:rPr>
              <a:t>: </a:t>
            </a:r>
            <a:r>
              <a:rPr lang="en-US" b="0" dirty="0">
                <a:solidFill>
                  <a:srgbClr val="000000"/>
                </a:solidFill>
                <a:latin typeface="Graphik"/>
              </a:rPr>
              <a:t>JavaScript, Python</a:t>
            </a:r>
            <a:endParaRPr kumimoji="0" lang="en-US" sz="800" b="0" i="0" u="none" strike="noStrike" kern="1200" cap="none" spc="0" normalizeH="0" baseline="0" noProof="0" dirty="0">
              <a:ln>
                <a:noFill/>
              </a:ln>
              <a:solidFill>
                <a:srgbClr val="000000"/>
              </a:solidFill>
              <a:effectLst/>
              <a:uLnTx/>
              <a:uFillTx/>
              <a:latin typeface="Graphik"/>
              <a:ea typeface="+mn-ea"/>
              <a:cs typeface="+mn-cs"/>
            </a:endParaRPr>
          </a:p>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lang="en-US" dirty="0">
                <a:solidFill>
                  <a:srgbClr val="460073"/>
                </a:solidFill>
                <a:latin typeface="Graphik"/>
              </a:rPr>
              <a:t>DB</a:t>
            </a:r>
            <a:r>
              <a:rPr kumimoji="0" lang="en-US" sz="800" b="1" i="0" u="none" strike="noStrike" kern="1200" cap="none" spc="0" normalizeH="0" baseline="0" noProof="0" dirty="0">
                <a:ln>
                  <a:noFill/>
                </a:ln>
                <a:solidFill>
                  <a:srgbClr val="460073"/>
                </a:solidFill>
                <a:effectLst/>
                <a:uLnTx/>
                <a:uFillTx/>
                <a:latin typeface="Graphik"/>
                <a:ea typeface="+mn-ea"/>
                <a:cs typeface="+mn-cs"/>
              </a:rPr>
              <a:t>:  </a:t>
            </a:r>
            <a:r>
              <a:rPr lang="en-US" b="0" dirty="0">
                <a:solidFill>
                  <a:srgbClr val="000000"/>
                </a:solidFill>
                <a:latin typeface="Graphik"/>
              </a:rPr>
              <a:t>MySQL</a:t>
            </a:r>
            <a:endParaRPr kumimoji="0" lang="en-US" sz="800" b="0" i="0" u="none" strike="noStrike" kern="1200" cap="none" spc="0" normalizeH="0" baseline="0" noProof="0" dirty="0">
              <a:ln>
                <a:noFill/>
              </a:ln>
              <a:solidFill>
                <a:srgbClr val="000000"/>
              </a:solidFill>
              <a:effectLst/>
              <a:uLnTx/>
              <a:uFillTx/>
              <a:latin typeface="Graphik"/>
              <a:ea typeface="+mn-ea"/>
              <a:cs typeface="+mn-cs"/>
            </a:endParaRPr>
          </a:p>
          <a:p>
            <a:pPr marL="171450" marR="0" lvl="0" indent="-171450" algn="l" defTabSz="914400" rtl="0" eaLnBrk="1" fontAlgn="base" latinLnBrk="0" hangingPunct="1">
              <a:lnSpc>
                <a:spcPct val="100000"/>
              </a:lnSpc>
              <a:spcBef>
                <a:spcPts val="0"/>
              </a:spcBef>
              <a:spcAft>
                <a:spcPts val="0"/>
              </a:spcAft>
              <a:buClr>
                <a:srgbClr val="A100FF"/>
              </a:buClr>
              <a:buSzTx/>
              <a:buFont typeface="Arial" panose="020B0604020202020204" pitchFamily="34" charset="0"/>
              <a:buChar char="•"/>
              <a:tabLst/>
              <a:defRPr/>
            </a:pPr>
            <a:r>
              <a:rPr lang="en-US" dirty="0">
                <a:solidFill>
                  <a:srgbClr val="460073"/>
                </a:solidFill>
                <a:latin typeface="Graphik"/>
              </a:rPr>
              <a:t>RPA: </a:t>
            </a:r>
            <a:r>
              <a:rPr lang="en-US" b="0" dirty="0">
                <a:solidFill>
                  <a:srgbClr val="000000"/>
                </a:solidFill>
                <a:latin typeface="Graphik"/>
              </a:rPr>
              <a:t> Automation Anywhere/Automation Anywhere </a:t>
            </a:r>
            <a:r>
              <a:rPr lang="en-US" b="0" dirty="0" err="1">
                <a:solidFill>
                  <a:srgbClr val="000000"/>
                </a:solidFill>
                <a:latin typeface="Graphik"/>
              </a:rPr>
              <a:t>IQBot</a:t>
            </a:r>
            <a:r>
              <a:rPr lang="en-US" b="0" dirty="0">
                <a:solidFill>
                  <a:srgbClr val="000000"/>
                </a:solidFill>
                <a:latin typeface="Graphik"/>
              </a:rPr>
              <a:t>/UiPath/Microsoft Power </a:t>
            </a:r>
            <a:r>
              <a:rPr lang="en-US" b="0">
                <a:solidFill>
                  <a:srgbClr val="000000"/>
                </a:solidFill>
                <a:latin typeface="Graphik"/>
              </a:rPr>
              <a:t>Platform Fundamentals</a:t>
            </a:r>
            <a:endParaRPr lang="en-US" dirty="0"/>
          </a:p>
        </p:txBody>
      </p:sp>
      <p:sp>
        <p:nvSpPr>
          <p:cNvPr id="48" name="Text Placeholder 13">
            <a:extLst>
              <a:ext uri="{FF2B5EF4-FFF2-40B4-BE49-F238E27FC236}">
                <a16:creationId xmlns:a16="http://schemas.microsoft.com/office/drawing/2014/main" id="{CE6DAE4F-8226-621D-1573-393F25103FEA}"/>
              </a:ext>
            </a:extLst>
          </p:cNvPr>
          <p:cNvSpPr txBox="1">
            <a:spLocks/>
          </p:cNvSpPr>
          <p:nvPr/>
        </p:nvSpPr>
        <p:spPr>
          <a:xfrm>
            <a:off x="157562" y="4639718"/>
            <a:ext cx="3106657" cy="750681"/>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lvl="0" indent="-171450">
              <a:spcBef>
                <a:spcPts val="600"/>
              </a:spcBef>
              <a:buFont typeface="Arial" panose="020B0604020202020204" pitchFamily="34" charset="0"/>
              <a:buChar char="•"/>
              <a:defRPr/>
            </a:pPr>
            <a:r>
              <a:rPr lang="en-US" sz="1000" dirty="0">
                <a:solidFill>
                  <a:prstClr val="black"/>
                </a:solidFill>
              </a:rPr>
              <a:t>Certified Automation Practitioner. Automation Anywhere A360 certification + </a:t>
            </a:r>
            <a:r>
              <a:rPr lang="en-US" sz="1000" dirty="0" err="1">
                <a:solidFill>
                  <a:prstClr val="black"/>
                </a:solidFill>
              </a:rPr>
              <a:t>IQBot</a:t>
            </a:r>
            <a:r>
              <a:rPr lang="en-US" sz="1000" dirty="0">
                <a:solidFill>
                  <a:prstClr val="black"/>
                </a:solidFill>
              </a:rPr>
              <a:t> badge. Power Platform Fundamentals certification.</a:t>
            </a:r>
          </a:p>
          <a:p>
            <a:pPr marL="171450" lvl="0" indent="-171450">
              <a:spcBef>
                <a:spcPts val="600"/>
              </a:spcBef>
              <a:buFont typeface="Arial" panose="020B0604020202020204" pitchFamily="34" charset="0"/>
              <a:buChar char="•"/>
              <a:defRPr/>
            </a:pPr>
            <a:endParaRPr lang="en-US" sz="1000" dirty="0">
              <a:solidFill>
                <a:prstClr val="black"/>
              </a:solidFill>
            </a:endParaRPr>
          </a:p>
        </p:txBody>
      </p:sp>
      <p:sp>
        <p:nvSpPr>
          <p:cNvPr id="49" name="Text Placeholder 13">
            <a:extLst>
              <a:ext uri="{FF2B5EF4-FFF2-40B4-BE49-F238E27FC236}">
                <a16:creationId xmlns:a16="http://schemas.microsoft.com/office/drawing/2014/main" id="{67B10EEE-BF1A-4587-0DE7-065C396FC396}"/>
              </a:ext>
            </a:extLst>
          </p:cNvPr>
          <p:cNvSpPr txBox="1">
            <a:spLocks/>
          </p:cNvSpPr>
          <p:nvPr/>
        </p:nvSpPr>
        <p:spPr>
          <a:xfrm>
            <a:off x="328698" y="2678554"/>
            <a:ext cx="2935521" cy="1070675"/>
          </a:xfrm>
          <a:prstGeom prst="rect">
            <a:avLst/>
          </a:prstGeom>
        </p:spPr>
        <p:txBody>
          <a:bodyPr vert="horz" lIns="0" tIns="0" rIns="0" bIns="0" rtlCol="0" anchor="t">
            <a:no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300"/>
              </a:spcBef>
              <a:buClr>
                <a:srgbClr val="549E39"/>
              </a:buClr>
              <a:buNone/>
              <a:defRPr/>
            </a:pPr>
            <a:r>
              <a:rPr lang="en-US" sz="1000" dirty="0">
                <a:solidFill>
                  <a:prstClr val="black"/>
                </a:solidFill>
              </a:rPr>
              <a:t>2 years experience developing RPA solutions with </a:t>
            </a:r>
            <a:r>
              <a:rPr lang="en-US" sz="1000" dirty="0" err="1">
                <a:solidFill>
                  <a:prstClr val="black"/>
                </a:solidFill>
              </a:rPr>
              <a:t>UIPath</a:t>
            </a:r>
            <a:r>
              <a:rPr lang="en-US" sz="1000" dirty="0">
                <a:solidFill>
                  <a:prstClr val="black"/>
                </a:solidFill>
              </a:rPr>
              <a:t>, providing automation solutions for clients in different industries. I have achieved the Automation Anywhere A360 certification as well as the Power Platform Fundamentals certification. Additionally, I’ve worked on web developing with JS, Node.js, Express.js and MySQL as well as React frontend. I am currently training to achieve the Power Platform Developer certification.​</a:t>
            </a:r>
          </a:p>
          <a:p>
            <a:pPr marL="0" lvl="0" indent="0">
              <a:lnSpc>
                <a:spcPct val="100000"/>
              </a:lnSpc>
              <a:spcBef>
                <a:spcPts val="300"/>
              </a:spcBef>
              <a:buClr>
                <a:srgbClr val="549E39"/>
              </a:buClr>
              <a:buNone/>
              <a:defRPr/>
            </a:pPr>
            <a:endParaRPr lang="en-US" sz="1000" dirty="0"/>
          </a:p>
          <a:p>
            <a:endParaRPr lang="es-AR" sz="1000" dirty="0">
              <a:latin typeface="Graphik"/>
            </a:endParaRPr>
          </a:p>
        </p:txBody>
      </p:sp>
      <p:sp>
        <p:nvSpPr>
          <p:cNvPr id="51" name="Text Placeholder 13">
            <a:extLst>
              <a:ext uri="{FF2B5EF4-FFF2-40B4-BE49-F238E27FC236}">
                <a16:creationId xmlns:a16="http://schemas.microsoft.com/office/drawing/2014/main" id="{72302F36-E7BC-42A3-0A43-CDD2E2AB577E}"/>
              </a:ext>
            </a:extLst>
          </p:cNvPr>
          <p:cNvSpPr txBox="1">
            <a:spLocks/>
          </p:cNvSpPr>
          <p:nvPr/>
        </p:nvSpPr>
        <p:spPr>
          <a:xfrm>
            <a:off x="249438" y="5511677"/>
            <a:ext cx="2702016"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English (C2)</a:t>
            </a:r>
          </a:p>
          <a:p>
            <a:r>
              <a:rPr lang="en-US" dirty="0"/>
              <a:t>Spanish (Native)</a:t>
            </a:r>
            <a:endParaRPr lang="es-AR" dirty="0"/>
          </a:p>
        </p:txBody>
      </p:sp>
      <p:sp>
        <p:nvSpPr>
          <p:cNvPr id="53" name="Text Placeholder 13">
            <a:extLst>
              <a:ext uri="{FF2B5EF4-FFF2-40B4-BE49-F238E27FC236}">
                <a16:creationId xmlns:a16="http://schemas.microsoft.com/office/drawing/2014/main" id="{30377A8A-69CD-5F83-DA2E-98B9A486EC39}"/>
              </a:ext>
            </a:extLst>
          </p:cNvPr>
          <p:cNvSpPr txBox="1">
            <a:spLocks/>
          </p:cNvSpPr>
          <p:nvPr/>
        </p:nvSpPr>
        <p:spPr>
          <a:xfrm>
            <a:off x="3597166" y="5523679"/>
            <a:ext cx="3044481" cy="719719"/>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Banking</a:t>
            </a:r>
          </a:p>
          <a:p>
            <a:r>
              <a:rPr lang="en-US" dirty="0"/>
              <a:t>Finance </a:t>
            </a:r>
          </a:p>
        </p:txBody>
      </p:sp>
      <p:sp>
        <p:nvSpPr>
          <p:cNvPr id="67" name="Text Placeholder 11">
            <a:extLst>
              <a:ext uri="{FF2B5EF4-FFF2-40B4-BE49-F238E27FC236}">
                <a16:creationId xmlns:a16="http://schemas.microsoft.com/office/drawing/2014/main" id="{C6A51E4F-7155-0013-A033-1BFC0B3D9F3D}"/>
              </a:ext>
            </a:extLst>
          </p:cNvPr>
          <p:cNvSpPr txBox="1">
            <a:spLocks/>
          </p:cNvSpPr>
          <p:nvPr/>
        </p:nvSpPr>
        <p:spPr>
          <a:xfrm>
            <a:off x="6939206" y="592360"/>
            <a:ext cx="5081751" cy="5796593"/>
          </a:xfrm>
          <a:prstGeom prst="rect">
            <a:avLst/>
          </a:prstGeom>
        </p:spPr>
        <p:txBody>
          <a:bodyPr vert="horz" lIns="0" tIns="0" rIns="0" bIns="0" rtlCol="0" anchor="t">
            <a:no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4800" b="1" kern="1200" dirty="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algn="just">
              <a:spcBef>
                <a:spcPts val="100"/>
              </a:spcBef>
              <a:spcAft>
                <a:spcPts val="300"/>
              </a:spcAft>
            </a:pPr>
            <a:r>
              <a:rPr lang="en-US" sz="1000" dirty="0">
                <a:solidFill>
                  <a:srgbClr val="000000"/>
                </a:solidFill>
                <a:latin typeface="+mn-lt"/>
              </a:rPr>
              <a:t>RPA TEAM @ FINANCE / IT SERVICES, BR​A</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RPA Developer </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UiPath development for finance processes</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Outlook Email automation, Client's CRM automation </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Functional Analysis for automation feasibility</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Technical support for Production environment</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Testing for Java automations</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Web development with JavaScript, MySQL, Express, Handlebars and Node</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Frontend development with React, PDF libraries, APIs for internal web communication</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Project cost estimator, Human Resource Controller</a:t>
            </a:r>
          </a:p>
          <a:p>
            <a:pPr>
              <a:spcAft>
                <a:spcPts val="300"/>
              </a:spcAft>
            </a:pPr>
            <a:endParaRPr lang="en-US" sz="1000" b="0" dirty="0">
              <a:latin typeface="+mn-lt"/>
              <a:cs typeface="Calibri" panose="020F0502020204030204" pitchFamily="34" charset="0"/>
            </a:endParaRPr>
          </a:p>
          <a:p>
            <a:pPr algn="just">
              <a:spcBef>
                <a:spcPts val="100"/>
              </a:spcBef>
              <a:spcAft>
                <a:spcPts val="300"/>
              </a:spcAft>
            </a:pPr>
            <a:r>
              <a:rPr lang="en-US" sz="1000" dirty="0">
                <a:solidFill>
                  <a:srgbClr val="000000"/>
                </a:solidFill>
                <a:latin typeface="+mn-lt"/>
              </a:rPr>
              <a:t>RPA TEAM @ BANKING / IT SERVICES, ARG​</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Role Title: RPA Developer </a:t>
            </a:r>
          </a:p>
          <a:p>
            <a:pPr marL="285750" indent="-285750">
              <a:spcAft>
                <a:spcPts val="300"/>
              </a:spcAft>
              <a:buFont typeface="Arial" panose="020B0604020202020204" pitchFamily="34" charset="0"/>
              <a:buChar char="•"/>
            </a:pPr>
            <a:r>
              <a:rPr lang="en-US" sz="1000" b="0" dirty="0">
                <a:latin typeface="+mn-lt"/>
                <a:cs typeface="Calibri" panose="020F0502020204030204" pitchFamily="34" charset="0"/>
              </a:rPr>
              <a:t>UiPath development for banking and SAP software</a:t>
            </a:r>
          </a:p>
        </p:txBody>
      </p:sp>
      <p:sp>
        <p:nvSpPr>
          <p:cNvPr id="69" name="Footer Placeholder 3">
            <a:extLst>
              <a:ext uri="{FF2B5EF4-FFF2-40B4-BE49-F238E27FC236}">
                <a16:creationId xmlns:a16="http://schemas.microsoft.com/office/drawing/2014/main" id="{17669171-BA86-2E1F-B097-BA943AB81EC0}"/>
              </a:ext>
            </a:extLst>
          </p:cNvPr>
          <p:cNvSpPr>
            <a:spLocks noGrp="1"/>
          </p:cNvSpPr>
          <p:nvPr>
            <p:ph type="ftr" sz="quarter" idx="3"/>
          </p:nvPr>
        </p:nvSpPr>
        <p:spPr>
          <a:xfrm>
            <a:off x="7315200" y="6488234"/>
            <a:ext cx="4114800" cy="198318"/>
          </a:xfrm>
        </p:spPr>
        <p:txBody>
          <a:bodyPr wrap="square" lIns="0" tIns="0" rIns="0" bIns="0" rtlCol="0" anchor="ctr">
            <a:normAutofit/>
          </a:bodyPr>
          <a:lstStyle/>
          <a:p>
            <a:pPr>
              <a:spcAft>
                <a:spcPts val="600"/>
              </a:spcAft>
            </a:pPr>
            <a:r>
              <a:rPr lang="es-ES" kern="1200" dirty="0">
                <a:solidFill>
                  <a:schemeClr val="bg1"/>
                </a:solidFill>
                <a:latin typeface="+mn-lt"/>
                <a:ea typeface="+mn-ea"/>
                <a:cs typeface="+mn-cs"/>
              </a:rPr>
              <a:t>Copyright © 2023 Accenture. </a:t>
            </a:r>
            <a:r>
              <a:rPr lang="es-ES" kern="1200" dirty="0" err="1">
                <a:solidFill>
                  <a:schemeClr val="bg1"/>
                </a:solidFill>
                <a:latin typeface="+mn-lt"/>
                <a:ea typeface="+mn-ea"/>
                <a:cs typeface="+mn-cs"/>
              </a:rPr>
              <a:t>All</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rights</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reserved</a:t>
            </a:r>
            <a:r>
              <a:rPr lang="es-ES" kern="1200" dirty="0">
                <a:solidFill>
                  <a:schemeClr val="bg1"/>
                </a:solidFill>
                <a:latin typeface="+mn-lt"/>
                <a:ea typeface="+mn-ea"/>
                <a:cs typeface="+mn-cs"/>
              </a:rPr>
              <a:t>.</a:t>
            </a:r>
          </a:p>
        </p:txBody>
      </p:sp>
      <p:sp>
        <p:nvSpPr>
          <p:cNvPr id="70" name="Title 8">
            <a:extLst>
              <a:ext uri="{FF2B5EF4-FFF2-40B4-BE49-F238E27FC236}">
                <a16:creationId xmlns:a16="http://schemas.microsoft.com/office/drawing/2014/main" id="{96770A72-DC69-0907-ADF8-C3F228C3B9E6}"/>
              </a:ext>
            </a:extLst>
          </p:cNvPr>
          <p:cNvSpPr txBox="1">
            <a:spLocks/>
          </p:cNvSpPr>
          <p:nvPr/>
        </p:nvSpPr>
        <p:spPr>
          <a:xfrm>
            <a:off x="641267" y="6217505"/>
            <a:ext cx="5761038" cy="739775"/>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a:lnSpc>
                <a:spcPct val="90000"/>
              </a:lnSpc>
            </a:pPr>
            <a:r>
              <a:rPr lang="en-US" sz="2000" dirty="0">
                <a:solidFill>
                  <a:schemeClr val="bg1"/>
                </a:solidFill>
              </a:rPr>
              <a:t>Accenture</a:t>
            </a:r>
          </a:p>
        </p:txBody>
      </p:sp>
      <p:sp>
        <p:nvSpPr>
          <p:cNvPr id="14" name="Oval 13">
            <a:extLst>
              <a:ext uri="{FF2B5EF4-FFF2-40B4-BE49-F238E27FC236}">
                <a16:creationId xmlns:a16="http://schemas.microsoft.com/office/drawing/2014/main" id="{E0B672C6-9D50-E53B-C7C6-6425102401E0}"/>
              </a:ext>
            </a:extLst>
          </p:cNvPr>
          <p:cNvSpPr/>
          <p:nvPr/>
        </p:nvSpPr>
        <p:spPr>
          <a:xfrm>
            <a:off x="301605" y="829777"/>
            <a:ext cx="1423475" cy="1435416"/>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dirty="0" err="1"/>
          </a:p>
        </p:txBody>
      </p:sp>
      <p:pic>
        <p:nvPicPr>
          <p:cNvPr id="1026" name="Picture 2" descr="PL-900 Study Guide - Microsoft Power Platform Fundamentals">
            <a:extLst>
              <a:ext uri="{FF2B5EF4-FFF2-40B4-BE49-F238E27FC236}">
                <a16:creationId xmlns:a16="http://schemas.microsoft.com/office/drawing/2014/main" id="{12FD27FD-623A-8576-B46D-F5679D9867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9075" y="1685436"/>
            <a:ext cx="619125" cy="6191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61979BD8-A274-A48C-F026-2C6BBE65C1E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4250" y="1673756"/>
            <a:ext cx="504825" cy="61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9541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ACN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1">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N2" id="{C5CBB487-2795-4FA3-82FE-53D900CF3761}" vid="{C10CF5D9-D365-43EF-8820-07B68B70E83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24e4c7a8421853a402df6e265f794394">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ca37c5a048a84fd67bc1e66e7d26fe3d"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e5dff9b-ec84-400a-8d4d-02e969566393">
      <Terms xmlns="http://schemas.microsoft.com/office/infopath/2007/PartnerControls"/>
    </lcf76f155ced4ddcb4097134ff3c332f>
    <TaxCatchAll xmlns="9e1adda6-93f2-443e-b0ef-40d6e1dc8c9d" xsi:nil="true"/>
  </documentManagement>
</p:properties>
</file>

<file path=customXml/itemProps1.xml><?xml version="1.0" encoding="utf-8"?>
<ds:datastoreItem xmlns:ds="http://schemas.openxmlformats.org/officeDocument/2006/customXml" ds:itemID="{57CC1AA1-D59E-4004-A8FE-9B32DBC5C510}"/>
</file>

<file path=customXml/itemProps2.xml><?xml version="1.0" encoding="utf-8"?>
<ds:datastoreItem xmlns:ds="http://schemas.openxmlformats.org/officeDocument/2006/customXml" ds:itemID="{8D13FB34-5A1C-4C07-9505-15A13190B9D7}">
  <ds:schemaRefs>
    <ds:schemaRef ds:uri="http://schemas.microsoft.com/sharepoint/v3/contenttype/forms"/>
  </ds:schemaRefs>
</ds:datastoreItem>
</file>

<file path=customXml/itemProps3.xml><?xml version="1.0" encoding="utf-8"?>
<ds:datastoreItem xmlns:ds="http://schemas.openxmlformats.org/officeDocument/2006/customXml" ds:itemID="{25F190C0-2289-408C-859E-D9DE16203037}">
  <ds:schemaRefs>
    <ds:schemaRef ds:uri="http://schemas.microsoft.com/office/2006/metadata/properties"/>
    <ds:schemaRef ds:uri="http://www.w3.org/XML/1998/namespace"/>
    <ds:schemaRef ds:uri="http://schemas.microsoft.com/office/infopath/2007/PartnerControls"/>
    <ds:schemaRef ds:uri="118bdf6a-17d6-42f2-bf93-b799822b66d5"/>
    <ds:schemaRef ds:uri="http://purl.org/dc/elements/1.1/"/>
    <ds:schemaRef ds:uri="http://schemas.microsoft.com/office/2006/documentManagement/types"/>
    <ds:schemaRef ds:uri="3f7fa16c-f0a7-4e93-83e5-916308b974b7"/>
    <ds:schemaRef ds:uri="http://purl.org/dc/dcmitype/"/>
    <ds:schemaRef ds:uri="http://schemas.openxmlformats.org/package/2006/metadata/core-properties"/>
    <ds:schemaRef ds:uri="http://purl.org/dc/terms/"/>
    <ds:schemaRef ds:uri="a9ec5491-ab8d-4b40-a3b8-06014ad5eeda"/>
    <ds:schemaRef ds:uri="8bf43e9c-ec30-4b03-90a4-56360b8dd0ac"/>
  </ds:schemaRefs>
</ds:datastoreItem>
</file>

<file path=docProps/app.xml><?xml version="1.0" encoding="utf-8"?>
<Properties xmlns="http://schemas.openxmlformats.org/officeDocument/2006/extended-properties" xmlns:vt="http://schemas.openxmlformats.org/officeDocument/2006/docPropsVTypes">
  <TotalTime>895</TotalTime>
  <Words>269</Words>
  <Application>Microsoft Office PowerPoint</Application>
  <PresentationFormat>Widescreen</PresentationFormat>
  <Paragraphs>39</Paragraphs>
  <Slides>1</Slides>
  <Notes>1</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ThemeACN2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Comerci, Sandro</dc:creator>
  <cp:lastModifiedBy>Mitchell Escudero, Valeria</cp:lastModifiedBy>
  <cp:revision>24</cp:revision>
  <dcterms:created xsi:type="dcterms:W3CDTF">2022-12-16T18:40:20Z</dcterms:created>
  <dcterms:modified xsi:type="dcterms:W3CDTF">2023-10-24T18:08:52Z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MediaServiceImageTags">
    <vt:lpwstr/>
  </property>
</Properties>
</file>